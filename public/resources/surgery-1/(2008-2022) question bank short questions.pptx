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8bbc99b704a85" /><Relationship Type="http://schemas.openxmlformats.org/officeDocument/2006/relationships/extended-properties" Target="/docProps/app.xml" Id="R98787d7e8f984a88" /><Relationship Type="http://schemas.openxmlformats.org/officeDocument/2006/relationships/officeDocument" Target="/ppt/presentation.xml" Id="R6e407bab180548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0e266346b48ca"/>
  </p:sldMasterIdLst>
  <p:notesMasterIdLst>
    <p:notesMasterId xmlns:r="http://schemas.openxmlformats.org/officeDocument/2006/relationships" r:id="R358281ada5174240"/>
  </p:notesMasterIdLst>
  <p:sldIdLst>
    <p:sldId xmlns:r="http://schemas.openxmlformats.org/officeDocument/2006/relationships" id="256" r:id="R0f54be9f33614780"/>
    <p:sldId xmlns:r="http://schemas.openxmlformats.org/officeDocument/2006/relationships" id="257" r:id="R69fd3652245d4e78"/>
    <p:sldId xmlns:r="http://schemas.openxmlformats.org/officeDocument/2006/relationships" id="258" r:id="R4dce7d9e490946de"/>
    <p:sldId xmlns:r="http://schemas.openxmlformats.org/officeDocument/2006/relationships" id="259" r:id="R50749af672334993"/>
    <p:sldId xmlns:r="http://schemas.openxmlformats.org/officeDocument/2006/relationships" id="260" r:id="Rb101273fc23c44a6"/>
    <p:sldId xmlns:r="http://schemas.openxmlformats.org/officeDocument/2006/relationships" id="261" r:id="Rcaf582d474964755"/>
    <p:sldId xmlns:r="http://schemas.openxmlformats.org/officeDocument/2006/relationships" id="262" r:id="R03ca3a0f76c445e2"/>
    <p:sldId xmlns:r="http://schemas.openxmlformats.org/officeDocument/2006/relationships" id="263" r:id="Rda79df9c49534e45"/>
    <p:sldId xmlns:r="http://schemas.openxmlformats.org/officeDocument/2006/relationships" id="264" r:id="R036942a952f64e0a"/>
    <p:sldId xmlns:r="http://schemas.openxmlformats.org/officeDocument/2006/relationships" id="265" r:id="R3d550d06c35048e1"/>
    <p:sldId xmlns:r="http://schemas.openxmlformats.org/officeDocument/2006/relationships" id="266" r:id="Rcd3edafe2c7e4c60"/>
    <p:sldId xmlns:r="http://schemas.openxmlformats.org/officeDocument/2006/relationships" id="267" r:id="R7e47357fc5764b73"/>
    <p:sldId xmlns:r="http://schemas.openxmlformats.org/officeDocument/2006/relationships" id="268" r:id="Rae369ce4fdec4e54"/>
    <p:sldId xmlns:r="http://schemas.openxmlformats.org/officeDocument/2006/relationships" id="269" r:id="Rcf54ffdc30a2406d"/>
    <p:sldId xmlns:r="http://schemas.openxmlformats.org/officeDocument/2006/relationships" id="270" r:id="R3ba3fc7dc2ea485d"/>
    <p:sldId xmlns:r="http://schemas.openxmlformats.org/officeDocument/2006/relationships" id="271" r:id="R417f533a04694ba1"/>
    <p:sldId xmlns:r="http://schemas.openxmlformats.org/officeDocument/2006/relationships" id="272" r:id="R54d9ce6eecbc41ee"/>
    <p:sldId xmlns:r="http://schemas.openxmlformats.org/officeDocument/2006/relationships" id="273" r:id="R1fcc2e2d82c7498f"/>
    <p:sldId xmlns:r="http://schemas.openxmlformats.org/officeDocument/2006/relationships" id="274" r:id="Ra99062b5e0364f2c"/>
    <p:sldId xmlns:r="http://schemas.openxmlformats.org/officeDocument/2006/relationships" id="275" r:id="R4637648f942a4e8c"/>
    <p:sldId xmlns:r="http://schemas.openxmlformats.org/officeDocument/2006/relationships" id="276" r:id="R32596f2b6a304f1d"/>
    <p:sldId xmlns:r="http://schemas.openxmlformats.org/officeDocument/2006/relationships" id="277" r:id="R513cd2aa2df84de8"/>
    <p:sldId xmlns:r="http://schemas.openxmlformats.org/officeDocument/2006/relationships" id="278" r:id="R9a2ce621995541d8"/>
    <p:sldId xmlns:r="http://schemas.openxmlformats.org/officeDocument/2006/relationships" id="279" r:id="Rb903fe8717404927"/>
    <p:sldId xmlns:r="http://schemas.openxmlformats.org/officeDocument/2006/relationships" id="280" r:id="Rcc6a6e307cf3401a"/>
    <p:sldId xmlns:r="http://schemas.openxmlformats.org/officeDocument/2006/relationships" id="281" r:id="R6b702a371b194a37"/>
    <p:sldId xmlns:r="http://schemas.openxmlformats.org/officeDocument/2006/relationships" id="282" r:id="R8523697190a14e5a"/>
    <p:sldId xmlns:r="http://schemas.openxmlformats.org/officeDocument/2006/relationships" id="283" r:id="R2a24f15df1754043"/>
    <p:sldId xmlns:r="http://schemas.openxmlformats.org/officeDocument/2006/relationships" id="284" r:id="R4de12adab75741ed"/>
    <p:sldId xmlns:r="http://schemas.openxmlformats.org/officeDocument/2006/relationships" id="285" r:id="Rb12d09d3ae8f40f4"/>
    <p:sldId xmlns:r="http://schemas.openxmlformats.org/officeDocument/2006/relationships" id="286" r:id="Ra62e54e4ad8747d2"/>
    <p:sldId xmlns:r="http://schemas.openxmlformats.org/officeDocument/2006/relationships" id="287" r:id="R79beb5410e7b4d03"/>
    <p:sldId xmlns:r="http://schemas.openxmlformats.org/officeDocument/2006/relationships" id="288" r:id="R5a9e68130b9149cc"/>
    <p:sldId xmlns:r="http://schemas.openxmlformats.org/officeDocument/2006/relationships" id="289" r:id="Rd70cdcc074554586"/>
    <p:sldId xmlns:r="http://schemas.openxmlformats.org/officeDocument/2006/relationships" id="290" r:id="R8e6992c05e234050"/>
    <p:sldId xmlns:r="http://schemas.openxmlformats.org/officeDocument/2006/relationships" id="291" r:id="R31655120c89a4a4d"/>
    <p:sldId xmlns:r="http://schemas.openxmlformats.org/officeDocument/2006/relationships" id="292" r:id="R2b3524f4d7524336"/>
    <p:sldId xmlns:r="http://schemas.openxmlformats.org/officeDocument/2006/relationships" id="293" r:id="R15db48b12be14307"/>
    <p:sldId xmlns:r="http://schemas.openxmlformats.org/officeDocument/2006/relationships" id="294" r:id="R690bc14867574be2"/>
    <p:sldId xmlns:r="http://schemas.openxmlformats.org/officeDocument/2006/relationships" id="295" r:id="Rddd06d55d38d4825"/>
    <p:sldId xmlns:r="http://schemas.openxmlformats.org/officeDocument/2006/relationships" id="296" r:id="R1ce5b5b461b146c7"/>
    <p:sldId xmlns:r="http://schemas.openxmlformats.org/officeDocument/2006/relationships" id="297" r:id="R0a2db8c1e9ac4c86"/>
    <p:sldId xmlns:r="http://schemas.openxmlformats.org/officeDocument/2006/relationships" id="298" r:id="Rb5f3ff5394024c33"/>
    <p:sldId xmlns:r="http://schemas.openxmlformats.org/officeDocument/2006/relationships" id="299" r:id="R9a80c207b47049be"/>
    <p:sldId xmlns:r="http://schemas.openxmlformats.org/officeDocument/2006/relationships" id="300" r:id="Rd9eed735e2f84922"/>
    <p:sldId xmlns:r="http://schemas.openxmlformats.org/officeDocument/2006/relationships" id="301" r:id="Rb48fa49e93274d28"/>
    <p:sldId xmlns:r="http://schemas.openxmlformats.org/officeDocument/2006/relationships" id="302" r:id="R9ba711578b9d4d96"/>
    <p:sldId xmlns:r="http://schemas.openxmlformats.org/officeDocument/2006/relationships" id="303" r:id="R46d57d12569742a1"/>
    <p:sldId xmlns:r="http://schemas.openxmlformats.org/officeDocument/2006/relationships" id="304" r:id="Rebb072e03fce4558"/>
    <p:sldId xmlns:r="http://schemas.openxmlformats.org/officeDocument/2006/relationships" id="305" r:id="R9518fd179c914c00"/>
    <p:sldId xmlns:r="http://schemas.openxmlformats.org/officeDocument/2006/relationships" id="306" r:id="Rf6ba0da2acbb4cb1"/>
    <p:sldId xmlns:r="http://schemas.openxmlformats.org/officeDocument/2006/relationships" id="307" r:id="R572578ba3107455d"/>
    <p:sldId xmlns:r="http://schemas.openxmlformats.org/officeDocument/2006/relationships" id="308" r:id="R111520f709584215"/>
    <p:sldId xmlns:r="http://schemas.openxmlformats.org/officeDocument/2006/relationships" id="309" r:id="Rdcb164ea99174810"/>
    <p:sldId xmlns:r="http://schemas.openxmlformats.org/officeDocument/2006/relationships" id="310" r:id="Re0f2ec67afcc4b30"/>
    <p:sldId xmlns:r="http://schemas.openxmlformats.org/officeDocument/2006/relationships" id="311" r:id="R7b5eb6ccfeca4d7d"/>
    <p:sldId xmlns:r="http://schemas.openxmlformats.org/officeDocument/2006/relationships" id="312" r:id="R7ab75a330aa740a0"/>
    <p:sldId xmlns:r="http://schemas.openxmlformats.org/officeDocument/2006/relationships" id="313" r:id="R62d4f06b3de04009"/>
    <p:sldId xmlns:r="http://schemas.openxmlformats.org/officeDocument/2006/relationships" id="314" r:id="R88085453d3ff4f95"/>
    <p:sldId xmlns:r="http://schemas.openxmlformats.org/officeDocument/2006/relationships" id="315" r:id="R496b1cd588774e28"/>
    <p:sldId xmlns:r="http://schemas.openxmlformats.org/officeDocument/2006/relationships" id="316" r:id="R5b4697d6c64b47d1"/>
    <p:sldId xmlns:r="http://schemas.openxmlformats.org/officeDocument/2006/relationships" id="317" r:id="R9a217d577d544197"/>
    <p:sldId xmlns:r="http://schemas.openxmlformats.org/officeDocument/2006/relationships" id="318" r:id="R106e02b38bb74b84"/>
    <p:sldId xmlns:r="http://schemas.openxmlformats.org/officeDocument/2006/relationships" id="319" r:id="R9f1295060ed54b90"/>
    <p:sldId xmlns:r="http://schemas.openxmlformats.org/officeDocument/2006/relationships" id="320" r:id="R84194efa097340f7"/>
    <p:sldId xmlns:r="http://schemas.openxmlformats.org/officeDocument/2006/relationships" id="321" r:id="Ra8acb5406d3647e3"/>
    <p:sldId xmlns:r="http://schemas.openxmlformats.org/officeDocument/2006/relationships" id="322" r:id="R24344fd495af4fae"/>
    <p:sldId xmlns:r="http://schemas.openxmlformats.org/officeDocument/2006/relationships" id="323" r:id="R5d730218556f42d7"/>
    <p:sldId xmlns:r="http://schemas.openxmlformats.org/officeDocument/2006/relationships" id="324" r:id="Raff4b71e7ee340ec"/>
    <p:sldId xmlns:r="http://schemas.openxmlformats.org/officeDocument/2006/relationships" id="325" r:id="Re39098f532c04354"/>
    <p:sldId xmlns:r="http://schemas.openxmlformats.org/officeDocument/2006/relationships" id="326" r:id="Rbb911fc9cbd8433c"/>
    <p:sldId xmlns:r="http://schemas.openxmlformats.org/officeDocument/2006/relationships" id="327" r:id="R318ac20318824a10"/>
    <p:sldId xmlns:r="http://schemas.openxmlformats.org/officeDocument/2006/relationships" id="328" r:id="Reacb7fff4d0243f5"/>
    <p:sldId xmlns:r="http://schemas.openxmlformats.org/officeDocument/2006/relationships" id="329" r:id="R1688167407bc46a4"/>
    <p:sldId xmlns:r="http://schemas.openxmlformats.org/officeDocument/2006/relationships" id="330" r:id="Rda46586ee3db49ad"/>
    <p:sldId xmlns:r="http://schemas.openxmlformats.org/officeDocument/2006/relationships" id="331" r:id="R680a63c2ae1e46d7"/>
    <p:sldId xmlns:r="http://schemas.openxmlformats.org/officeDocument/2006/relationships" id="332" r:id="R4924a0c4af664ed4"/>
    <p:sldId xmlns:r="http://schemas.openxmlformats.org/officeDocument/2006/relationships" id="333" r:id="R49da562224b047ac"/>
    <p:sldId xmlns:r="http://schemas.openxmlformats.org/officeDocument/2006/relationships" id="334" r:id="R4934d73bdfe744ed"/>
    <p:sldId xmlns:r="http://schemas.openxmlformats.org/officeDocument/2006/relationships" id="335" r:id="R84d0891fda8141d2"/>
    <p:sldId xmlns:r="http://schemas.openxmlformats.org/officeDocument/2006/relationships" id="336" r:id="Rcab51ef8a25e4588"/>
    <p:sldId xmlns:r="http://schemas.openxmlformats.org/officeDocument/2006/relationships" id="337" r:id="Re7c90e2542c44c9d"/>
    <p:sldId xmlns:r="http://schemas.openxmlformats.org/officeDocument/2006/relationships" id="338" r:id="R7a7a74a7d6b34580"/>
    <p:sldId xmlns:r="http://schemas.openxmlformats.org/officeDocument/2006/relationships" id="339" r:id="R24eee6d78fb749c8"/>
    <p:sldId xmlns:r="http://schemas.openxmlformats.org/officeDocument/2006/relationships" id="340" r:id="Refc2caa4887b4131"/>
    <p:sldId xmlns:r="http://schemas.openxmlformats.org/officeDocument/2006/relationships" id="341" r:id="Rb658ed7e19df4c9d"/>
    <p:sldId xmlns:r="http://schemas.openxmlformats.org/officeDocument/2006/relationships" id="342" r:id="R934f9aca86124bb2"/>
    <p:sldId xmlns:r="http://schemas.openxmlformats.org/officeDocument/2006/relationships" id="343" r:id="R72de970e0cdc415e"/>
    <p:sldId xmlns:r="http://schemas.openxmlformats.org/officeDocument/2006/relationships" id="344" r:id="R943f047a0a5348ed"/>
    <p:sldId xmlns:r="http://schemas.openxmlformats.org/officeDocument/2006/relationships" id="345" r:id="Redfbdb80ddf14fdf"/>
    <p:sldId xmlns:r="http://schemas.openxmlformats.org/officeDocument/2006/relationships" id="346" r:id="R4a960c911d694f18"/>
    <p:sldId xmlns:r="http://schemas.openxmlformats.org/officeDocument/2006/relationships" id="347" r:id="R687469e991ec4f0e"/>
    <p:sldId xmlns:r="http://schemas.openxmlformats.org/officeDocument/2006/relationships" id="348" r:id="R4689c40e253b4de2"/>
    <p:sldId xmlns:r="http://schemas.openxmlformats.org/officeDocument/2006/relationships" id="349" r:id="R8036f53b25ad4eb8"/>
    <p:sldId xmlns:r="http://schemas.openxmlformats.org/officeDocument/2006/relationships" id="350" r:id="R05e824bd06b240ad"/>
    <p:sldId xmlns:r="http://schemas.openxmlformats.org/officeDocument/2006/relationships" id="351" r:id="R20f26378251b47dd"/>
    <p:sldId xmlns:r="http://schemas.openxmlformats.org/officeDocument/2006/relationships" id="352" r:id="Rc53cc0e3e2a948c6"/>
    <p:sldId xmlns:r="http://schemas.openxmlformats.org/officeDocument/2006/relationships" id="353" r:id="R3af94189310e47d0"/>
    <p:sldId xmlns:r="http://schemas.openxmlformats.org/officeDocument/2006/relationships" id="354" r:id="Rc8794539a9114b1c"/>
    <p:sldId xmlns:r="http://schemas.openxmlformats.org/officeDocument/2006/relationships" id="355" r:id="Re792a595b4c04a4d"/>
    <p:sldId xmlns:r="http://schemas.openxmlformats.org/officeDocument/2006/relationships" id="356" r:id="R8260a037f2ac4579"/>
    <p:sldId xmlns:r="http://schemas.openxmlformats.org/officeDocument/2006/relationships" id="357" r:id="R28bae2e47c334595"/>
    <p:sldId xmlns:r="http://schemas.openxmlformats.org/officeDocument/2006/relationships" id="358" r:id="R0b2d1cf5827941ef"/>
    <p:sldId xmlns:r="http://schemas.openxmlformats.org/officeDocument/2006/relationships" id="359" r:id="Rea76208f66d4420a"/>
    <p:sldId xmlns:r="http://schemas.openxmlformats.org/officeDocument/2006/relationships" id="360" r:id="Rfec31ad32f584ca5"/>
    <p:sldId xmlns:r="http://schemas.openxmlformats.org/officeDocument/2006/relationships" id="361" r:id="Rf2d524b8cdc34a0f"/>
    <p:sldId xmlns:r="http://schemas.openxmlformats.org/officeDocument/2006/relationships" id="362" r:id="Rfe675f68baca4c7e"/>
    <p:sldId xmlns:r="http://schemas.openxmlformats.org/officeDocument/2006/relationships" id="363" r:id="Ra595561096a843b6"/>
    <p:sldId xmlns:r="http://schemas.openxmlformats.org/officeDocument/2006/relationships" id="364" r:id="Rb42a4d706df5426b"/>
    <p:sldId xmlns:r="http://schemas.openxmlformats.org/officeDocument/2006/relationships" id="365" r:id="R64fce4dbd5164dc3"/>
    <p:sldId xmlns:r="http://schemas.openxmlformats.org/officeDocument/2006/relationships" id="366" r:id="Rad34a83a487d4dc6"/>
    <p:sldId xmlns:r="http://schemas.openxmlformats.org/officeDocument/2006/relationships" id="367" r:id="R6e684dbb953e4ef7"/>
    <p:sldId xmlns:r="http://schemas.openxmlformats.org/officeDocument/2006/relationships" id="368" r:id="Redefd36ae1ab4d2a"/>
    <p:sldId xmlns:r="http://schemas.openxmlformats.org/officeDocument/2006/relationships" id="369" r:id="R15272140c8794dc4"/>
    <p:sldId xmlns:r="http://schemas.openxmlformats.org/officeDocument/2006/relationships" id="370" r:id="R493c8fbd46bb4efe"/>
    <p:sldId xmlns:r="http://schemas.openxmlformats.org/officeDocument/2006/relationships" id="371" r:id="R309771cd13a640f5"/>
    <p:sldId xmlns:r="http://schemas.openxmlformats.org/officeDocument/2006/relationships" id="372" r:id="R1dd8358ca7f343c4"/>
    <p:sldId xmlns:r="http://schemas.openxmlformats.org/officeDocument/2006/relationships" id="373" r:id="R96a4b154884b4e16"/>
    <p:sldId xmlns:r="http://schemas.openxmlformats.org/officeDocument/2006/relationships" id="374" r:id="R30e18e34c8ee4585"/>
    <p:sldId xmlns:r="http://schemas.openxmlformats.org/officeDocument/2006/relationships" id="375" r:id="R89555883393345a6"/>
    <p:sldId xmlns:r="http://schemas.openxmlformats.org/officeDocument/2006/relationships" id="376" r:id="R7cebfa3da99d4419"/>
    <p:sldId xmlns:r="http://schemas.openxmlformats.org/officeDocument/2006/relationships" id="377" r:id="R428593d013de4b86"/>
    <p:sldId xmlns:r="http://schemas.openxmlformats.org/officeDocument/2006/relationships" id="378" r:id="Rb8135be623314ca9"/>
    <p:sldId xmlns:r="http://schemas.openxmlformats.org/officeDocument/2006/relationships" id="379" r:id="R7154e48eb8624df3"/>
    <p:sldId xmlns:r="http://schemas.openxmlformats.org/officeDocument/2006/relationships" id="380" r:id="R4797bc9ba87c4bcb"/>
    <p:sldId xmlns:r="http://schemas.openxmlformats.org/officeDocument/2006/relationships" id="381" r:id="R073b24ae98b44ba8"/>
    <p:sldId xmlns:r="http://schemas.openxmlformats.org/officeDocument/2006/relationships" id="382" r:id="Rbdd184ac73f944b4"/>
    <p:sldId xmlns:r="http://schemas.openxmlformats.org/officeDocument/2006/relationships" id="383" r:id="R18bc3390761041c7"/>
    <p:sldId xmlns:r="http://schemas.openxmlformats.org/officeDocument/2006/relationships" id="384" r:id="R7a1edb0ba6674158"/>
    <p:sldId xmlns:r="http://schemas.openxmlformats.org/officeDocument/2006/relationships" id="385" r:id="R6969f34d163b4303"/>
    <p:sldId xmlns:r="http://schemas.openxmlformats.org/officeDocument/2006/relationships" id="386" r:id="Rabaad0ed828a4069"/>
    <p:sldId xmlns:r="http://schemas.openxmlformats.org/officeDocument/2006/relationships" id="387" r:id="Rc73ef01b35ff45d7"/>
    <p:sldId xmlns:r="http://schemas.openxmlformats.org/officeDocument/2006/relationships" id="388" r:id="Rf612ea0b614440b6"/>
    <p:sldId xmlns:r="http://schemas.openxmlformats.org/officeDocument/2006/relationships" id="389" r:id="R8588faaab2bc4adf"/>
    <p:sldId xmlns:r="http://schemas.openxmlformats.org/officeDocument/2006/relationships" id="390" r:id="R2f5358b3495043a6"/>
    <p:sldId xmlns:r="http://schemas.openxmlformats.org/officeDocument/2006/relationships" id="391" r:id="R36480374c1a241e8"/>
    <p:sldId xmlns:r="http://schemas.openxmlformats.org/officeDocument/2006/relationships" id="392" r:id="R2dacfa69f8af4c90"/>
    <p:sldId xmlns:r="http://schemas.openxmlformats.org/officeDocument/2006/relationships" id="393" r:id="R3062df6e266f42e0"/>
    <p:sldId xmlns:r="http://schemas.openxmlformats.org/officeDocument/2006/relationships" id="394" r:id="R6b93f810f5c546e6"/>
    <p:sldId xmlns:r="http://schemas.openxmlformats.org/officeDocument/2006/relationships" id="395" r:id="R5f4ec7de96f34775"/>
    <p:sldId xmlns:r="http://schemas.openxmlformats.org/officeDocument/2006/relationships" id="396" r:id="Ra18752759cd643e0"/>
    <p:sldId xmlns:r="http://schemas.openxmlformats.org/officeDocument/2006/relationships" id="397" r:id="R22e012d093d84f91"/>
    <p:sldId xmlns:r="http://schemas.openxmlformats.org/officeDocument/2006/relationships" id="398" r:id="Rec586f4e2ff949ee"/>
    <p:sldId xmlns:r="http://schemas.openxmlformats.org/officeDocument/2006/relationships" id="399" r:id="Rc914f95a4bf24a6d"/>
    <p:sldId xmlns:r="http://schemas.openxmlformats.org/officeDocument/2006/relationships" id="400" r:id="R64ebf8ba59cc494d"/>
    <p:sldId xmlns:r="http://schemas.openxmlformats.org/officeDocument/2006/relationships" id="401" r:id="R1365deae75884cd6"/>
    <p:sldId xmlns:r="http://schemas.openxmlformats.org/officeDocument/2006/relationships" id="402" r:id="R5d2f562219124749"/>
    <p:sldId xmlns:r="http://schemas.openxmlformats.org/officeDocument/2006/relationships" id="403" r:id="Rcb73f8e648f2459d"/>
    <p:sldId xmlns:r="http://schemas.openxmlformats.org/officeDocument/2006/relationships" id="404" r:id="R7b353b190cb34334"/>
    <p:sldId xmlns:r="http://schemas.openxmlformats.org/officeDocument/2006/relationships" id="405" r:id="Rf912c80c31c54036"/>
    <p:sldId xmlns:r="http://schemas.openxmlformats.org/officeDocument/2006/relationships" id="406" r:id="Rdc0950d50dc94d15"/>
    <p:sldId xmlns:r="http://schemas.openxmlformats.org/officeDocument/2006/relationships" id="407" r:id="Re9a000ef890a41e7"/>
    <p:sldId xmlns:r="http://schemas.openxmlformats.org/officeDocument/2006/relationships" id="408" r:id="R30b76d3d4bf34104"/>
    <p:sldId xmlns:r="http://schemas.openxmlformats.org/officeDocument/2006/relationships" id="409" r:id="R772d328389af4be2"/>
    <p:sldId xmlns:r="http://schemas.openxmlformats.org/officeDocument/2006/relationships" id="410" r:id="R8c22b9d3cfd04daa"/>
    <p:sldId xmlns:r="http://schemas.openxmlformats.org/officeDocument/2006/relationships" id="411" r:id="Rbeae743911304575"/>
    <p:sldId xmlns:r="http://schemas.openxmlformats.org/officeDocument/2006/relationships" id="412" r:id="R369de92becc849cf"/>
    <p:sldId xmlns:r="http://schemas.openxmlformats.org/officeDocument/2006/relationships" id="413" r:id="Rd345a24c0948474f"/>
    <p:sldId xmlns:r="http://schemas.openxmlformats.org/officeDocument/2006/relationships" id="414" r:id="R7ad5efde5e284088"/>
    <p:sldId xmlns:r="http://schemas.openxmlformats.org/officeDocument/2006/relationships" id="415" r:id="R66414d054fe04a39"/>
    <p:sldId xmlns:r="http://schemas.openxmlformats.org/officeDocument/2006/relationships" id="416" r:id="Rf6e31255b52e478b"/>
    <p:sldId xmlns:r="http://schemas.openxmlformats.org/officeDocument/2006/relationships" id="417" r:id="Rfd722816a7b5454e"/>
    <p:sldId xmlns:r="http://schemas.openxmlformats.org/officeDocument/2006/relationships" id="418" r:id="Rb704adc948404547"/>
    <p:sldId xmlns:r="http://schemas.openxmlformats.org/officeDocument/2006/relationships" id="419" r:id="R0b59eb6c09cf4c74"/>
    <p:sldId xmlns:r="http://schemas.openxmlformats.org/officeDocument/2006/relationships" id="420" r:id="Rbbc7caab457141a7"/>
    <p:sldId xmlns:r="http://schemas.openxmlformats.org/officeDocument/2006/relationships" id="421" r:id="R7c730b3195ca4955"/>
    <p:sldId xmlns:r="http://schemas.openxmlformats.org/officeDocument/2006/relationships" id="422" r:id="R9d9d770e1ebe4cdf"/>
    <p:sldId xmlns:r="http://schemas.openxmlformats.org/officeDocument/2006/relationships" id="423" r:id="R4ca7cd7ffd774d30"/>
    <p:sldId xmlns:r="http://schemas.openxmlformats.org/officeDocument/2006/relationships" id="424" r:id="R64e7b24552ff45bc"/>
    <p:sldId xmlns:r="http://schemas.openxmlformats.org/officeDocument/2006/relationships" id="425" r:id="R054618b96bef45ec"/>
    <p:sldId xmlns:r="http://schemas.openxmlformats.org/officeDocument/2006/relationships" id="426" r:id="R7e3c01a7f3384d26"/>
    <p:sldId xmlns:r="http://schemas.openxmlformats.org/officeDocument/2006/relationships" id="427" r:id="R304503fd53394718"/>
    <p:sldId xmlns:r="http://schemas.openxmlformats.org/officeDocument/2006/relationships" id="428" r:id="R29d77a743ed74470"/>
    <p:sldId xmlns:r="http://schemas.openxmlformats.org/officeDocument/2006/relationships" id="429" r:id="R1c29c1840e6b4f87"/>
    <p:sldId xmlns:r="http://schemas.openxmlformats.org/officeDocument/2006/relationships" id="430" r:id="R042a893a25884725"/>
    <p:sldId xmlns:r="http://schemas.openxmlformats.org/officeDocument/2006/relationships" id="431" r:id="R66dd7ca2dfe14b43"/>
    <p:sldId xmlns:r="http://schemas.openxmlformats.org/officeDocument/2006/relationships" id="432" r:id="Re92bd95f71f641c8"/>
    <p:sldId xmlns:r="http://schemas.openxmlformats.org/officeDocument/2006/relationships" id="433" r:id="R52a1e86529a446dd"/>
    <p:sldId xmlns:r="http://schemas.openxmlformats.org/officeDocument/2006/relationships" id="434" r:id="R59a7da7e38224436"/>
    <p:sldId xmlns:r="http://schemas.openxmlformats.org/officeDocument/2006/relationships" id="435" r:id="Rbe51684634ea4ec9"/>
    <p:sldId xmlns:r="http://schemas.openxmlformats.org/officeDocument/2006/relationships" id="436" r:id="R04023df3e8ce4a03"/>
    <p:sldId xmlns:r="http://schemas.openxmlformats.org/officeDocument/2006/relationships" id="437" r:id="R73272b9e7908428d"/>
    <p:sldId xmlns:r="http://schemas.openxmlformats.org/officeDocument/2006/relationships" id="438" r:id="R67ba88ba59f84a58"/>
    <p:sldId xmlns:r="http://schemas.openxmlformats.org/officeDocument/2006/relationships" id="439" r:id="Rd64d89d4325a43ff"/>
    <p:sldId xmlns:r="http://schemas.openxmlformats.org/officeDocument/2006/relationships" id="440" r:id="Ra6c984c2271f43ff"/>
    <p:sldId xmlns:r="http://schemas.openxmlformats.org/officeDocument/2006/relationships" id="441" r:id="Rdd8efaf5528f4254"/>
    <p:sldId xmlns:r="http://schemas.openxmlformats.org/officeDocument/2006/relationships" id="442" r:id="R0e3977cc9c2f45f9"/>
    <p:sldId xmlns:r="http://schemas.openxmlformats.org/officeDocument/2006/relationships" id="443" r:id="R29c5edef54784bca"/>
    <p:sldId xmlns:r="http://schemas.openxmlformats.org/officeDocument/2006/relationships" id="444" r:id="Rce7acb08a79044ac"/>
    <p:sldId xmlns:r="http://schemas.openxmlformats.org/officeDocument/2006/relationships" id="445" r:id="R4e10910b92bf4c6b"/>
    <p:sldId xmlns:r="http://schemas.openxmlformats.org/officeDocument/2006/relationships" id="446" r:id="R1cf7bc6ad82a4bd7"/>
    <p:sldId xmlns:r="http://schemas.openxmlformats.org/officeDocument/2006/relationships" id="447" r:id="Rd9ce9f6f23ec4534"/>
    <p:sldId xmlns:r="http://schemas.openxmlformats.org/officeDocument/2006/relationships" id="448" r:id="Ra39704a533fb4d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ec6fef1794341" /><Relationship Type="http://schemas.openxmlformats.org/officeDocument/2006/relationships/slideMaster" Target="/ppt/slideMasters/slideMaster1.xml" Id="Rc6d0e266346b48ca" /><Relationship Type="http://schemas.openxmlformats.org/officeDocument/2006/relationships/notesMaster" Target="/ppt/notesMasters/notesMaster1.xml" Id="R358281ada5174240" /><Relationship Type="http://schemas.openxmlformats.org/officeDocument/2006/relationships/presProps" Target="/ppt/presProps.xml" Id="R227557ee9fbe4c8b" /><Relationship Type="http://schemas.openxmlformats.org/officeDocument/2006/relationships/tableStyles" Target="/ppt/tableStyles.xml" Id="R01e4b7cd6b714ae0" /><Relationship Type="http://schemas.openxmlformats.org/officeDocument/2006/relationships/slide" Target="/ppt/slides/slide1.xml" Id="R0f54be9f33614780" /><Relationship Type="http://schemas.openxmlformats.org/officeDocument/2006/relationships/slide" Target="/ppt/slides/slide2.xml" Id="R69fd3652245d4e78" /><Relationship Type="http://schemas.openxmlformats.org/officeDocument/2006/relationships/slide" Target="/ppt/slides/slide3.xml" Id="R4dce7d9e490946de" /><Relationship Type="http://schemas.openxmlformats.org/officeDocument/2006/relationships/slide" Target="/ppt/slides/slide4.xml" Id="R50749af672334993" /><Relationship Type="http://schemas.openxmlformats.org/officeDocument/2006/relationships/slide" Target="/ppt/slides/slide5.xml" Id="Rb101273fc23c44a6" /><Relationship Type="http://schemas.openxmlformats.org/officeDocument/2006/relationships/slide" Target="/ppt/slides/slide6.xml" Id="Rcaf582d474964755" /><Relationship Type="http://schemas.openxmlformats.org/officeDocument/2006/relationships/slide" Target="/ppt/slides/slide7.xml" Id="R03ca3a0f76c445e2" /><Relationship Type="http://schemas.openxmlformats.org/officeDocument/2006/relationships/slide" Target="/ppt/slides/slide8.xml" Id="Rda79df9c49534e45" /><Relationship Type="http://schemas.openxmlformats.org/officeDocument/2006/relationships/slide" Target="/ppt/slides/slide9.xml" Id="R036942a952f64e0a" /><Relationship Type="http://schemas.openxmlformats.org/officeDocument/2006/relationships/slide" Target="/ppt/slides/slide10.xml" Id="R3d550d06c35048e1" /><Relationship Type="http://schemas.openxmlformats.org/officeDocument/2006/relationships/slide" Target="/ppt/slides/slide11.xml" Id="Rcd3edafe2c7e4c60" /><Relationship Type="http://schemas.openxmlformats.org/officeDocument/2006/relationships/slide" Target="/ppt/slides/slide12.xml" Id="R7e47357fc5764b73" /><Relationship Type="http://schemas.openxmlformats.org/officeDocument/2006/relationships/slide" Target="/ppt/slides/slide13.xml" Id="Rae369ce4fdec4e54" /><Relationship Type="http://schemas.openxmlformats.org/officeDocument/2006/relationships/slide" Target="/ppt/slides/slide14.xml" Id="Rcf54ffdc30a2406d" /><Relationship Type="http://schemas.openxmlformats.org/officeDocument/2006/relationships/slide" Target="/ppt/slides/slide15.xml" Id="R3ba3fc7dc2ea485d" /><Relationship Type="http://schemas.openxmlformats.org/officeDocument/2006/relationships/slide" Target="/ppt/slides/slide16.xml" Id="R417f533a04694ba1" /><Relationship Type="http://schemas.openxmlformats.org/officeDocument/2006/relationships/slide" Target="/ppt/slides/slide17.xml" Id="R54d9ce6eecbc41ee" /><Relationship Type="http://schemas.openxmlformats.org/officeDocument/2006/relationships/slide" Target="/ppt/slides/slide18.xml" Id="R1fcc2e2d82c7498f" /><Relationship Type="http://schemas.openxmlformats.org/officeDocument/2006/relationships/slide" Target="/ppt/slides/slide19.xml" Id="Ra99062b5e0364f2c" /><Relationship Type="http://schemas.openxmlformats.org/officeDocument/2006/relationships/slide" Target="/ppt/slides/slide20.xml" Id="R4637648f942a4e8c" /><Relationship Type="http://schemas.openxmlformats.org/officeDocument/2006/relationships/slide" Target="/ppt/slides/slide21.xml" Id="R32596f2b6a304f1d" /><Relationship Type="http://schemas.openxmlformats.org/officeDocument/2006/relationships/slide" Target="/ppt/slides/slide22.xml" Id="R513cd2aa2df84de8" /><Relationship Type="http://schemas.openxmlformats.org/officeDocument/2006/relationships/slide" Target="/ppt/slides/slide23.xml" Id="R9a2ce621995541d8" /><Relationship Type="http://schemas.openxmlformats.org/officeDocument/2006/relationships/slide" Target="/ppt/slides/slide24.xml" Id="Rb903fe8717404927" /><Relationship Type="http://schemas.openxmlformats.org/officeDocument/2006/relationships/slide" Target="/ppt/slides/slide25.xml" Id="Rcc6a6e307cf3401a" /><Relationship Type="http://schemas.openxmlformats.org/officeDocument/2006/relationships/slide" Target="/ppt/slides/slide26.xml" Id="R6b702a371b194a37" /><Relationship Type="http://schemas.openxmlformats.org/officeDocument/2006/relationships/slide" Target="/ppt/slides/slide27.xml" Id="R8523697190a14e5a" /><Relationship Type="http://schemas.openxmlformats.org/officeDocument/2006/relationships/slide" Target="/ppt/slides/slide28.xml" Id="R2a24f15df1754043" /><Relationship Type="http://schemas.openxmlformats.org/officeDocument/2006/relationships/slide" Target="/ppt/slides/slide29.xml" Id="R4de12adab75741ed" /><Relationship Type="http://schemas.openxmlformats.org/officeDocument/2006/relationships/slide" Target="/ppt/slides/slide30.xml" Id="Rb12d09d3ae8f40f4" /><Relationship Type="http://schemas.openxmlformats.org/officeDocument/2006/relationships/slide" Target="/ppt/slides/slide31.xml" Id="Ra62e54e4ad8747d2" /><Relationship Type="http://schemas.openxmlformats.org/officeDocument/2006/relationships/slide" Target="/ppt/slides/slide32.xml" Id="R79beb5410e7b4d03" /><Relationship Type="http://schemas.openxmlformats.org/officeDocument/2006/relationships/slide" Target="/ppt/slides/slide33.xml" Id="R5a9e68130b9149cc" /><Relationship Type="http://schemas.openxmlformats.org/officeDocument/2006/relationships/slide" Target="/ppt/slides/slide34.xml" Id="Rd70cdcc074554586" /><Relationship Type="http://schemas.openxmlformats.org/officeDocument/2006/relationships/slide" Target="/ppt/slides/slide35.xml" Id="R8e6992c05e234050" /><Relationship Type="http://schemas.openxmlformats.org/officeDocument/2006/relationships/slide" Target="/ppt/slides/slide36.xml" Id="R31655120c89a4a4d" /><Relationship Type="http://schemas.openxmlformats.org/officeDocument/2006/relationships/slide" Target="/ppt/slides/slide37.xml" Id="R2b3524f4d7524336" /><Relationship Type="http://schemas.openxmlformats.org/officeDocument/2006/relationships/slide" Target="/ppt/slides/slide38.xml" Id="R15db48b12be14307" /><Relationship Type="http://schemas.openxmlformats.org/officeDocument/2006/relationships/slide" Target="/ppt/slides/slide39.xml" Id="R690bc14867574be2" /><Relationship Type="http://schemas.openxmlformats.org/officeDocument/2006/relationships/slide" Target="/ppt/slides/slide40.xml" Id="Rddd06d55d38d4825" /><Relationship Type="http://schemas.openxmlformats.org/officeDocument/2006/relationships/slide" Target="/ppt/slides/slide41.xml" Id="R1ce5b5b461b146c7" /><Relationship Type="http://schemas.openxmlformats.org/officeDocument/2006/relationships/slide" Target="/ppt/slides/slide42.xml" Id="R0a2db8c1e9ac4c86" /><Relationship Type="http://schemas.openxmlformats.org/officeDocument/2006/relationships/slide" Target="/ppt/slides/slide43.xml" Id="Rb5f3ff5394024c33" /><Relationship Type="http://schemas.openxmlformats.org/officeDocument/2006/relationships/slide" Target="/ppt/slides/slide44.xml" Id="R9a80c207b47049be" /><Relationship Type="http://schemas.openxmlformats.org/officeDocument/2006/relationships/slide" Target="/ppt/slides/slide45.xml" Id="Rd9eed735e2f84922" /><Relationship Type="http://schemas.openxmlformats.org/officeDocument/2006/relationships/slide" Target="/ppt/slides/slide46.xml" Id="Rb48fa49e93274d28" /><Relationship Type="http://schemas.openxmlformats.org/officeDocument/2006/relationships/slide" Target="/ppt/slides/slide47.xml" Id="R9ba711578b9d4d96" /><Relationship Type="http://schemas.openxmlformats.org/officeDocument/2006/relationships/slide" Target="/ppt/slides/slide48.xml" Id="R46d57d12569742a1" /><Relationship Type="http://schemas.openxmlformats.org/officeDocument/2006/relationships/slide" Target="/ppt/slides/slide49.xml" Id="Rebb072e03fce4558" /><Relationship Type="http://schemas.openxmlformats.org/officeDocument/2006/relationships/slide" Target="/ppt/slides/slide50.xml" Id="R9518fd179c914c00" /><Relationship Type="http://schemas.openxmlformats.org/officeDocument/2006/relationships/slide" Target="/ppt/slides/slide51.xml" Id="Rf6ba0da2acbb4cb1" /><Relationship Type="http://schemas.openxmlformats.org/officeDocument/2006/relationships/slide" Target="/ppt/slides/slide52.xml" Id="R572578ba3107455d" /><Relationship Type="http://schemas.openxmlformats.org/officeDocument/2006/relationships/slide" Target="/ppt/slides/slide53.xml" Id="R111520f709584215" /><Relationship Type="http://schemas.openxmlformats.org/officeDocument/2006/relationships/slide" Target="/ppt/slides/slide54.xml" Id="Rdcb164ea99174810" /><Relationship Type="http://schemas.openxmlformats.org/officeDocument/2006/relationships/slide" Target="/ppt/slides/slide55.xml" Id="Re0f2ec67afcc4b30" /><Relationship Type="http://schemas.openxmlformats.org/officeDocument/2006/relationships/slide" Target="/ppt/slides/slide56.xml" Id="R7b5eb6ccfeca4d7d" /><Relationship Type="http://schemas.openxmlformats.org/officeDocument/2006/relationships/slide" Target="/ppt/slides/slide57.xml" Id="R7ab75a330aa740a0" /><Relationship Type="http://schemas.openxmlformats.org/officeDocument/2006/relationships/slide" Target="/ppt/slides/slide58.xml" Id="R62d4f06b3de04009" /><Relationship Type="http://schemas.openxmlformats.org/officeDocument/2006/relationships/slide" Target="/ppt/slides/slide59.xml" Id="R88085453d3ff4f95" /><Relationship Type="http://schemas.openxmlformats.org/officeDocument/2006/relationships/slide" Target="/ppt/slides/slide60.xml" Id="R496b1cd588774e28" /><Relationship Type="http://schemas.openxmlformats.org/officeDocument/2006/relationships/slide" Target="/ppt/slides/slide61.xml" Id="R5b4697d6c64b47d1" /><Relationship Type="http://schemas.openxmlformats.org/officeDocument/2006/relationships/slide" Target="/ppt/slides/slide62.xml" Id="R9a217d577d544197" /><Relationship Type="http://schemas.openxmlformats.org/officeDocument/2006/relationships/slide" Target="/ppt/slides/slide63.xml" Id="R106e02b38bb74b84" /><Relationship Type="http://schemas.openxmlformats.org/officeDocument/2006/relationships/slide" Target="/ppt/slides/slide64.xml" Id="R9f1295060ed54b90" /><Relationship Type="http://schemas.openxmlformats.org/officeDocument/2006/relationships/slide" Target="/ppt/slides/slide65.xml" Id="R84194efa097340f7" /><Relationship Type="http://schemas.openxmlformats.org/officeDocument/2006/relationships/slide" Target="/ppt/slides/slide66.xml" Id="Ra8acb5406d3647e3" /><Relationship Type="http://schemas.openxmlformats.org/officeDocument/2006/relationships/slide" Target="/ppt/slides/slide67.xml" Id="R24344fd495af4fae" /><Relationship Type="http://schemas.openxmlformats.org/officeDocument/2006/relationships/slide" Target="/ppt/slides/slide68.xml" Id="R5d730218556f42d7" /><Relationship Type="http://schemas.openxmlformats.org/officeDocument/2006/relationships/slide" Target="/ppt/slides/slide69.xml" Id="Raff4b71e7ee340ec" /><Relationship Type="http://schemas.openxmlformats.org/officeDocument/2006/relationships/slide" Target="/ppt/slides/slide70.xml" Id="Re39098f532c04354" /><Relationship Type="http://schemas.openxmlformats.org/officeDocument/2006/relationships/slide" Target="/ppt/slides/slide71.xml" Id="Rbb911fc9cbd8433c" /><Relationship Type="http://schemas.openxmlformats.org/officeDocument/2006/relationships/slide" Target="/ppt/slides/slide72.xml" Id="R318ac20318824a10" /><Relationship Type="http://schemas.openxmlformats.org/officeDocument/2006/relationships/slide" Target="/ppt/slides/slide73.xml" Id="Reacb7fff4d0243f5" /><Relationship Type="http://schemas.openxmlformats.org/officeDocument/2006/relationships/slide" Target="/ppt/slides/slide74.xml" Id="R1688167407bc46a4" /><Relationship Type="http://schemas.openxmlformats.org/officeDocument/2006/relationships/slide" Target="/ppt/slides/slide75.xml" Id="Rda46586ee3db49ad" /><Relationship Type="http://schemas.openxmlformats.org/officeDocument/2006/relationships/slide" Target="/ppt/slides/slide76.xml" Id="R680a63c2ae1e46d7" /><Relationship Type="http://schemas.openxmlformats.org/officeDocument/2006/relationships/slide" Target="/ppt/slides/slide77.xml" Id="R4924a0c4af664ed4" /><Relationship Type="http://schemas.openxmlformats.org/officeDocument/2006/relationships/slide" Target="/ppt/slides/slide78.xml" Id="R49da562224b047ac" /><Relationship Type="http://schemas.openxmlformats.org/officeDocument/2006/relationships/slide" Target="/ppt/slides/slide79.xml" Id="R4934d73bdfe744ed" /><Relationship Type="http://schemas.openxmlformats.org/officeDocument/2006/relationships/slide" Target="/ppt/slides/slide80.xml" Id="R84d0891fda8141d2" /><Relationship Type="http://schemas.openxmlformats.org/officeDocument/2006/relationships/slide" Target="/ppt/slides/slide81.xml" Id="Rcab51ef8a25e4588" /><Relationship Type="http://schemas.openxmlformats.org/officeDocument/2006/relationships/slide" Target="/ppt/slides/slide82.xml" Id="Re7c90e2542c44c9d" /><Relationship Type="http://schemas.openxmlformats.org/officeDocument/2006/relationships/slide" Target="/ppt/slides/slide83.xml" Id="R7a7a74a7d6b34580" /><Relationship Type="http://schemas.openxmlformats.org/officeDocument/2006/relationships/slide" Target="/ppt/slides/slide84.xml" Id="R24eee6d78fb749c8" /><Relationship Type="http://schemas.openxmlformats.org/officeDocument/2006/relationships/slide" Target="/ppt/slides/slide85.xml" Id="Refc2caa4887b4131" /><Relationship Type="http://schemas.openxmlformats.org/officeDocument/2006/relationships/slide" Target="/ppt/slides/slide86.xml" Id="Rb658ed7e19df4c9d" /><Relationship Type="http://schemas.openxmlformats.org/officeDocument/2006/relationships/slide" Target="/ppt/slides/slide87.xml" Id="R934f9aca86124bb2" /><Relationship Type="http://schemas.openxmlformats.org/officeDocument/2006/relationships/slide" Target="/ppt/slides/slide88.xml" Id="R72de970e0cdc415e" /><Relationship Type="http://schemas.openxmlformats.org/officeDocument/2006/relationships/slide" Target="/ppt/slides/slide89.xml" Id="R943f047a0a5348ed" /><Relationship Type="http://schemas.openxmlformats.org/officeDocument/2006/relationships/slide" Target="/ppt/slides/slide90.xml" Id="Redfbdb80ddf14fdf" /><Relationship Type="http://schemas.openxmlformats.org/officeDocument/2006/relationships/slide" Target="/ppt/slides/slide91.xml" Id="R4a960c911d694f18" /><Relationship Type="http://schemas.openxmlformats.org/officeDocument/2006/relationships/slide" Target="/ppt/slides/slide92.xml" Id="R687469e991ec4f0e" /><Relationship Type="http://schemas.openxmlformats.org/officeDocument/2006/relationships/slide" Target="/ppt/slides/slide93.xml" Id="R4689c40e253b4de2" /><Relationship Type="http://schemas.openxmlformats.org/officeDocument/2006/relationships/slide" Target="/ppt/slides/slide94.xml" Id="R8036f53b25ad4eb8" /><Relationship Type="http://schemas.openxmlformats.org/officeDocument/2006/relationships/slide" Target="/ppt/slides/slide95.xml" Id="R05e824bd06b240ad" /><Relationship Type="http://schemas.openxmlformats.org/officeDocument/2006/relationships/slide" Target="/ppt/slides/slide96.xml" Id="R20f26378251b47dd" /><Relationship Type="http://schemas.openxmlformats.org/officeDocument/2006/relationships/slide" Target="/ppt/slides/slide97.xml" Id="Rc53cc0e3e2a948c6" /><Relationship Type="http://schemas.openxmlformats.org/officeDocument/2006/relationships/slide" Target="/ppt/slides/slide98.xml" Id="R3af94189310e47d0" /><Relationship Type="http://schemas.openxmlformats.org/officeDocument/2006/relationships/slide" Target="/ppt/slides/slide99.xml" Id="Rc8794539a9114b1c" /><Relationship Type="http://schemas.openxmlformats.org/officeDocument/2006/relationships/slide" Target="/ppt/slides/slide100.xml" Id="Re792a595b4c04a4d" /><Relationship Type="http://schemas.openxmlformats.org/officeDocument/2006/relationships/slide" Target="/ppt/slides/slide101.xml" Id="R8260a037f2ac4579" /><Relationship Type="http://schemas.openxmlformats.org/officeDocument/2006/relationships/slide" Target="/ppt/slides/slide102.xml" Id="R28bae2e47c334595" /><Relationship Type="http://schemas.openxmlformats.org/officeDocument/2006/relationships/slide" Target="/ppt/slides/slide103.xml" Id="R0b2d1cf5827941ef" /><Relationship Type="http://schemas.openxmlformats.org/officeDocument/2006/relationships/slide" Target="/ppt/slides/slide104.xml" Id="Rea76208f66d4420a" /><Relationship Type="http://schemas.openxmlformats.org/officeDocument/2006/relationships/slide" Target="/ppt/slides/slide105.xml" Id="Rfec31ad32f584ca5" /><Relationship Type="http://schemas.openxmlformats.org/officeDocument/2006/relationships/slide" Target="/ppt/slides/slide106.xml" Id="Rf2d524b8cdc34a0f" /><Relationship Type="http://schemas.openxmlformats.org/officeDocument/2006/relationships/slide" Target="/ppt/slides/slide107.xml" Id="Rfe675f68baca4c7e" /><Relationship Type="http://schemas.openxmlformats.org/officeDocument/2006/relationships/slide" Target="/ppt/slides/slide108.xml" Id="Ra595561096a843b6" /><Relationship Type="http://schemas.openxmlformats.org/officeDocument/2006/relationships/slide" Target="/ppt/slides/slide109.xml" Id="Rb42a4d706df5426b" /><Relationship Type="http://schemas.openxmlformats.org/officeDocument/2006/relationships/slide" Target="/ppt/slides/slide110.xml" Id="R64fce4dbd5164dc3" /><Relationship Type="http://schemas.openxmlformats.org/officeDocument/2006/relationships/slide" Target="/ppt/slides/slide111.xml" Id="Rad34a83a487d4dc6" /><Relationship Type="http://schemas.openxmlformats.org/officeDocument/2006/relationships/slide" Target="/ppt/slides/slide112.xml" Id="R6e684dbb953e4ef7" /><Relationship Type="http://schemas.openxmlformats.org/officeDocument/2006/relationships/slide" Target="/ppt/slides/slide113.xml" Id="Redefd36ae1ab4d2a" /><Relationship Type="http://schemas.openxmlformats.org/officeDocument/2006/relationships/slide" Target="/ppt/slides/slide114.xml" Id="R15272140c8794dc4" /><Relationship Type="http://schemas.openxmlformats.org/officeDocument/2006/relationships/slide" Target="/ppt/slides/slide115.xml" Id="R493c8fbd46bb4efe" /><Relationship Type="http://schemas.openxmlformats.org/officeDocument/2006/relationships/slide" Target="/ppt/slides/slide116.xml" Id="R309771cd13a640f5" /><Relationship Type="http://schemas.openxmlformats.org/officeDocument/2006/relationships/slide" Target="/ppt/slides/slide117.xml" Id="R1dd8358ca7f343c4" /><Relationship Type="http://schemas.openxmlformats.org/officeDocument/2006/relationships/slide" Target="/ppt/slides/slide118.xml" Id="R96a4b154884b4e16" /><Relationship Type="http://schemas.openxmlformats.org/officeDocument/2006/relationships/slide" Target="/ppt/slides/slide119.xml" Id="R30e18e34c8ee4585" /><Relationship Type="http://schemas.openxmlformats.org/officeDocument/2006/relationships/slide" Target="/ppt/slides/slide120.xml" Id="R89555883393345a6" /><Relationship Type="http://schemas.openxmlformats.org/officeDocument/2006/relationships/slide" Target="/ppt/slides/slide121.xml" Id="R7cebfa3da99d4419" /><Relationship Type="http://schemas.openxmlformats.org/officeDocument/2006/relationships/slide" Target="/ppt/slides/slide122.xml" Id="R428593d013de4b86" /><Relationship Type="http://schemas.openxmlformats.org/officeDocument/2006/relationships/slide" Target="/ppt/slides/slide123.xml" Id="Rb8135be623314ca9" /><Relationship Type="http://schemas.openxmlformats.org/officeDocument/2006/relationships/slide" Target="/ppt/slides/slide124.xml" Id="R7154e48eb8624df3" /><Relationship Type="http://schemas.openxmlformats.org/officeDocument/2006/relationships/slide" Target="/ppt/slides/slide125.xml" Id="R4797bc9ba87c4bcb" /><Relationship Type="http://schemas.openxmlformats.org/officeDocument/2006/relationships/slide" Target="/ppt/slides/slide126.xml" Id="R073b24ae98b44ba8" /><Relationship Type="http://schemas.openxmlformats.org/officeDocument/2006/relationships/slide" Target="/ppt/slides/slide127.xml" Id="Rbdd184ac73f944b4" /><Relationship Type="http://schemas.openxmlformats.org/officeDocument/2006/relationships/slide" Target="/ppt/slides/slide128.xml" Id="R18bc3390761041c7" /><Relationship Type="http://schemas.openxmlformats.org/officeDocument/2006/relationships/slide" Target="/ppt/slides/slide129.xml" Id="R7a1edb0ba6674158" /><Relationship Type="http://schemas.openxmlformats.org/officeDocument/2006/relationships/slide" Target="/ppt/slides/slide130.xml" Id="R6969f34d163b4303" /><Relationship Type="http://schemas.openxmlformats.org/officeDocument/2006/relationships/slide" Target="/ppt/slides/slide131.xml" Id="Rabaad0ed828a4069" /><Relationship Type="http://schemas.openxmlformats.org/officeDocument/2006/relationships/slide" Target="/ppt/slides/slide132.xml" Id="Rc73ef01b35ff45d7" /><Relationship Type="http://schemas.openxmlformats.org/officeDocument/2006/relationships/slide" Target="/ppt/slides/slide133.xml" Id="Rf612ea0b614440b6" /><Relationship Type="http://schemas.openxmlformats.org/officeDocument/2006/relationships/slide" Target="/ppt/slides/slide134.xml" Id="R8588faaab2bc4adf" /><Relationship Type="http://schemas.openxmlformats.org/officeDocument/2006/relationships/slide" Target="/ppt/slides/slide135.xml" Id="R2f5358b3495043a6" /><Relationship Type="http://schemas.openxmlformats.org/officeDocument/2006/relationships/slide" Target="/ppt/slides/slide136.xml" Id="R36480374c1a241e8" /><Relationship Type="http://schemas.openxmlformats.org/officeDocument/2006/relationships/slide" Target="/ppt/slides/slide137.xml" Id="R2dacfa69f8af4c90" /><Relationship Type="http://schemas.openxmlformats.org/officeDocument/2006/relationships/slide" Target="/ppt/slides/slide138.xml" Id="R3062df6e266f42e0" /><Relationship Type="http://schemas.openxmlformats.org/officeDocument/2006/relationships/slide" Target="/ppt/slides/slide139.xml" Id="R6b93f810f5c546e6" /><Relationship Type="http://schemas.openxmlformats.org/officeDocument/2006/relationships/slide" Target="/ppt/slides/slide140.xml" Id="R5f4ec7de96f34775" /><Relationship Type="http://schemas.openxmlformats.org/officeDocument/2006/relationships/slide" Target="/ppt/slides/slide141.xml" Id="Ra18752759cd643e0" /><Relationship Type="http://schemas.openxmlformats.org/officeDocument/2006/relationships/slide" Target="/ppt/slides/slide142.xml" Id="R22e012d093d84f91" /><Relationship Type="http://schemas.openxmlformats.org/officeDocument/2006/relationships/slide" Target="/ppt/slides/slide143.xml" Id="Rec586f4e2ff949ee" /><Relationship Type="http://schemas.openxmlformats.org/officeDocument/2006/relationships/slide" Target="/ppt/slides/slide144.xml" Id="Rc914f95a4bf24a6d" /><Relationship Type="http://schemas.openxmlformats.org/officeDocument/2006/relationships/slide" Target="/ppt/slides/slide145.xml" Id="R64ebf8ba59cc494d" /><Relationship Type="http://schemas.openxmlformats.org/officeDocument/2006/relationships/slide" Target="/ppt/slides/slide146.xml" Id="R1365deae75884cd6" /><Relationship Type="http://schemas.openxmlformats.org/officeDocument/2006/relationships/slide" Target="/ppt/slides/slide147.xml" Id="R5d2f562219124749" /><Relationship Type="http://schemas.openxmlformats.org/officeDocument/2006/relationships/slide" Target="/ppt/slides/slide148.xml" Id="Rcb73f8e648f2459d" /><Relationship Type="http://schemas.openxmlformats.org/officeDocument/2006/relationships/slide" Target="/ppt/slides/slide149.xml" Id="R7b353b190cb34334" /><Relationship Type="http://schemas.openxmlformats.org/officeDocument/2006/relationships/slide" Target="/ppt/slides/slide150.xml" Id="Rf912c80c31c54036" /><Relationship Type="http://schemas.openxmlformats.org/officeDocument/2006/relationships/slide" Target="/ppt/slides/slide151.xml" Id="Rdc0950d50dc94d15" /><Relationship Type="http://schemas.openxmlformats.org/officeDocument/2006/relationships/slide" Target="/ppt/slides/slide152.xml" Id="Re9a000ef890a41e7" /><Relationship Type="http://schemas.openxmlformats.org/officeDocument/2006/relationships/slide" Target="/ppt/slides/slide153.xml" Id="R30b76d3d4bf34104" /><Relationship Type="http://schemas.openxmlformats.org/officeDocument/2006/relationships/slide" Target="/ppt/slides/slide154.xml" Id="R772d328389af4be2" /><Relationship Type="http://schemas.openxmlformats.org/officeDocument/2006/relationships/slide" Target="/ppt/slides/slide155.xml" Id="R8c22b9d3cfd04daa" /><Relationship Type="http://schemas.openxmlformats.org/officeDocument/2006/relationships/slide" Target="/ppt/slides/slide156.xml" Id="Rbeae743911304575" /><Relationship Type="http://schemas.openxmlformats.org/officeDocument/2006/relationships/slide" Target="/ppt/slides/slide157.xml" Id="R369de92becc849cf" /><Relationship Type="http://schemas.openxmlformats.org/officeDocument/2006/relationships/slide" Target="/ppt/slides/slide158.xml" Id="Rd345a24c0948474f" /><Relationship Type="http://schemas.openxmlformats.org/officeDocument/2006/relationships/slide" Target="/ppt/slides/slide159.xml" Id="R7ad5efde5e284088" /><Relationship Type="http://schemas.openxmlformats.org/officeDocument/2006/relationships/slide" Target="/ppt/slides/slide160.xml" Id="R66414d054fe04a39" /><Relationship Type="http://schemas.openxmlformats.org/officeDocument/2006/relationships/slide" Target="/ppt/slides/slide161.xml" Id="Rf6e31255b52e478b" /><Relationship Type="http://schemas.openxmlformats.org/officeDocument/2006/relationships/slide" Target="/ppt/slides/slide162.xml" Id="Rfd722816a7b5454e" /><Relationship Type="http://schemas.openxmlformats.org/officeDocument/2006/relationships/slide" Target="/ppt/slides/slide163.xml" Id="Rb704adc948404547" /><Relationship Type="http://schemas.openxmlformats.org/officeDocument/2006/relationships/slide" Target="/ppt/slides/slide164.xml" Id="R0b59eb6c09cf4c74" /><Relationship Type="http://schemas.openxmlformats.org/officeDocument/2006/relationships/slide" Target="/ppt/slides/slide165.xml" Id="Rbbc7caab457141a7" /><Relationship Type="http://schemas.openxmlformats.org/officeDocument/2006/relationships/slide" Target="/ppt/slides/slide166.xml" Id="R7c730b3195ca4955" /><Relationship Type="http://schemas.openxmlformats.org/officeDocument/2006/relationships/slide" Target="/ppt/slides/slide167.xml" Id="R9d9d770e1ebe4cdf" /><Relationship Type="http://schemas.openxmlformats.org/officeDocument/2006/relationships/slide" Target="/ppt/slides/slide168.xml" Id="R4ca7cd7ffd774d30" /><Relationship Type="http://schemas.openxmlformats.org/officeDocument/2006/relationships/slide" Target="/ppt/slides/slide169.xml" Id="R64e7b24552ff45bc" /><Relationship Type="http://schemas.openxmlformats.org/officeDocument/2006/relationships/slide" Target="/ppt/slides/slide170.xml" Id="R054618b96bef45ec" /><Relationship Type="http://schemas.openxmlformats.org/officeDocument/2006/relationships/slide" Target="/ppt/slides/slide171.xml" Id="R7e3c01a7f3384d26" /><Relationship Type="http://schemas.openxmlformats.org/officeDocument/2006/relationships/slide" Target="/ppt/slides/slide172.xml" Id="R304503fd53394718" /><Relationship Type="http://schemas.openxmlformats.org/officeDocument/2006/relationships/slide" Target="/ppt/slides/slide173.xml" Id="R29d77a743ed74470" /><Relationship Type="http://schemas.openxmlformats.org/officeDocument/2006/relationships/slide" Target="/ppt/slides/slide174.xml" Id="R1c29c1840e6b4f87" /><Relationship Type="http://schemas.openxmlformats.org/officeDocument/2006/relationships/slide" Target="/ppt/slides/slide175.xml" Id="R042a893a25884725" /><Relationship Type="http://schemas.openxmlformats.org/officeDocument/2006/relationships/slide" Target="/ppt/slides/slide176.xml" Id="R66dd7ca2dfe14b43" /><Relationship Type="http://schemas.openxmlformats.org/officeDocument/2006/relationships/slide" Target="/ppt/slides/slide177.xml" Id="Re92bd95f71f641c8" /><Relationship Type="http://schemas.openxmlformats.org/officeDocument/2006/relationships/slide" Target="/ppt/slides/slide178.xml" Id="R52a1e86529a446dd" /><Relationship Type="http://schemas.openxmlformats.org/officeDocument/2006/relationships/slide" Target="/ppt/slides/slide179.xml" Id="R59a7da7e38224436" /><Relationship Type="http://schemas.openxmlformats.org/officeDocument/2006/relationships/slide" Target="/ppt/slides/slide180.xml" Id="Rbe51684634ea4ec9" /><Relationship Type="http://schemas.openxmlformats.org/officeDocument/2006/relationships/slide" Target="/ppt/slides/slide181.xml" Id="R04023df3e8ce4a03" /><Relationship Type="http://schemas.openxmlformats.org/officeDocument/2006/relationships/slide" Target="/ppt/slides/slide182.xml" Id="R73272b9e7908428d" /><Relationship Type="http://schemas.openxmlformats.org/officeDocument/2006/relationships/slide" Target="/ppt/slides/slide183.xml" Id="R67ba88ba59f84a58" /><Relationship Type="http://schemas.openxmlformats.org/officeDocument/2006/relationships/slide" Target="/ppt/slides/slide184.xml" Id="Rd64d89d4325a43ff" /><Relationship Type="http://schemas.openxmlformats.org/officeDocument/2006/relationships/slide" Target="/ppt/slides/slide185.xml" Id="Ra6c984c2271f43ff" /><Relationship Type="http://schemas.openxmlformats.org/officeDocument/2006/relationships/slide" Target="/ppt/slides/slide186.xml" Id="Rdd8efaf5528f4254" /><Relationship Type="http://schemas.openxmlformats.org/officeDocument/2006/relationships/slide" Target="/ppt/slides/slide187.xml" Id="R0e3977cc9c2f45f9" /><Relationship Type="http://schemas.openxmlformats.org/officeDocument/2006/relationships/slide" Target="/ppt/slides/slide188.xml" Id="R29c5edef54784bca" /><Relationship Type="http://schemas.openxmlformats.org/officeDocument/2006/relationships/slide" Target="/ppt/slides/slide189.xml" Id="Rce7acb08a79044ac" /><Relationship Type="http://schemas.openxmlformats.org/officeDocument/2006/relationships/slide" Target="/ppt/slides/slide190.xml" Id="R4e10910b92bf4c6b" /><Relationship Type="http://schemas.openxmlformats.org/officeDocument/2006/relationships/slide" Target="/ppt/slides/slide191.xml" Id="R1cf7bc6ad82a4bd7" /><Relationship Type="http://schemas.openxmlformats.org/officeDocument/2006/relationships/slide" Target="/ppt/slides/slide192.xml" Id="Rd9ce9f6f23ec4534" /><Relationship Type="http://schemas.openxmlformats.org/officeDocument/2006/relationships/slide" Target="/ppt/slides/slide193.xml" Id="Ra39704a533fb4d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264affc11f41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f5cd12667546a5" /><Relationship Type="http://schemas.openxmlformats.org/officeDocument/2006/relationships/notesMaster" Target="/ppt/notesMasters/notesMaster1.xml" Id="Ra61a1024b5bc4a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7f5090430a4da0" /><Relationship Type="http://schemas.openxmlformats.org/officeDocument/2006/relationships/notesMaster" Target="/ppt/notesMasters/notesMaster1.xml" Id="Rb16852b482fe49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66caf3b0d4d1c" /><Relationship Type="http://schemas.openxmlformats.org/officeDocument/2006/relationships/notesMaster" Target="/ppt/notesMasters/notesMaster1.xml" Id="Rc7d07fa8242441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b1299b1f9945d8" /><Relationship Type="http://schemas.openxmlformats.org/officeDocument/2006/relationships/notesMaster" Target="/ppt/notesMasters/notesMaster1.xml" Id="R1a2faf6c990343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1b4edaf7e74cbb" /><Relationship Type="http://schemas.openxmlformats.org/officeDocument/2006/relationships/notesMaster" Target="/ppt/notesMasters/notesMaster1.xml" Id="Rc305f169e3254c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ef84758921406c" /><Relationship Type="http://schemas.openxmlformats.org/officeDocument/2006/relationships/notesMaster" Target="/ppt/notesMasters/notesMaster1.xml" Id="R110c2768da71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1caaedac144277" /><Relationship Type="http://schemas.openxmlformats.org/officeDocument/2006/relationships/notesMaster" Target="/ppt/notesMasters/notesMaster1.xml" Id="Rf73d5789a99f4e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81deb74074faf" /><Relationship Type="http://schemas.openxmlformats.org/officeDocument/2006/relationships/notesMaster" Target="/ppt/notesMasters/notesMaster1.xml" Id="Rf627120ae93749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3cc430d609418a" /><Relationship Type="http://schemas.openxmlformats.org/officeDocument/2006/relationships/notesMaster" Target="/ppt/notesMasters/notesMaster1.xml" Id="R9bfecf5c9a9d4c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62bc1bf9a14a10" /><Relationship Type="http://schemas.openxmlformats.org/officeDocument/2006/relationships/notesMaster" Target="/ppt/notesMasters/notesMaster1.xml" Id="Rf975f45714ef45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f0606bd48b4788" /><Relationship Type="http://schemas.openxmlformats.org/officeDocument/2006/relationships/notesMaster" Target="/ppt/notesMasters/notesMaster1.xml" Id="R6b7eed04929140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401d18b87e4391" /><Relationship Type="http://schemas.openxmlformats.org/officeDocument/2006/relationships/notesMaster" Target="/ppt/notesMasters/notesMaster1.xml" Id="Rc11ee57924154a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d65d871e984105" /><Relationship Type="http://schemas.openxmlformats.org/officeDocument/2006/relationships/notesMaster" Target="/ppt/notesMasters/notesMaster1.xml" Id="R3714935f275942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7e62d8ddf14f88" /><Relationship Type="http://schemas.openxmlformats.org/officeDocument/2006/relationships/notesMaster" Target="/ppt/notesMasters/notesMaster1.xml" Id="R53af5d1fe97b4c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175bf9892042b2" /><Relationship Type="http://schemas.openxmlformats.org/officeDocument/2006/relationships/notesMaster" Target="/ppt/notesMasters/notesMaster1.xml" Id="R49495d18c52143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9d3cb7fd194181" /><Relationship Type="http://schemas.openxmlformats.org/officeDocument/2006/relationships/notesMaster" Target="/ppt/notesMasters/notesMaster1.xml" Id="R2136041790ac48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0cb7fd74f44f3e" /><Relationship Type="http://schemas.openxmlformats.org/officeDocument/2006/relationships/notesMaster" Target="/ppt/notesMasters/notesMaster1.xml" Id="R41aa54de5b7645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bf53bc15864781" /><Relationship Type="http://schemas.openxmlformats.org/officeDocument/2006/relationships/notesMaster" Target="/ppt/notesMasters/notesMaster1.xml" Id="R33b6ab0e4bad43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03e54ee22e49b5" /><Relationship Type="http://schemas.openxmlformats.org/officeDocument/2006/relationships/notesMaster" Target="/ppt/notesMasters/notesMaster1.xml" Id="Rdc5d9b77b8364d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93827d90f94910" /><Relationship Type="http://schemas.openxmlformats.org/officeDocument/2006/relationships/notesMaster" Target="/ppt/notesMasters/notesMaster1.xml" Id="Rf58a8d7f0a4a47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fa5dc9a52543fa" /><Relationship Type="http://schemas.openxmlformats.org/officeDocument/2006/relationships/notesMaster" Target="/ppt/notesMasters/notesMaster1.xml" Id="R72832a38567f48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eb151ec9cd40c5" /><Relationship Type="http://schemas.openxmlformats.org/officeDocument/2006/relationships/notesMaster" Target="/ppt/notesMasters/notesMaster1.xml" Id="R5066e9439b3c41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886144767d94c67" /><Relationship Type="http://schemas.openxmlformats.org/officeDocument/2006/relationships/notesMaster" Target="/ppt/notesMasters/notesMaster1.xml" Id="R04d8eaed7bbb458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db760aa14f47fc" /><Relationship Type="http://schemas.openxmlformats.org/officeDocument/2006/relationships/notesMaster" Target="/ppt/notesMasters/notesMaster1.xml" Id="Rdffaed341cb942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30f1ddcb654edc" /><Relationship Type="http://schemas.openxmlformats.org/officeDocument/2006/relationships/notesMaster" Target="/ppt/notesMasters/notesMaster1.xml" Id="R286a69e9bd78405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8afd4e230494c2d" /><Relationship Type="http://schemas.openxmlformats.org/officeDocument/2006/relationships/notesMaster" Target="/ppt/notesMasters/notesMaster1.xml" Id="Ra874f858753844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c8b511b31d44e02" /><Relationship Type="http://schemas.openxmlformats.org/officeDocument/2006/relationships/notesMaster" Target="/ppt/notesMasters/notesMaster1.xml" Id="Rec5e990386c648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b10d0ac408d4be0" /><Relationship Type="http://schemas.openxmlformats.org/officeDocument/2006/relationships/notesMaster" Target="/ppt/notesMasters/notesMaster1.xml" Id="R6f46be563a2949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66d8669614e4007" /><Relationship Type="http://schemas.openxmlformats.org/officeDocument/2006/relationships/notesMaster" Target="/ppt/notesMasters/notesMaster1.xml" Id="Rbc3a076db013433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69e4e8cb0f46fa" /><Relationship Type="http://schemas.openxmlformats.org/officeDocument/2006/relationships/notesMaster" Target="/ppt/notesMasters/notesMaster1.xml" Id="R33bb91df1b554b8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bb53c1778144136" /><Relationship Type="http://schemas.openxmlformats.org/officeDocument/2006/relationships/notesMaster" Target="/ppt/notesMasters/notesMaster1.xml" Id="R303b702c41ce44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96c16b6e1ea40ad" /><Relationship Type="http://schemas.openxmlformats.org/officeDocument/2006/relationships/notesMaster" Target="/ppt/notesMasters/notesMaster1.xml" Id="R95f6aa6295a5456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7973aa3e641416a" /><Relationship Type="http://schemas.openxmlformats.org/officeDocument/2006/relationships/notesMaster" Target="/ppt/notesMasters/notesMaster1.xml" Id="Rf4d9a6eb974b40a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ea40213e5e244a1" /><Relationship Type="http://schemas.openxmlformats.org/officeDocument/2006/relationships/notesMaster" Target="/ppt/notesMasters/notesMaster1.xml" Id="R239d0e5b1e354da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9ef7f0d46664fde" /><Relationship Type="http://schemas.openxmlformats.org/officeDocument/2006/relationships/notesMaster" Target="/ppt/notesMasters/notesMaster1.xml" Id="Re68fcf8f6caa4ae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b8bb17e6aac4ed5" /><Relationship Type="http://schemas.openxmlformats.org/officeDocument/2006/relationships/notesMaster" Target="/ppt/notesMasters/notesMaster1.xml" Id="R1280d48ae318430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c49fc666cd04cf3" /><Relationship Type="http://schemas.openxmlformats.org/officeDocument/2006/relationships/notesMaster" Target="/ppt/notesMasters/notesMaster1.xml" Id="Refed548a075340a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2d87697ea294a8c" /><Relationship Type="http://schemas.openxmlformats.org/officeDocument/2006/relationships/notesMaster" Target="/ppt/notesMasters/notesMaster1.xml" Id="Rb3d674c2173f42b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dbeecf5838b4ee0" /><Relationship Type="http://schemas.openxmlformats.org/officeDocument/2006/relationships/notesMaster" Target="/ppt/notesMasters/notesMaster1.xml" Id="R0e879e1a6e6e4f3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80116b323844bf2" /><Relationship Type="http://schemas.openxmlformats.org/officeDocument/2006/relationships/notesMaster" Target="/ppt/notesMasters/notesMaster1.xml" Id="R83a54640db31459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da283ce372444c8" /><Relationship Type="http://schemas.openxmlformats.org/officeDocument/2006/relationships/notesMaster" Target="/ppt/notesMasters/notesMaster1.xml" Id="Rc1fcd610a49c434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847ec5aafd74135" /><Relationship Type="http://schemas.openxmlformats.org/officeDocument/2006/relationships/notesMaster" Target="/ppt/notesMasters/notesMaster1.xml" Id="R08175c6982a845f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172f55a32884e07" /><Relationship Type="http://schemas.openxmlformats.org/officeDocument/2006/relationships/notesMaster" Target="/ppt/notesMasters/notesMaster1.xml" Id="R5aac54b73edd438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386416cc559405f" /><Relationship Type="http://schemas.openxmlformats.org/officeDocument/2006/relationships/notesMaster" Target="/ppt/notesMasters/notesMaster1.xml" Id="Rb6c3e1f55d8f4b7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f09d9347a844426" /><Relationship Type="http://schemas.openxmlformats.org/officeDocument/2006/relationships/notesMaster" Target="/ppt/notesMasters/notesMaster1.xml" Id="R08807b5d9425454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05e3143c48d4267" /><Relationship Type="http://schemas.openxmlformats.org/officeDocument/2006/relationships/notesMaster" Target="/ppt/notesMasters/notesMaster1.xml" Id="R80c44e2e0f6548f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573dd0d98894367" /><Relationship Type="http://schemas.openxmlformats.org/officeDocument/2006/relationships/notesMaster" Target="/ppt/notesMasters/notesMaster1.xml" Id="Rdef5c15be563446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d7133a5c00d4421" /><Relationship Type="http://schemas.openxmlformats.org/officeDocument/2006/relationships/notesMaster" Target="/ppt/notesMasters/notesMaster1.xml" Id="Rb36ebee6fd0940b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1ec28451cae4613" /><Relationship Type="http://schemas.openxmlformats.org/officeDocument/2006/relationships/notesMaster" Target="/ppt/notesMasters/notesMaster1.xml" Id="R2cdae0bd8e7944f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3ec9fdc0a264b6d" /><Relationship Type="http://schemas.openxmlformats.org/officeDocument/2006/relationships/notesMaster" Target="/ppt/notesMasters/notesMaster1.xml" Id="Rf23938e5e23f432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eab9ec07cf148ce" /><Relationship Type="http://schemas.openxmlformats.org/officeDocument/2006/relationships/notesMaster" Target="/ppt/notesMasters/notesMaster1.xml" Id="R83bc9efa4d2c45f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49a188045064dd0" /><Relationship Type="http://schemas.openxmlformats.org/officeDocument/2006/relationships/notesMaster" Target="/ppt/notesMasters/notesMaster1.xml" Id="R3ab6a1b15ede4fc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a75b2a1afa24c45" /><Relationship Type="http://schemas.openxmlformats.org/officeDocument/2006/relationships/notesMaster" Target="/ppt/notesMasters/notesMaster1.xml" Id="R001a110a7012478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686515796cc4b10" /><Relationship Type="http://schemas.openxmlformats.org/officeDocument/2006/relationships/notesMaster" Target="/ppt/notesMasters/notesMaster1.xml" Id="R33063b745e0944f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c6bc52173b14d88" /><Relationship Type="http://schemas.openxmlformats.org/officeDocument/2006/relationships/notesMaster" Target="/ppt/notesMasters/notesMaster1.xml" Id="Rbb87170efb3c4c1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fdb8393dadd4cb7" /><Relationship Type="http://schemas.openxmlformats.org/officeDocument/2006/relationships/notesMaster" Target="/ppt/notesMasters/notesMaster1.xml" Id="R4ab119673197424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1275b646d0440ac" /><Relationship Type="http://schemas.openxmlformats.org/officeDocument/2006/relationships/notesMaster" Target="/ppt/notesMasters/notesMaster1.xml" Id="R6bcbc93a15a2463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64c38ed3a9c4684" /><Relationship Type="http://schemas.openxmlformats.org/officeDocument/2006/relationships/notesMaster" Target="/ppt/notesMasters/notesMaster1.xml" Id="Rbf9beedaa2ee413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ec36ea534014d95" /><Relationship Type="http://schemas.openxmlformats.org/officeDocument/2006/relationships/notesMaster" Target="/ppt/notesMasters/notesMaster1.xml" Id="Reb9d782391ec4fa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73b01e4da0a401e" /><Relationship Type="http://schemas.openxmlformats.org/officeDocument/2006/relationships/notesMaster" Target="/ppt/notesMasters/notesMaster1.xml" Id="R67430724a6104fc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727c95bd4104021" /><Relationship Type="http://schemas.openxmlformats.org/officeDocument/2006/relationships/notesMaster" Target="/ppt/notesMasters/notesMaster1.xml" Id="R41fe277802954e8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2e3e436d6154c07" /><Relationship Type="http://schemas.openxmlformats.org/officeDocument/2006/relationships/notesMaster" Target="/ppt/notesMasters/notesMaster1.xml" Id="Rc3e25163babd487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b227e6d84674d23" /><Relationship Type="http://schemas.openxmlformats.org/officeDocument/2006/relationships/notesMaster" Target="/ppt/notesMasters/notesMaster1.xml" Id="R4b9a91c9c1be43c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079cf53542d34845" /><Relationship Type="http://schemas.openxmlformats.org/officeDocument/2006/relationships/notesMaster" Target="/ppt/notesMasters/notesMaster1.xml" Id="R0d5c197f7b564f3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94ddc26b0af4bc1" /><Relationship Type="http://schemas.openxmlformats.org/officeDocument/2006/relationships/notesMaster" Target="/ppt/notesMasters/notesMaster1.xml" Id="Ref0114161166490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1bd7ddd66d842fa" /><Relationship Type="http://schemas.openxmlformats.org/officeDocument/2006/relationships/notesMaster" Target="/ppt/notesMasters/notesMaster1.xml" Id="R7e7ab566b1064c4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854082cd7c84028" /><Relationship Type="http://schemas.openxmlformats.org/officeDocument/2006/relationships/notesMaster" Target="/ppt/notesMasters/notesMaster1.xml" Id="R39e200b907214ff6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8e68a87c4414421" /><Relationship Type="http://schemas.openxmlformats.org/officeDocument/2006/relationships/notesMaster" Target="/ppt/notesMasters/notesMaster1.xml" Id="R40a42efcee664f0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56b7deec6834f6d" /><Relationship Type="http://schemas.openxmlformats.org/officeDocument/2006/relationships/notesMaster" Target="/ppt/notesMasters/notesMaster1.xml" Id="Rd382d09ff60640f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b76ff7364a24c34" /><Relationship Type="http://schemas.openxmlformats.org/officeDocument/2006/relationships/notesMaster" Target="/ppt/notesMasters/notesMaster1.xml" Id="R1b64d2f1e2744f7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5974ab47fd64f65" /><Relationship Type="http://schemas.openxmlformats.org/officeDocument/2006/relationships/notesMaster" Target="/ppt/notesMasters/notesMaster1.xml" Id="Rddb1cca64e9946c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1c04050a14344714" /><Relationship Type="http://schemas.openxmlformats.org/officeDocument/2006/relationships/notesMaster" Target="/ppt/notesMasters/notesMaster1.xml" Id="Ra88bddd3dc384968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8f84ff5412d460a" /><Relationship Type="http://schemas.openxmlformats.org/officeDocument/2006/relationships/notesMaster" Target="/ppt/notesMasters/notesMaster1.xml" Id="Rd2297968ca1244d2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1a5cf0b3afb4ef2" /><Relationship Type="http://schemas.openxmlformats.org/officeDocument/2006/relationships/notesMaster" Target="/ppt/notesMasters/notesMaster1.xml" Id="Rb9a4a524e5cc443f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79fab82d48b4734" /><Relationship Type="http://schemas.openxmlformats.org/officeDocument/2006/relationships/notesMaster" Target="/ppt/notesMasters/notesMaster1.xml" Id="Re0f2dd1f24cb4ca5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45b647d19d2b4f64" /><Relationship Type="http://schemas.openxmlformats.org/officeDocument/2006/relationships/notesMaster" Target="/ppt/notesMasters/notesMaster1.xml" Id="Re685d649871a4279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45201811d36d4399" /><Relationship Type="http://schemas.openxmlformats.org/officeDocument/2006/relationships/notesMaster" Target="/ppt/notesMasters/notesMaster1.xml" Id="R2d8898af03d6454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02aafdcfd64f4f01" /><Relationship Type="http://schemas.openxmlformats.org/officeDocument/2006/relationships/notesMaster" Target="/ppt/notesMasters/notesMaster1.xml" Id="Rf5413fb08fa6471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b69c0b59a25848f3" /><Relationship Type="http://schemas.openxmlformats.org/officeDocument/2006/relationships/notesMaster" Target="/ppt/notesMasters/notesMaster1.xml" Id="Reaedb483d27b4c7d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3c834be6882e4007" /><Relationship Type="http://schemas.openxmlformats.org/officeDocument/2006/relationships/notesMaster" Target="/ppt/notesMasters/notesMaster1.xml" Id="R2750f2f6cb84413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c01f835ee03c4c8e" /><Relationship Type="http://schemas.openxmlformats.org/officeDocument/2006/relationships/notesMaster" Target="/ppt/notesMasters/notesMaster1.xml" Id="R57233d143e1248e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4e3ee9153108438f" /><Relationship Type="http://schemas.openxmlformats.org/officeDocument/2006/relationships/notesMaster" Target="/ppt/notesMasters/notesMaster1.xml" Id="Rb835b4a28c3a4c3f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745e003627c46a3" /><Relationship Type="http://schemas.openxmlformats.org/officeDocument/2006/relationships/notesMaster" Target="/ppt/notesMasters/notesMaster1.xml" Id="R74cc7f9d4b39489c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14d20b82b3d49ca" /><Relationship Type="http://schemas.openxmlformats.org/officeDocument/2006/relationships/notesMaster" Target="/ppt/notesMasters/notesMaster1.xml" Id="Rb1cef5ac25b64ce4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de28a00169cf4d9b" /><Relationship Type="http://schemas.openxmlformats.org/officeDocument/2006/relationships/notesMaster" Target="/ppt/notesMasters/notesMaster1.xml" Id="R851418fc49f14e3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61572d1885d340be" /><Relationship Type="http://schemas.openxmlformats.org/officeDocument/2006/relationships/notesMaster" Target="/ppt/notesMasters/notesMaster1.xml" Id="R3b5003b7af44486b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08b793366a44601" /><Relationship Type="http://schemas.openxmlformats.org/officeDocument/2006/relationships/notesMaster" Target="/ppt/notesMasters/notesMaster1.xml" Id="R3dacd35a6110449c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515d28611da9483e" /><Relationship Type="http://schemas.openxmlformats.org/officeDocument/2006/relationships/notesMaster" Target="/ppt/notesMasters/notesMaster1.xml" Id="Rfafa13217db2461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18fb3ab9b0945aa" /><Relationship Type="http://schemas.openxmlformats.org/officeDocument/2006/relationships/notesMaster" Target="/ppt/notesMasters/notesMaster1.xml" Id="R4db0f93e35f44235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c251e0cae834d5f" /><Relationship Type="http://schemas.openxmlformats.org/officeDocument/2006/relationships/notesMaster" Target="/ppt/notesMasters/notesMaster1.xml" Id="Rc4f3bea4bf2445b3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e5f985747624844" /><Relationship Type="http://schemas.openxmlformats.org/officeDocument/2006/relationships/notesMaster" Target="/ppt/notesMasters/notesMaster1.xml" Id="R221b03380fb44d5a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69ffabf3c3c64f60" /><Relationship Type="http://schemas.openxmlformats.org/officeDocument/2006/relationships/notesMaster" Target="/ppt/notesMasters/notesMaster1.xml" Id="R846559ab462a406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a5d8538f0d1b4f6e" /><Relationship Type="http://schemas.openxmlformats.org/officeDocument/2006/relationships/notesMaster" Target="/ppt/notesMasters/notesMaster1.xml" Id="R6b14bc8214cf479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7e25d17398a04946" /><Relationship Type="http://schemas.openxmlformats.org/officeDocument/2006/relationships/notesMaster" Target="/ppt/notesMasters/notesMaster1.xml" Id="R376f39c198cc413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988d783a149d4f9f" /><Relationship Type="http://schemas.openxmlformats.org/officeDocument/2006/relationships/notesMaster" Target="/ppt/notesMasters/notesMaster1.xml" Id="R9cc58de9d67e4895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167601cf857140f3" /><Relationship Type="http://schemas.openxmlformats.org/officeDocument/2006/relationships/notesMaster" Target="/ppt/notesMasters/notesMaster1.xml" Id="R723facbe8a2c4ce2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bf58c1d4134e4ccb" /><Relationship Type="http://schemas.openxmlformats.org/officeDocument/2006/relationships/notesMaster" Target="/ppt/notesMasters/notesMaster1.xml" Id="R11cf9416b8fb45e5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bb71e343fa542a6" /><Relationship Type="http://schemas.openxmlformats.org/officeDocument/2006/relationships/notesMaster" Target="/ppt/notesMasters/notesMaster1.xml" Id="R144a497909a043b0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1362ee22b47d4a06" /><Relationship Type="http://schemas.openxmlformats.org/officeDocument/2006/relationships/notesMaster" Target="/ppt/notesMasters/notesMaster1.xml" Id="R6574dc0131404288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3c9153700ee147c9" /><Relationship Type="http://schemas.openxmlformats.org/officeDocument/2006/relationships/notesMaster" Target="/ppt/notesMasters/notesMaster1.xml" Id="Redd5a6aedd5b431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b95d3078bb5c40d5" /><Relationship Type="http://schemas.openxmlformats.org/officeDocument/2006/relationships/notesMaster" Target="/ppt/notesMasters/notesMaster1.xml" Id="R0db06c69a7b643c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6d79edab95d4160" /><Relationship Type="http://schemas.openxmlformats.org/officeDocument/2006/relationships/notesMaster" Target="/ppt/notesMasters/notesMaster1.xml" Id="R76a33bf9e8d8491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67773613907544e5" /><Relationship Type="http://schemas.openxmlformats.org/officeDocument/2006/relationships/notesMaster" Target="/ppt/notesMasters/notesMaster1.xml" Id="Re8c88f4d7d0a4bc0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d838d0415de740c5" /><Relationship Type="http://schemas.openxmlformats.org/officeDocument/2006/relationships/notesMaster" Target="/ppt/notesMasters/notesMaster1.xml" Id="R96028b58bb3f48ba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b12861cc9e544721" /><Relationship Type="http://schemas.openxmlformats.org/officeDocument/2006/relationships/notesMaster" Target="/ppt/notesMasters/notesMaster1.xml" Id="R5ca953def7d1409f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4d18158512c24ca4" /><Relationship Type="http://schemas.openxmlformats.org/officeDocument/2006/relationships/notesMaster" Target="/ppt/notesMasters/notesMaster1.xml" Id="R0888a311ca834d38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11e3dfabf79b4dd8" /><Relationship Type="http://schemas.openxmlformats.org/officeDocument/2006/relationships/notesMaster" Target="/ppt/notesMasters/notesMaster1.xml" Id="R240532607c704bb9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d949219220b84b7e" /><Relationship Type="http://schemas.openxmlformats.org/officeDocument/2006/relationships/notesMaster" Target="/ppt/notesMasters/notesMaster1.xml" Id="R0a4383610597458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c612acac505b4938" /><Relationship Type="http://schemas.openxmlformats.org/officeDocument/2006/relationships/notesMaster" Target="/ppt/notesMasters/notesMaster1.xml" Id="Rbd1b4a143611422e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d6ddc4bd32ce477c" /><Relationship Type="http://schemas.openxmlformats.org/officeDocument/2006/relationships/notesMaster" Target="/ppt/notesMasters/notesMaster1.xml" Id="Rd0fc51ac2bb24de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f493c47f0ca2467f" /><Relationship Type="http://schemas.openxmlformats.org/officeDocument/2006/relationships/notesMaster" Target="/ppt/notesMasters/notesMaster1.xml" Id="Re803daebb4a848d9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e4f724e6be642b4" /><Relationship Type="http://schemas.openxmlformats.org/officeDocument/2006/relationships/notesMaster" Target="/ppt/notesMasters/notesMaster1.xml" Id="Rb429c30fcbb1462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8dbbbeb132fb49a1" /><Relationship Type="http://schemas.openxmlformats.org/officeDocument/2006/relationships/notesMaster" Target="/ppt/notesMasters/notesMaster1.xml" Id="Rb3e4279628f240c2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50717a00537c4f86" /><Relationship Type="http://schemas.openxmlformats.org/officeDocument/2006/relationships/notesMaster" Target="/ppt/notesMasters/notesMaster1.xml" Id="R3b62d32ff6a94c70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989e0c200e94521" /><Relationship Type="http://schemas.openxmlformats.org/officeDocument/2006/relationships/notesMaster" Target="/ppt/notesMasters/notesMaster1.xml" Id="Rfda237a3f60a4617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937932b8d8c54b9b" /><Relationship Type="http://schemas.openxmlformats.org/officeDocument/2006/relationships/notesMaster" Target="/ppt/notesMasters/notesMaster1.xml" Id="R3ec79d05d7444e87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279371edbce140a1" /><Relationship Type="http://schemas.openxmlformats.org/officeDocument/2006/relationships/notesMaster" Target="/ppt/notesMasters/notesMaster1.xml" Id="R58852a54b78a4551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37d01c668189485b" /><Relationship Type="http://schemas.openxmlformats.org/officeDocument/2006/relationships/notesMaster" Target="/ppt/notesMasters/notesMaster1.xml" Id="Rdb477ed69fa8422b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8edd2f0791384e1f" /><Relationship Type="http://schemas.openxmlformats.org/officeDocument/2006/relationships/notesMaster" Target="/ppt/notesMasters/notesMaster1.xml" Id="Rb3fdd5a150884960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f218f4db71f4f2a" /><Relationship Type="http://schemas.openxmlformats.org/officeDocument/2006/relationships/notesMaster" Target="/ppt/notesMasters/notesMaster1.xml" Id="R9874785d211244ea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a06802b6c0454d58" /><Relationship Type="http://schemas.openxmlformats.org/officeDocument/2006/relationships/notesMaster" Target="/ppt/notesMasters/notesMaster1.xml" Id="R24a2899cc52145ba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d749f2dfadd143ca" /><Relationship Type="http://schemas.openxmlformats.org/officeDocument/2006/relationships/notesMaster" Target="/ppt/notesMasters/notesMaster1.xml" Id="R8918600b26034632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f4da27dce58f4428" /><Relationship Type="http://schemas.openxmlformats.org/officeDocument/2006/relationships/notesMaster" Target="/ppt/notesMasters/notesMaster1.xml" Id="R65a9408e585e4abe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57c66637eae444e7" /><Relationship Type="http://schemas.openxmlformats.org/officeDocument/2006/relationships/notesMaster" Target="/ppt/notesMasters/notesMaster1.xml" Id="Re89005efb8e7416a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319727225ebf4d59" /><Relationship Type="http://schemas.openxmlformats.org/officeDocument/2006/relationships/notesMaster" Target="/ppt/notesMasters/notesMaster1.xml" Id="Rcc1ed520729f43e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bbf4a5b7f7d14fe3" /><Relationship Type="http://schemas.openxmlformats.org/officeDocument/2006/relationships/notesMaster" Target="/ppt/notesMasters/notesMaster1.xml" Id="Ref9cc918613847f7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000deb44ab014538" /><Relationship Type="http://schemas.openxmlformats.org/officeDocument/2006/relationships/notesMaster" Target="/ppt/notesMasters/notesMaster1.xml" Id="Rebd2fdc0a6ec4fc3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72442fc6ccb54508" /><Relationship Type="http://schemas.openxmlformats.org/officeDocument/2006/relationships/notesMaster" Target="/ppt/notesMasters/notesMaster1.xml" Id="R8bc60780802645a8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f4d93cb4efeb45b7" /><Relationship Type="http://schemas.openxmlformats.org/officeDocument/2006/relationships/notesMaster" Target="/ppt/notesMasters/notesMaster1.xml" Id="R3f92e441c7be433a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372fbf7a1304446b" /><Relationship Type="http://schemas.openxmlformats.org/officeDocument/2006/relationships/notesMaster" Target="/ppt/notesMasters/notesMaster1.xml" Id="R91ec8335042a4b4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d291059e2054d03" /><Relationship Type="http://schemas.openxmlformats.org/officeDocument/2006/relationships/notesMaster" Target="/ppt/notesMasters/notesMaster1.xml" Id="Rbd9e5b7ba3f64d59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c130ff6672a146e9" /><Relationship Type="http://schemas.openxmlformats.org/officeDocument/2006/relationships/notesMaster" Target="/ppt/notesMasters/notesMaster1.xml" Id="Ref66a4688b594c49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af87aba182f44a53" /><Relationship Type="http://schemas.openxmlformats.org/officeDocument/2006/relationships/notesMaster" Target="/ppt/notesMasters/notesMaster1.xml" Id="Rea76233cde58457d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30b61dd37c2b4f48" /><Relationship Type="http://schemas.openxmlformats.org/officeDocument/2006/relationships/notesMaster" Target="/ppt/notesMasters/notesMaster1.xml" Id="Rb3e70850e84c45e8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5fdb244ab7364cb6" /><Relationship Type="http://schemas.openxmlformats.org/officeDocument/2006/relationships/notesMaster" Target="/ppt/notesMasters/notesMaster1.xml" Id="R8ff3e11eebbe464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8cbf9081796743b0" /><Relationship Type="http://schemas.openxmlformats.org/officeDocument/2006/relationships/notesMaster" Target="/ppt/notesMasters/notesMaster1.xml" Id="R6f69c034faa549ea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20ad7f2b431c4a5e" /><Relationship Type="http://schemas.openxmlformats.org/officeDocument/2006/relationships/notesMaster" Target="/ppt/notesMasters/notesMaster1.xml" Id="R5dbb49b10b8440f3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07306c38f7174ddf" /><Relationship Type="http://schemas.openxmlformats.org/officeDocument/2006/relationships/notesMaster" Target="/ppt/notesMasters/notesMaster1.xml" Id="Rc7cb7cc38efe421f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aefed0ead3004c37" /><Relationship Type="http://schemas.openxmlformats.org/officeDocument/2006/relationships/notesMaster" Target="/ppt/notesMasters/notesMaster1.xml" Id="R809e672e72d1438b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c053f39adec4c9c" /><Relationship Type="http://schemas.openxmlformats.org/officeDocument/2006/relationships/notesMaster" Target="/ppt/notesMasters/notesMaster1.xml" Id="R826b17e2e74d40a1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0224249f4c0843fc" /><Relationship Type="http://schemas.openxmlformats.org/officeDocument/2006/relationships/notesMaster" Target="/ppt/notesMasters/notesMaster1.xml" Id="R8c9e078addca4b35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1d6e2e95b0654702" /><Relationship Type="http://schemas.openxmlformats.org/officeDocument/2006/relationships/notesMaster" Target="/ppt/notesMasters/notesMaster1.xml" Id="R91e4217724b34a22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f4c82811b1ea466a" /><Relationship Type="http://schemas.openxmlformats.org/officeDocument/2006/relationships/notesMaster" Target="/ppt/notesMasters/notesMaster1.xml" Id="Rdfc4e007dcbc4a0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f7c604166984adb" /><Relationship Type="http://schemas.openxmlformats.org/officeDocument/2006/relationships/notesMaster" Target="/ppt/notesMasters/notesMaster1.xml" Id="R4563a34edbfe4747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0f8c8805ce954efa" /><Relationship Type="http://schemas.openxmlformats.org/officeDocument/2006/relationships/notesMaster" Target="/ppt/notesMasters/notesMaster1.xml" Id="Rfdc2384a64144030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bb4c60993a94424e" /><Relationship Type="http://schemas.openxmlformats.org/officeDocument/2006/relationships/notesMaster" Target="/ppt/notesMasters/notesMaster1.xml" Id="R45d841b60b974f39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94895d2b3f584578" /><Relationship Type="http://schemas.openxmlformats.org/officeDocument/2006/relationships/notesMaster" Target="/ppt/notesMasters/notesMaster1.xml" Id="R974f6eed02af43de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1e254ce289e3445e" /><Relationship Type="http://schemas.openxmlformats.org/officeDocument/2006/relationships/notesMaster" Target="/ppt/notesMasters/notesMaster1.xml" Id="R070c5341265b4acc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83e8eb6cff88405c" /><Relationship Type="http://schemas.openxmlformats.org/officeDocument/2006/relationships/notesMaster" Target="/ppt/notesMasters/notesMaster1.xml" Id="Rd934220891c04dab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3f5a4eeb52714b3f" /><Relationship Type="http://schemas.openxmlformats.org/officeDocument/2006/relationships/notesMaster" Target="/ppt/notesMasters/notesMaster1.xml" Id="R5d32fedb1a714b43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5cc5aed938484adb" /><Relationship Type="http://schemas.openxmlformats.org/officeDocument/2006/relationships/notesMaster" Target="/ppt/notesMasters/notesMaster1.xml" Id="Re2d5c87dfd5f4e4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95a45e73b340449a" /><Relationship Type="http://schemas.openxmlformats.org/officeDocument/2006/relationships/notesMaster" Target="/ppt/notesMasters/notesMaster1.xml" Id="R51eeb03dc39b4730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c7d28f973f5f4c87" /><Relationship Type="http://schemas.openxmlformats.org/officeDocument/2006/relationships/notesMaster" Target="/ppt/notesMasters/notesMaster1.xml" Id="Rcef8c8a419b74f27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2b14c877e15140d0" /><Relationship Type="http://schemas.openxmlformats.org/officeDocument/2006/relationships/notesMaster" Target="/ppt/notesMasters/notesMaster1.xml" Id="R2b6675be81d84f10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4366589e33f946bb" /><Relationship Type="http://schemas.openxmlformats.org/officeDocument/2006/relationships/notesMaster" Target="/ppt/notesMasters/notesMaster1.xml" Id="Rf9d48a5a58d042b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e44266edb0024c16" /><Relationship Type="http://schemas.openxmlformats.org/officeDocument/2006/relationships/notesMaster" Target="/ppt/notesMasters/notesMaster1.xml" Id="R1d5ba26d0ce44371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bb2ad40bc9674a31" /><Relationship Type="http://schemas.openxmlformats.org/officeDocument/2006/relationships/notesMaster" Target="/ppt/notesMasters/notesMaster1.xml" Id="R68fbcc9372e54075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f56e5e94dfe4416c" /><Relationship Type="http://schemas.openxmlformats.org/officeDocument/2006/relationships/notesMaster" Target="/ppt/notesMasters/notesMaster1.xml" Id="R9d616373e0774273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4ded478172d747df" /><Relationship Type="http://schemas.openxmlformats.org/officeDocument/2006/relationships/notesMaster" Target="/ppt/notesMasters/notesMaster1.xml" Id="Rca42f5179d6343f5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fed2f5bac4484a95" /><Relationship Type="http://schemas.openxmlformats.org/officeDocument/2006/relationships/notesMaster" Target="/ppt/notesMasters/notesMaster1.xml" Id="R0464991a574549bb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a66661350b19411b" /><Relationship Type="http://schemas.openxmlformats.org/officeDocument/2006/relationships/notesMaster" Target="/ppt/notesMasters/notesMaster1.xml" Id="Ra4e61f30f14e4f52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12e0e2e0d4674213" /><Relationship Type="http://schemas.openxmlformats.org/officeDocument/2006/relationships/notesMaster" Target="/ppt/notesMasters/notesMaster1.xml" Id="R1a046799f9394e2e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249e10ecd0df4233" /><Relationship Type="http://schemas.openxmlformats.org/officeDocument/2006/relationships/notesMaster" Target="/ppt/notesMasters/notesMaster1.xml" Id="R26da5187dd46403e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853e4216c4a94f3e" /><Relationship Type="http://schemas.openxmlformats.org/officeDocument/2006/relationships/notesMaster" Target="/ppt/notesMasters/notesMaster1.xml" Id="Rfe34f362567a45f4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9f1c364fd5ec4ccd" /><Relationship Type="http://schemas.openxmlformats.org/officeDocument/2006/relationships/notesMaster" Target="/ppt/notesMasters/notesMaster1.xml" Id="R618b67b45bd64d2b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4220907df7634ae1" /><Relationship Type="http://schemas.openxmlformats.org/officeDocument/2006/relationships/notesMaster" Target="/ppt/notesMasters/notesMaster1.xml" Id="Rc2e67f2e450f4bd4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c77602eb83744076" /><Relationship Type="http://schemas.openxmlformats.org/officeDocument/2006/relationships/notesMaster" Target="/ppt/notesMasters/notesMaster1.xml" Id="R77a48a3ed5074b2c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74f4035cc93d42cb" /><Relationship Type="http://schemas.openxmlformats.org/officeDocument/2006/relationships/notesMaster" Target="/ppt/notesMasters/notesMaster1.xml" Id="R5b0ca5d41a51458b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ff644a4bed3e4460" /><Relationship Type="http://schemas.openxmlformats.org/officeDocument/2006/relationships/notesMaster" Target="/ppt/notesMasters/notesMaster1.xml" Id="Rbd561cfd56d94a47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eb31fe721f13426a" /><Relationship Type="http://schemas.openxmlformats.org/officeDocument/2006/relationships/notesMaster" Target="/ppt/notesMasters/notesMaster1.xml" Id="R51a77da105204f24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dac31286234f4674" /><Relationship Type="http://schemas.openxmlformats.org/officeDocument/2006/relationships/notesMaster" Target="/ppt/notesMasters/notesMaster1.xml" Id="R1902a19c29ee48bc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b9376d8d956c47e2" /><Relationship Type="http://schemas.openxmlformats.org/officeDocument/2006/relationships/notesMaster" Target="/ppt/notesMasters/notesMaster1.xml" Id="R5186047b931d490b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e512bd4bdb094868" /><Relationship Type="http://schemas.openxmlformats.org/officeDocument/2006/relationships/notesMaster" Target="/ppt/notesMasters/notesMaster1.xml" Id="Rbe1ebc21571847d3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6eea4035eaab4b84" /><Relationship Type="http://schemas.openxmlformats.org/officeDocument/2006/relationships/notesMaster" Target="/ppt/notesMasters/notesMaster1.xml" Id="R83df0f5e0a9842d7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92ca566f59484aa8" /><Relationship Type="http://schemas.openxmlformats.org/officeDocument/2006/relationships/notesMaster" Target="/ppt/notesMasters/notesMaster1.xml" Id="R3e1aa0e821e440db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11c575ebc8a84812" /><Relationship Type="http://schemas.openxmlformats.org/officeDocument/2006/relationships/notesMaster" Target="/ppt/notesMasters/notesMaster1.xml" Id="R652291614b2c4a88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0c2f7c1cb5c44642" /><Relationship Type="http://schemas.openxmlformats.org/officeDocument/2006/relationships/notesMaster" Target="/ppt/notesMasters/notesMaster1.xml" Id="Rca1d6cbbab0649f1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3f95dcb0acd24c92" /><Relationship Type="http://schemas.openxmlformats.org/officeDocument/2006/relationships/notesMaster" Target="/ppt/notesMasters/notesMaster1.xml" Id="Rededf77a814f4e5e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27dd5508f47641e7" /><Relationship Type="http://schemas.openxmlformats.org/officeDocument/2006/relationships/notesMaster" Target="/ppt/notesMasters/notesMaster1.xml" Id="Rec38bc23e3b7428b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5b8ff50d20eb4545" /><Relationship Type="http://schemas.openxmlformats.org/officeDocument/2006/relationships/notesMaster" Target="/ppt/notesMasters/notesMaster1.xml" Id="Rcf0df41eeaf44243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fe6ddc6b80b04389" /><Relationship Type="http://schemas.openxmlformats.org/officeDocument/2006/relationships/notesMaster" Target="/ppt/notesMasters/notesMaster1.xml" Id="R9e0fc802d2184555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448f02dc7a5e4b66" /><Relationship Type="http://schemas.openxmlformats.org/officeDocument/2006/relationships/notesMaster" Target="/ppt/notesMasters/notesMaster1.xml" Id="R6e0b3deafe524095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70c96761b11e4c01" /><Relationship Type="http://schemas.openxmlformats.org/officeDocument/2006/relationships/notesMaster" Target="/ppt/notesMasters/notesMaster1.xml" Id="R31d8c8628b794e74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f7ec7d4748434f49" /><Relationship Type="http://schemas.openxmlformats.org/officeDocument/2006/relationships/notesMaster" Target="/ppt/notesMasters/notesMaster1.xml" Id="R70f6e25610034289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6e021419d0c14582" /><Relationship Type="http://schemas.openxmlformats.org/officeDocument/2006/relationships/notesMaster" Target="/ppt/notesMasters/notesMaster1.xml" Id="Re5319b55e8014542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83e0cf115d594bf9" /><Relationship Type="http://schemas.openxmlformats.org/officeDocument/2006/relationships/notesMaster" Target="/ppt/notesMasters/notesMaster1.xml" Id="R65274c95e1904628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109eb5b00bf4615" /><Relationship Type="http://schemas.openxmlformats.org/officeDocument/2006/relationships/notesMaster" Target="/ppt/notesMasters/notesMaster1.xml" Id="Rcdaff1465a014574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bcfc157d90f3480e" /><Relationship Type="http://schemas.openxmlformats.org/officeDocument/2006/relationships/notesMaster" Target="/ppt/notesMasters/notesMaster1.xml" Id="R9a446eafe84d416d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21cdc9b53b1b49ce" /><Relationship Type="http://schemas.openxmlformats.org/officeDocument/2006/relationships/notesMaster" Target="/ppt/notesMasters/notesMaster1.xml" Id="R4b8ed1a5c05e4860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1bd5bfe36b08448f" /><Relationship Type="http://schemas.openxmlformats.org/officeDocument/2006/relationships/notesMaster" Target="/ppt/notesMasters/notesMaster1.xml" Id="R7ced1034cf504e6b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5424eec9b3fd4eb4" /><Relationship Type="http://schemas.openxmlformats.org/officeDocument/2006/relationships/notesMaster" Target="/ppt/notesMasters/notesMaster1.xml" Id="Rb88ca988aea3418d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c957d44537d74945" /><Relationship Type="http://schemas.openxmlformats.org/officeDocument/2006/relationships/notesMaster" Target="/ppt/notesMasters/notesMaster1.xml" Id="R88f5ea39c1e145f2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0b07c0af448c4dae" /><Relationship Type="http://schemas.openxmlformats.org/officeDocument/2006/relationships/notesMaster" Target="/ppt/notesMasters/notesMaster1.xml" Id="R6cb9b8b1a5e0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40980546449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6019bd45d4d98" /><Relationship Type="http://schemas.openxmlformats.org/officeDocument/2006/relationships/slideLayout" Target="/ppt/slideLayouts/slideLayout1.xml" Id="R24c53f69a76248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c53f69a76248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562a349ad426e" /><Relationship Type="http://schemas.openxmlformats.org/officeDocument/2006/relationships/notesSlide" Target="/ppt/notesSlides/notesSlide1.xml" Id="R7ece275a0145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5ef6ce89d4fdb" /><Relationship Type="http://schemas.openxmlformats.org/officeDocument/2006/relationships/notesSlide" Target="/ppt/notesSlides/notesSlide2.xml" Id="Rcd9234c55da543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e09d542b54560" /><Relationship Type="http://schemas.openxmlformats.org/officeDocument/2006/relationships/notesSlide" Target="/ppt/notesSlides/notesSlide3.xml" Id="R53719a9861c8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641fef0be432e" /><Relationship Type="http://schemas.openxmlformats.org/officeDocument/2006/relationships/notesSlide" Target="/ppt/notesSlides/notesSlide4.xml" Id="R208263f525454b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54bca225f4d16" /><Relationship Type="http://schemas.openxmlformats.org/officeDocument/2006/relationships/notesSlide" Target="/ppt/notesSlides/notesSlide5.xml" Id="Rf35f5f183faf47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323957eee4d16" /><Relationship Type="http://schemas.openxmlformats.org/officeDocument/2006/relationships/notesSlide" Target="/ppt/notesSlides/notesSlide6.xml" Id="R8beb065acc344d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bcb84e9bd4d5c" /><Relationship Type="http://schemas.openxmlformats.org/officeDocument/2006/relationships/notesSlide" Target="/ppt/notesSlides/notesSlide7.xml" Id="Rdffa46e0ccdc4b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9fde2c3d64809" /><Relationship Type="http://schemas.openxmlformats.org/officeDocument/2006/relationships/notesSlide" Target="/ppt/notesSlides/notesSlide8.xml" Id="Rcd81315b80d5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1f113147c4e34" /><Relationship Type="http://schemas.openxmlformats.org/officeDocument/2006/relationships/notesSlide" Target="/ppt/notesSlides/notesSlide9.xml" Id="R14ee4cc3e3b143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eec7278694317" /><Relationship Type="http://schemas.openxmlformats.org/officeDocument/2006/relationships/notesSlide" Target="/ppt/notesSlides/notesSlide10.xml" Id="R32902432683744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afb6284f349d1" /><Relationship Type="http://schemas.openxmlformats.org/officeDocument/2006/relationships/notesSlide" Target="/ppt/notesSlides/notesSlide11.xml" Id="R19c90279446049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cc5639c254a43" /><Relationship Type="http://schemas.openxmlformats.org/officeDocument/2006/relationships/notesSlide" Target="/ppt/notesSlides/notesSlide12.xml" Id="Rfaecf5477d7043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0fb929e7849cf" /><Relationship Type="http://schemas.openxmlformats.org/officeDocument/2006/relationships/notesSlide" Target="/ppt/notesSlides/notesSlide13.xml" Id="R5614488a6d0c40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893564f4542db" /><Relationship Type="http://schemas.openxmlformats.org/officeDocument/2006/relationships/notesSlide" Target="/ppt/notesSlides/notesSlide14.xml" Id="R11e2e87b5dfb45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4ddef372f406c" /><Relationship Type="http://schemas.openxmlformats.org/officeDocument/2006/relationships/notesSlide" Target="/ppt/notesSlides/notesSlide15.xml" Id="R4676d50e1f054c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78b50130342b4" /><Relationship Type="http://schemas.openxmlformats.org/officeDocument/2006/relationships/notesSlide" Target="/ppt/notesSlides/notesSlide16.xml" Id="R863f0f8b2a2141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0fb6882c346d7" /><Relationship Type="http://schemas.openxmlformats.org/officeDocument/2006/relationships/notesSlide" Target="/ppt/notesSlides/notesSlide17.xml" Id="R248f8f7a087344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8a50a3e884476" /><Relationship Type="http://schemas.openxmlformats.org/officeDocument/2006/relationships/notesSlide" Target="/ppt/notesSlides/notesSlide18.xml" Id="R50c9216da86a49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fee8ed1324498" /><Relationship Type="http://schemas.openxmlformats.org/officeDocument/2006/relationships/notesSlide" Target="/ppt/notesSlides/notesSlide19.xml" Id="R418ff9ce1f4d4f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071b533744024" /><Relationship Type="http://schemas.openxmlformats.org/officeDocument/2006/relationships/notesSlide" Target="/ppt/notesSlides/notesSlide20.xml" Id="R81b476c1e0e94d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60dae2dfd4cf0" /><Relationship Type="http://schemas.openxmlformats.org/officeDocument/2006/relationships/notesSlide" Target="/ppt/notesSlides/notesSlide21.xml" Id="R7b3cca07b7764f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60205cba04fbe" /><Relationship Type="http://schemas.openxmlformats.org/officeDocument/2006/relationships/notesSlide" Target="/ppt/notesSlides/notesSlide22.xml" Id="R0cc4d7f116fe4c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5ef3ab1d1409b" /><Relationship Type="http://schemas.openxmlformats.org/officeDocument/2006/relationships/notesSlide" Target="/ppt/notesSlides/notesSlide23.xml" Id="Rea3511506ecd46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2b7c48c2d4f09" /><Relationship Type="http://schemas.openxmlformats.org/officeDocument/2006/relationships/notesSlide" Target="/ppt/notesSlides/notesSlide24.xml" Id="R63f7d1267d824b1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4612a84cc4622" /><Relationship Type="http://schemas.openxmlformats.org/officeDocument/2006/relationships/notesSlide" Target="/ppt/notesSlides/notesSlide25.xml" Id="R75d36c3098d64b4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42586d31d43a0" /><Relationship Type="http://schemas.openxmlformats.org/officeDocument/2006/relationships/notesSlide" Target="/ppt/notesSlides/notesSlide26.xml" Id="R99c6da62d2d240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b211fc23540e4" /><Relationship Type="http://schemas.openxmlformats.org/officeDocument/2006/relationships/notesSlide" Target="/ppt/notesSlides/notesSlide27.xml" Id="R3d29e84b98ba40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37924974140ad" /><Relationship Type="http://schemas.openxmlformats.org/officeDocument/2006/relationships/notesSlide" Target="/ppt/notesSlides/notesSlide28.xml" Id="R365fc6bf27894ce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c6789328340ae" /><Relationship Type="http://schemas.openxmlformats.org/officeDocument/2006/relationships/notesSlide" Target="/ppt/notesSlides/notesSlide29.xml" Id="R4ed830d390014a5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14459c6fc404c" /><Relationship Type="http://schemas.openxmlformats.org/officeDocument/2006/relationships/notesSlide" Target="/ppt/notesSlides/notesSlide30.xml" Id="R51a789c1cc6849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b725ff311448a" /><Relationship Type="http://schemas.openxmlformats.org/officeDocument/2006/relationships/notesSlide" Target="/ppt/notesSlides/notesSlide31.xml" Id="R4825a97022fe4c5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a39694d34655" /><Relationship Type="http://schemas.openxmlformats.org/officeDocument/2006/relationships/notesSlide" Target="/ppt/notesSlides/notesSlide32.xml" Id="R4936d4cb044340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62f02f0714221" /><Relationship Type="http://schemas.openxmlformats.org/officeDocument/2006/relationships/notesSlide" Target="/ppt/notesSlides/notesSlide33.xml" Id="R3865def9145d42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6b8528a37483a" /><Relationship Type="http://schemas.openxmlformats.org/officeDocument/2006/relationships/notesSlide" Target="/ppt/notesSlides/notesSlide34.xml" Id="R6aeacc886ae9421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7de6bb70c48db" /><Relationship Type="http://schemas.openxmlformats.org/officeDocument/2006/relationships/notesSlide" Target="/ppt/notesSlides/notesSlide35.xml" Id="R2482e33a88b0479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d12fcff934e4c" /><Relationship Type="http://schemas.openxmlformats.org/officeDocument/2006/relationships/notesSlide" Target="/ppt/notesSlides/notesSlide36.xml" Id="R4eb50dcd7f264b9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85fc76e544617" /><Relationship Type="http://schemas.openxmlformats.org/officeDocument/2006/relationships/notesSlide" Target="/ppt/notesSlides/notesSlide37.xml" Id="R3524ceb347fc4b8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057e4fda44d15" /><Relationship Type="http://schemas.openxmlformats.org/officeDocument/2006/relationships/notesSlide" Target="/ppt/notesSlides/notesSlide38.xml" Id="Rde4cc0a7cb8b4f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47d56652348a8" /><Relationship Type="http://schemas.openxmlformats.org/officeDocument/2006/relationships/notesSlide" Target="/ppt/notesSlides/notesSlide39.xml" Id="Raec35a738e454b0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b594826d446f" /><Relationship Type="http://schemas.openxmlformats.org/officeDocument/2006/relationships/notesSlide" Target="/ppt/notesSlides/notesSlide40.xml" Id="R6a3b7a93f373470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ca3c3e5c3468a" /><Relationship Type="http://schemas.openxmlformats.org/officeDocument/2006/relationships/notesSlide" Target="/ppt/notesSlides/notesSlide41.xml" Id="R919c65370b4340a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b0591df948f9" /><Relationship Type="http://schemas.openxmlformats.org/officeDocument/2006/relationships/notesSlide" Target="/ppt/notesSlides/notesSlide42.xml" Id="R4fb8f2c0efe94c2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197114f9145ba" /><Relationship Type="http://schemas.openxmlformats.org/officeDocument/2006/relationships/notesSlide" Target="/ppt/notesSlides/notesSlide43.xml" Id="Re73415c1e889449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c4441654b4eee" /><Relationship Type="http://schemas.openxmlformats.org/officeDocument/2006/relationships/notesSlide" Target="/ppt/notesSlides/notesSlide44.xml" Id="R4ab2d598634e4eb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4367c64ce49d2" /><Relationship Type="http://schemas.openxmlformats.org/officeDocument/2006/relationships/notesSlide" Target="/ppt/notesSlides/notesSlide45.xml" Id="R0524cca26e3a4d1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61860051a488e" /><Relationship Type="http://schemas.openxmlformats.org/officeDocument/2006/relationships/notesSlide" Target="/ppt/notesSlides/notesSlide46.xml" Id="R92e0f97f78b64b8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b38d599646d5" /><Relationship Type="http://schemas.openxmlformats.org/officeDocument/2006/relationships/notesSlide" Target="/ppt/notesSlides/notesSlide47.xml" Id="Rdb0c618c6af44cc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27dabe5634e02" /><Relationship Type="http://schemas.openxmlformats.org/officeDocument/2006/relationships/notesSlide" Target="/ppt/notesSlides/notesSlide48.xml" Id="R02879ac8bfbd48a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bbffa71064ffa" /><Relationship Type="http://schemas.openxmlformats.org/officeDocument/2006/relationships/notesSlide" Target="/ppt/notesSlides/notesSlide49.xml" Id="Re8c08f44bd1940e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339d01a5d494c" /><Relationship Type="http://schemas.openxmlformats.org/officeDocument/2006/relationships/notesSlide" Target="/ppt/notesSlides/notesSlide50.xml" Id="R81d1cd745d004b7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681a546f74c3e" /><Relationship Type="http://schemas.openxmlformats.org/officeDocument/2006/relationships/notesSlide" Target="/ppt/notesSlides/notesSlide51.xml" Id="R241c3502a8cd46b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7fc475e5b4d29" /><Relationship Type="http://schemas.openxmlformats.org/officeDocument/2006/relationships/notesSlide" Target="/ppt/notesSlides/notesSlide52.xml" Id="R748a70f7c878448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99d95155443e8" /><Relationship Type="http://schemas.openxmlformats.org/officeDocument/2006/relationships/notesSlide" Target="/ppt/notesSlides/notesSlide53.xml" Id="R69715e4ef3a9414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a1ad6bbf4a68" /><Relationship Type="http://schemas.openxmlformats.org/officeDocument/2006/relationships/notesSlide" Target="/ppt/notesSlides/notesSlide54.xml" Id="R8361be8b2bd34eb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a7cdf5ac422f" /><Relationship Type="http://schemas.openxmlformats.org/officeDocument/2006/relationships/notesSlide" Target="/ppt/notesSlides/notesSlide55.xml" Id="Rd4278a8246684e4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5856ec08f437c" /><Relationship Type="http://schemas.openxmlformats.org/officeDocument/2006/relationships/notesSlide" Target="/ppt/notesSlides/notesSlide56.xml" Id="Ra127bc9ae451455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b5724ef5144dc" /><Relationship Type="http://schemas.openxmlformats.org/officeDocument/2006/relationships/notesSlide" Target="/ppt/notesSlides/notesSlide57.xml" Id="Rb5011f8aa4184e5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97b0c00614b8c" /><Relationship Type="http://schemas.openxmlformats.org/officeDocument/2006/relationships/notesSlide" Target="/ppt/notesSlides/notesSlide58.xml" Id="Rf986080db344473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bb6d996284a0e" /><Relationship Type="http://schemas.openxmlformats.org/officeDocument/2006/relationships/notesSlide" Target="/ppt/notesSlides/notesSlide59.xml" Id="R84c87a695e3c42b5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f849565d34b9d" /><Relationship Type="http://schemas.openxmlformats.org/officeDocument/2006/relationships/notesSlide" Target="/ppt/notesSlides/notesSlide60.xml" Id="Re7cfe0bca992453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8f078cc874d45" /><Relationship Type="http://schemas.openxmlformats.org/officeDocument/2006/relationships/notesSlide" Target="/ppt/notesSlides/notesSlide61.xml" Id="R0fe7296aed06491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b3b2f6d814cc9" /><Relationship Type="http://schemas.openxmlformats.org/officeDocument/2006/relationships/notesSlide" Target="/ppt/notesSlides/notesSlide62.xml" Id="R84bc7b8954b14b7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2eb19ac0a4bd2" /><Relationship Type="http://schemas.openxmlformats.org/officeDocument/2006/relationships/notesSlide" Target="/ppt/notesSlides/notesSlide63.xml" Id="R8e075ff1f88e4f4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5ae52412b4d5e" /><Relationship Type="http://schemas.openxmlformats.org/officeDocument/2006/relationships/notesSlide" Target="/ppt/notesSlides/notesSlide64.xml" Id="R1387aa86953d470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582da233e4d18" /><Relationship Type="http://schemas.openxmlformats.org/officeDocument/2006/relationships/notesSlide" Target="/ppt/notesSlides/notesSlide65.xml" Id="R6b90e0cc0c52474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f98e2b8974ba0" /><Relationship Type="http://schemas.openxmlformats.org/officeDocument/2006/relationships/notesSlide" Target="/ppt/notesSlides/notesSlide66.xml" Id="Re72fd1bbfe3c451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dbb3bdd26498a" /><Relationship Type="http://schemas.openxmlformats.org/officeDocument/2006/relationships/notesSlide" Target="/ppt/notesSlides/notesSlide67.xml" Id="R8d1f343862d44d3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3fd9eeeee49f3" /><Relationship Type="http://schemas.openxmlformats.org/officeDocument/2006/relationships/notesSlide" Target="/ppt/notesSlides/notesSlide68.xml" Id="Rc586134b7aff4ca4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7a02afcd94a95" /><Relationship Type="http://schemas.openxmlformats.org/officeDocument/2006/relationships/notesSlide" Target="/ppt/notesSlides/notesSlide69.xml" Id="R0abadf5252f2422c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0160762e44456" /><Relationship Type="http://schemas.openxmlformats.org/officeDocument/2006/relationships/notesSlide" Target="/ppt/notesSlides/notesSlide70.xml" Id="R58d09b367b13457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4b14a0b0f4da1" /><Relationship Type="http://schemas.openxmlformats.org/officeDocument/2006/relationships/notesSlide" Target="/ppt/notesSlides/notesSlide71.xml" Id="Rfd484f445933477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48403d85c4c3e" /><Relationship Type="http://schemas.openxmlformats.org/officeDocument/2006/relationships/notesSlide" Target="/ppt/notesSlides/notesSlide72.xml" Id="R839b02bd809e4fd6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194fb2c2c47a1" /><Relationship Type="http://schemas.openxmlformats.org/officeDocument/2006/relationships/notesSlide" Target="/ppt/notesSlides/notesSlide73.xml" Id="R84df37e14bea41b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e910dc1034dce" /><Relationship Type="http://schemas.openxmlformats.org/officeDocument/2006/relationships/notesSlide" Target="/ppt/notesSlides/notesSlide74.xml" Id="R7a6422ea50ff4a2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fe7877b324456" /><Relationship Type="http://schemas.openxmlformats.org/officeDocument/2006/relationships/notesSlide" Target="/ppt/notesSlides/notesSlide75.xml" Id="Rea0a906e6e2a4dd1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f206b8384b82" /><Relationship Type="http://schemas.openxmlformats.org/officeDocument/2006/relationships/notesSlide" Target="/ppt/notesSlides/notesSlide76.xml" Id="R199a9c37dd66471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572afaf8a4093" /><Relationship Type="http://schemas.openxmlformats.org/officeDocument/2006/relationships/notesSlide" Target="/ppt/notesSlides/notesSlide77.xml" Id="Rb78e2add969640d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8bb41afdf444d" /><Relationship Type="http://schemas.openxmlformats.org/officeDocument/2006/relationships/notesSlide" Target="/ppt/notesSlides/notesSlide78.xml" Id="R717a45a4b37743fe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743e57d7e4f6d" /><Relationship Type="http://schemas.openxmlformats.org/officeDocument/2006/relationships/notesSlide" Target="/ppt/notesSlides/notesSlide79.xml" Id="Rb026cd2cc9ba458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160bb83de44e4" /><Relationship Type="http://schemas.openxmlformats.org/officeDocument/2006/relationships/notesSlide" Target="/ppt/notesSlides/notesSlide80.xml" Id="R84df7bf7f63e410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c9e7f6170435f" /><Relationship Type="http://schemas.openxmlformats.org/officeDocument/2006/relationships/notesSlide" Target="/ppt/notesSlides/notesSlide81.xml" Id="R6e43d525b8754fc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f8c75f005423d" /><Relationship Type="http://schemas.openxmlformats.org/officeDocument/2006/relationships/notesSlide" Target="/ppt/notesSlides/notesSlide82.xml" Id="R8b0197e2ad86413d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75c4c76274988" /><Relationship Type="http://schemas.openxmlformats.org/officeDocument/2006/relationships/notesSlide" Target="/ppt/notesSlides/notesSlide83.xml" Id="R7e2c258ad4df4740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6e23f057d4a6f" /><Relationship Type="http://schemas.openxmlformats.org/officeDocument/2006/relationships/notesSlide" Target="/ppt/notesSlides/notesSlide84.xml" Id="Rcd51c1a9eda4403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c959a80f74cf9" /><Relationship Type="http://schemas.openxmlformats.org/officeDocument/2006/relationships/notesSlide" Target="/ppt/notesSlides/notesSlide85.xml" Id="Rede7145434a3497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6cdcc76004abe" /><Relationship Type="http://schemas.openxmlformats.org/officeDocument/2006/relationships/notesSlide" Target="/ppt/notesSlides/notesSlide86.xml" Id="R83e2f726278544e9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11dc29c14a82" /><Relationship Type="http://schemas.openxmlformats.org/officeDocument/2006/relationships/notesSlide" Target="/ppt/notesSlides/notesSlide87.xml" Id="Rce84f628b664482b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97833bca84c38" /><Relationship Type="http://schemas.openxmlformats.org/officeDocument/2006/relationships/notesSlide" Target="/ppt/notesSlides/notesSlide88.xml" Id="Re877339f67444553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06a09c93444cc" /><Relationship Type="http://schemas.openxmlformats.org/officeDocument/2006/relationships/notesSlide" Target="/ppt/notesSlides/notesSlide89.xml" Id="Rb6556816e2e34b04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8b11ebe834382" /><Relationship Type="http://schemas.openxmlformats.org/officeDocument/2006/relationships/notesSlide" Target="/ppt/notesSlides/notesSlide90.xml" Id="R07b912044fc74d1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63123f0e74cff" /><Relationship Type="http://schemas.openxmlformats.org/officeDocument/2006/relationships/notesSlide" Target="/ppt/notesSlides/notesSlide91.xml" Id="R614d8dec2df14653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03766d8d64286" /><Relationship Type="http://schemas.openxmlformats.org/officeDocument/2006/relationships/notesSlide" Target="/ppt/notesSlides/notesSlide92.xml" Id="R0d8c50d96c534478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eb6f058014887" /><Relationship Type="http://schemas.openxmlformats.org/officeDocument/2006/relationships/notesSlide" Target="/ppt/notesSlides/notesSlide93.xml" Id="R138e3c145d10487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2d51f15604350" /><Relationship Type="http://schemas.openxmlformats.org/officeDocument/2006/relationships/notesSlide" Target="/ppt/notesSlides/notesSlide94.xml" Id="R7d80f935a3ee454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62176cf71467d" /><Relationship Type="http://schemas.openxmlformats.org/officeDocument/2006/relationships/notesSlide" Target="/ppt/notesSlides/notesSlide95.xml" Id="R6ab45b5e0b1b495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68125231a423f" /><Relationship Type="http://schemas.openxmlformats.org/officeDocument/2006/relationships/notesSlide" Target="/ppt/notesSlides/notesSlide96.xml" Id="Rcc30d3af2c6e4d36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8764961734db2" /><Relationship Type="http://schemas.openxmlformats.org/officeDocument/2006/relationships/notesSlide" Target="/ppt/notesSlides/notesSlide97.xml" Id="R8fbe4ff988a142c4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a299767c24dc5" /><Relationship Type="http://schemas.openxmlformats.org/officeDocument/2006/relationships/notesSlide" Target="/ppt/notesSlides/notesSlide98.xml" Id="Rc733b3c373ac4d98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6845bf99d4cf3" /><Relationship Type="http://schemas.openxmlformats.org/officeDocument/2006/relationships/notesSlide" Target="/ppt/notesSlides/notesSlide99.xml" Id="Rde96d0eb5b0245e2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199da31804836" /><Relationship Type="http://schemas.openxmlformats.org/officeDocument/2006/relationships/notesSlide" Target="/ppt/notesSlides/notesSlide100.xml" Id="R809104d016fb454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05fd597a64e09" /><Relationship Type="http://schemas.openxmlformats.org/officeDocument/2006/relationships/notesSlide" Target="/ppt/notesSlides/notesSlide101.xml" Id="Rc5d973feccb844a3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4fb5c36e74c49" /><Relationship Type="http://schemas.openxmlformats.org/officeDocument/2006/relationships/notesSlide" Target="/ppt/notesSlides/notesSlide102.xml" Id="R14bb9bbc1663489a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4c612f5e04716" /><Relationship Type="http://schemas.openxmlformats.org/officeDocument/2006/relationships/notesSlide" Target="/ppt/notesSlides/notesSlide103.xml" Id="Rc54bcf008b7543d2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a607bdd754b22" /><Relationship Type="http://schemas.openxmlformats.org/officeDocument/2006/relationships/notesSlide" Target="/ppt/notesSlides/notesSlide104.xml" Id="Rec5bd75ad0ba4d39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a303350540f2" /><Relationship Type="http://schemas.openxmlformats.org/officeDocument/2006/relationships/notesSlide" Target="/ppt/notesSlides/notesSlide105.xml" Id="R3300968bd5004140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d8ffacd4e4b71" /><Relationship Type="http://schemas.openxmlformats.org/officeDocument/2006/relationships/notesSlide" Target="/ppt/notesSlides/notesSlide106.xml" Id="Red1f94e7c2674be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c13fa31f84a12" /><Relationship Type="http://schemas.openxmlformats.org/officeDocument/2006/relationships/notesSlide" Target="/ppt/notesSlides/notesSlide107.xml" Id="Rcb77c4acc4b94a7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8ee8e9c6a4ec3" /><Relationship Type="http://schemas.openxmlformats.org/officeDocument/2006/relationships/notesSlide" Target="/ppt/notesSlides/notesSlide108.xml" Id="Rc6919caca1e243b6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eeece7fe14300" /><Relationship Type="http://schemas.openxmlformats.org/officeDocument/2006/relationships/notesSlide" Target="/ppt/notesSlides/notesSlide109.xml" Id="R832ba48f33114a52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03eec9bd64160" /><Relationship Type="http://schemas.openxmlformats.org/officeDocument/2006/relationships/notesSlide" Target="/ppt/notesSlides/notesSlide110.xml" Id="Rf13e471ffef148e0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1ba34e94a4b90" /><Relationship Type="http://schemas.openxmlformats.org/officeDocument/2006/relationships/notesSlide" Target="/ppt/notesSlides/notesSlide111.xml" Id="R1b409e99ba7240a7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8d2e4384744b6" /><Relationship Type="http://schemas.openxmlformats.org/officeDocument/2006/relationships/notesSlide" Target="/ppt/notesSlides/notesSlide112.xml" Id="R699c89d581534a2f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c3fb8d1f149db" /><Relationship Type="http://schemas.openxmlformats.org/officeDocument/2006/relationships/notesSlide" Target="/ppt/notesSlides/notesSlide113.xml" Id="Rf6c54fbecd28403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6d1cc54e149be" /><Relationship Type="http://schemas.openxmlformats.org/officeDocument/2006/relationships/notesSlide" Target="/ppt/notesSlides/notesSlide114.xml" Id="Rc5931c8937704acf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130aed21b417d" /><Relationship Type="http://schemas.openxmlformats.org/officeDocument/2006/relationships/notesSlide" Target="/ppt/notesSlides/notesSlide115.xml" Id="Ra9c835fc3b5c4fc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9dc9985f1469b" /><Relationship Type="http://schemas.openxmlformats.org/officeDocument/2006/relationships/notesSlide" Target="/ppt/notesSlides/notesSlide116.xml" Id="R7bca04118bcf4777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02fe975fc48ce" /><Relationship Type="http://schemas.openxmlformats.org/officeDocument/2006/relationships/notesSlide" Target="/ppt/notesSlides/notesSlide117.xml" Id="Rd4c4ee48b13b4236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f12c8dd624b76" /><Relationship Type="http://schemas.openxmlformats.org/officeDocument/2006/relationships/notesSlide" Target="/ppt/notesSlides/notesSlide118.xml" Id="Ra471afd5ae0348b8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6096a76804640" /><Relationship Type="http://schemas.openxmlformats.org/officeDocument/2006/relationships/notesSlide" Target="/ppt/notesSlides/notesSlide119.xml" Id="R657b69ba5b874097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706cb4d248c3" /><Relationship Type="http://schemas.openxmlformats.org/officeDocument/2006/relationships/notesSlide" Target="/ppt/notesSlides/notesSlide120.xml" Id="R66f92ec60d2043b0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e22c91d264ba1" /><Relationship Type="http://schemas.openxmlformats.org/officeDocument/2006/relationships/notesSlide" Target="/ppt/notesSlides/notesSlide121.xml" Id="Raf38fd5bb3e24ef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26e57d0b34555" /><Relationship Type="http://schemas.openxmlformats.org/officeDocument/2006/relationships/notesSlide" Target="/ppt/notesSlides/notesSlide122.xml" Id="R8793d2baa8be41fb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624bdbb9044fa" /><Relationship Type="http://schemas.openxmlformats.org/officeDocument/2006/relationships/notesSlide" Target="/ppt/notesSlides/notesSlide123.xml" Id="R8256c7cf0a2747d3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68a1936114312" /><Relationship Type="http://schemas.openxmlformats.org/officeDocument/2006/relationships/notesSlide" Target="/ppt/notesSlides/notesSlide124.xml" Id="R0ff7aae9554f4f5b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f29f1de2431c" /><Relationship Type="http://schemas.openxmlformats.org/officeDocument/2006/relationships/notesSlide" Target="/ppt/notesSlides/notesSlide125.xml" Id="R815422c26de44f8f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198ed9bde4dda" /><Relationship Type="http://schemas.openxmlformats.org/officeDocument/2006/relationships/notesSlide" Target="/ppt/notesSlides/notesSlide126.xml" Id="Reb2d7094f6e844f0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95d368ab04ebd" /><Relationship Type="http://schemas.openxmlformats.org/officeDocument/2006/relationships/notesSlide" Target="/ppt/notesSlides/notesSlide127.xml" Id="R5f19f505dfa547d1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531c3c6794ba0" /><Relationship Type="http://schemas.openxmlformats.org/officeDocument/2006/relationships/notesSlide" Target="/ppt/notesSlides/notesSlide128.xml" Id="R2a93eb9fe6cf4e24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7d9b008844825" /><Relationship Type="http://schemas.openxmlformats.org/officeDocument/2006/relationships/notesSlide" Target="/ppt/notesSlides/notesSlide129.xml" Id="Rc2bb11d09bb240bb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1a66e891a49e4" /><Relationship Type="http://schemas.openxmlformats.org/officeDocument/2006/relationships/notesSlide" Target="/ppt/notesSlides/notesSlide130.xml" Id="R57af5c1c14c54a3e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07b393d04771" /><Relationship Type="http://schemas.openxmlformats.org/officeDocument/2006/relationships/notesSlide" Target="/ppt/notesSlides/notesSlide131.xml" Id="R0985266cff254b27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50ecde4e443a1" /><Relationship Type="http://schemas.openxmlformats.org/officeDocument/2006/relationships/notesSlide" Target="/ppt/notesSlides/notesSlide132.xml" Id="R021f61aa62744838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a10c0ee4a4530" /><Relationship Type="http://schemas.openxmlformats.org/officeDocument/2006/relationships/notesSlide" Target="/ppt/notesSlides/notesSlide133.xml" Id="Rc284ea24d8904a3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0c853c2fd46c0" /><Relationship Type="http://schemas.openxmlformats.org/officeDocument/2006/relationships/notesSlide" Target="/ppt/notesSlides/notesSlide134.xml" Id="Rd42298f3ce1f4577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725d4430a4e16" /><Relationship Type="http://schemas.openxmlformats.org/officeDocument/2006/relationships/notesSlide" Target="/ppt/notesSlides/notesSlide135.xml" Id="Rd6ff927efb3844df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e067f997c4f3b" /><Relationship Type="http://schemas.openxmlformats.org/officeDocument/2006/relationships/notesSlide" Target="/ppt/notesSlides/notesSlide136.xml" Id="Re12a0a8e475e4045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3e908bf804c63" /><Relationship Type="http://schemas.openxmlformats.org/officeDocument/2006/relationships/notesSlide" Target="/ppt/notesSlides/notesSlide137.xml" Id="Rbbea78f4ff6042af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64608992a4b7d" /><Relationship Type="http://schemas.openxmlformats.org/officeDocument/2006/relationships/notesSlide" Target="/ppt/notesSlides/notesSlide138.xml" Id="R7e92fa21d20f4bd9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bada554104ee4" /><Relationship Type="http://schemas.openxmlformats.org/officeDocument/2006/relationships/notesSlide" Target="/ppt/notesSlides/notesSlide139.xml" Id="R1feca29120ac4cc6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e59bdf69c4d82" /><Relationship Type="http://schemas.openxmlformats.org/officeDocument/2006/relationships/notesSlide" Target="/ppt/notesSlides/notesSlide140.xml" Id="R3353bbfe95a849a3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b42f38ff24daa" /><Relationship Type="http://schemas.openxmlformats.org/officeDocument/2006/relationships/notesSlide" Target="/ppt/notesSlides/notesSlide141.xml" Id="R1d2cb63954b0420d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76a6845ce446b" /><Relationship Type="http://schemas.openxmlformats.org/officeDocument/2006/relationships/notesSlide" Target="/ppt/notesSlides/notesSlide142.xml" Id="Refd0834243344534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968dd12ad4d24" /><Relationship Type="http://schemas.openxmlformats.org/officeDocument/2006/relationships/notesSlide" Target="/ppt/notesSlides/notesSlide143.xml" Id="R8206abbfa63a4e86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4169fded84a61" /><Relationship Type="http://schemas.openxmlformats.org/officeDocument/2006/relationships/notesSlide" Target="/ppt/notesSlides/notesSlide144.xml" Id="Raf37a6f986224904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b1b77024546ae" /><Relationship Type="http://schemas.openxmlformats.org/officeDocument/2006/relationships/notesSlide" Target="/ppt/notesSlides/notesSlide145.xml" Id="Rae947887b84145b8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a121013de4053" /><Relationship Type="http://schemas.openxmlformats.org/officeDocument/2006/relationships/notesSlide" Target="/ppt/notesSlides/notesSlide146.xml" Id="R3458f73321fa4118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78a2e85454b37" /><Relationship Type="http://schemas.openxmlformats.org/officeDocument/2006/relationships/notesSlide" Target="/ppt/notesSlides/notesSlide147.xml" Id="Rc8b8fe5d9b074537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366ed8dfe45f7" /><Relationship Type="http://schemas.openxmlformats.org/officeDocument/2006/relationships/notesSlide" Target="/ppt/notesSlides/notesSlide148.xml" Id="Rf899f0b43ed44a0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16737f714d01" /><Relationship Type="http://schemas.openxmlformats.org/officeDocument/2006/relationships/notesSlide" Target="/ppt/notesSlides/notesSlide149.xml" Id="Rd086588b38d0423a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07a4ccc214f6b" /><Relationship Type="http://schemas.openxmlformats.org/officeDocument/2006/relationships/notesSlide" Target="/ppt/notesSlides/notesSlide150.xml" Id="Re5d55273383143c5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451f1d0cc4736" /><Relationship Type="http://schemas.openxmlformats.org/officeDocument/2006/relationships/notesSlide" Target="/ppt/notesSlides/notesSlide151.xml" Id="Rdccb8af1e4574b78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cc5085def4615" /><Relationship Type="http://schemas.openxmlformats.org/officeDocument/2006/relationships/notesSlide" Target="/ppt/notesSlides/notesSlide152.xml" Id="R89d1c91fe11b4f41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5010566de482a" /><Relationship Type="http://schemas.openxmlformats.org/officeDocument/2006/relationships/notesSlide" Target="/ppt/notesSlides/notesSlide153.xml" Id="R3b8180dcb91045e3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759f098624c59" /><Relationship Type="http://schemas.openxmlformats.org/officeDocument/2006/relationships/notesSlide" Target="/ppt/notesSlides/notesSlide154.xml" Id="R0d9d767425ec48c5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be213d4f14d65" /><Relationship Type="http://schemas.openxmlformats.org/officeDocument/2006/relationships/notesSlide" Target="/ppt/notesSlides/notesSlide155.xml" Id="Rac03a9cc474841fe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e06b3d7534c29" /><Relationship Type="http://schemas.openxmlformats.org/officeDocument/2006/relationships/notesSlide" Target="/ppt/notesSlides/notesSlide156.xml" Id="Racac2ecc8c4d4a9f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6ee8c7b3d42e6" /><Relationship Type="http://schemas.openxmlformats.org/officeDocument/2006/relationships/notesSlide" Target="/ppt/notesSlides/notesSlide157.xml" Id="Rac5188b1ea164a67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439d2358946a0" /><Relationship Type="http://schemas.openxmlformats.org/officeDocument/2006/relationships/notesSlide" Target="/ppt/notesSlides/notesSlide158.xml" Id="Re8c01ee26d414e2e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48ec1172c4eb9" /><Relationship Type="http://schemas.openxmlformats.org/officeDocument/2006/relationships/notesSlide" Target="/ppt/notesSlides/notesSlide159.xml" Id="Rd14078aad66c4e0e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500c8cc0541b2" /><Relationship Type="http://schemas.openxmlformats.org/officeDocument/2006/relationships/notesSlide" Target="/ppt/notesSlides/notesSlide160.xml" Id="R539917dc0d754918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dff713b7e4628" /><Relationship Type="http://schemas.openxmlformats.org/officeDocument/2006/relationships/notesSlide" Target="/ppt/notesSlides/notesSlide161.xml" Id="Rf7e7858cee074f84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11d9c5c284335" /><Relationship Type="http://schemas.openxmlformats.org/officeDocument/2006/relationships/notesSlide" Target="/ppt/notesSlides/notesSlide162.xml" Id="Ra5a38f95cd7d4258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399d4a42342d9" /><Relationship Type="http://schemas.openxmlformats.org/officeDocument/2006/relationships/notesSlide" Target="/ppt/notesSlides/notesSlide163.xml" Id="R7cfd944e1bd74111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0dc34f33545d0" /><Relationship Type="http://schemas.openxmlformats.org/officeDocument/2006/relationships/notesSlide" Target="/ppt/notesSlides/notesSlide164.xml" Id="R0d3fbf16c98a4268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381880f4748ed" /><Relationship Type="http://schemas.openxmlformats.org/officeDocument/2006/relationships/notesSlide" Target="/ppt/notesSlides/notesSlide165.xml" Id="R82b3115243774186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70b4f7ef74e98" /><Relationship Type="http://schemas.openxmlformats.org/officeDocument/2006/relationships/notesSlide" Target="/ppt/notesSlides/notesSlide166.xml" Id="R6511301c87674c74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8397434e94520" /><Relationship Type="http://schemas.openxmlformats.org/officeDocument/2006/relationships/notesSlide" Target="/ppt/notesSlides/notesSlide167.xml" Id="R38381bf3cf6d4f48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b69a728ac419c" /><Relationship Type="http://schemas.openxmlformats.org/officeDocument/2006/relationships/notesSlide" Target="/ppt/notesSlides/notesSlide168.xml" Id="R6bd28b6bc68f4134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c6f2d50b441f" /><Relationship Type="http://schemas.openxmlformats.org/officeDocument/2006/relationships/notesSlide" Target="/ppt/notesSlides/notesSlide169.xml" Id="R2100f660ef424fdc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60e9953e3464f" /><Relationship Type="http://schemas.openxmlformats.org/officeDocument/2006/relationships/notesSlide" Target="/ppt/notesSlides/notesSlide170.xml" Id="Re5024bf2c9344c08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0ac377a2a4c0c" /><Relationship Type="http://schemas.openxmlformats.org/officeDocument/2006/relationships/notesSlide" Target="/ppt/notesSlides/notesSlide171.xml" Id="Ra420c908ed474d3b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91401f2e4c42" /><Relationship Type="http://schemas.openxmlformats.org/officeDocument/2006/relationships/notesSlide" Target="/ppt/notesSlides/notesSlide172.xml" Id="R8e2945c8299f4c26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b8998594a433c" /><Relationship Type="http://schemas.openxmlformats.org/officeDocument/2006/relationships/notesSlide" Target="/ppt/notesSlides/notesSlide173.xml" Id="R5133fb36ece74599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ae8e62c654892" /><Relationship Type="http://schemas.openxmlformats.org/officeDocument/2006/relationships/notesSlide" Target="/ppt/notesSlides/notesSlide174.xml" Id="R57b3c376d48e4503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a04aaaf2f4688" /><Relationship Type="http://schemas.openxmlformats.org/officeDocument/2006/relationships/notesSlide" Target="/ppt/notesSlides/notesSlide175.xml" Id="Ra70c4bb1a8e74c2e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e9fe6b73e413d" /><Relationship Type="http://schemas.openxmlformats.org/officeDocument/2006/relationships/notesSlide" Target="/ppt/notesSlides/notesSlide176.xml" Id="R6735d6ab1dad4408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a11382a66463f" /><Relationship Type="http://schemas.openxmlformats.org/officeDocument/2006/relationships/notesSlide" Target="/ppt/notesSlides/notesSlide177.xml" Id="R5996dc2ed09e4e00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73b7fee24914" /><Relationship Type="http://schemas.openxmlformats.org/officeDocument/2006/relationships/notesSlide" Target="/ppt/notesSlides/notesSlide178.xml" Id="Rcf4e91510b294e21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be979386b4430" /><Relationship Type="http://schemas.openxmlformats.org/officeDocument/2006/relationships/notesSlide" Target="/ppt/notesSlides/notesSlide179.xml" Id="R72dfb61e4d744c53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0865150d1447d" /><Relationship Type="http://schemas.openxmlformats.org/officeDocument/2006/relationships/notesSlide" Target="/ppt/notesSlides/notesSlide180.xml" Id="R7d56f55efe614470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5ed7e4e794a43" /><Relationship Type="http://schemas.openxmlformats.org/officeDocument/2006/relationships/notesSlide" Target="/ppt/notesSlides/notesSlide181.xml" Id="R25271e3107c44a02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e7c6276304034" /><Relationship Type="http://schemas.openxmlformats.org/officeDocument/2006/relationships/notesSlide" Target="/ppt/notesSlides/notesSlide182.xml" Id="Rec878eb80b4743ac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c0393865d4eb2" /><Relationship Type="http://schemas.openxmlformats.org/officeDocument/2006/relationships/notesSlide" Target="/ppt/notesSlides/notesSlide183.xml" Id="R965d34c78ab6425b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19cad62674323" /><Relationship Type="http://schemas.openxmlformats.org/officeDocument/2006/relationships/notesSlide" Target="/ppt/notesSlides/notesSlide184.xml" Id="R3bbcca11a4a24cdc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3d2a0683240e4" /><Relationship Type="http://schemas.openxmlformats.org/officeDocument/2006/relationships/notesSlide" Target="/ppt/notesSlides/notesSlide185.xml" Id="R47b4a3c66d8c4789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b4bb7ce984f79" /><Relationship Type="http://schemas.openxmlformats.org/officeDocument/2006/relationships/notesSlide" Target="/ppt/notesSlides/notesSlide186.xml" Id="R8639691574e4423c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5bc302c46475b" /><Relationship Type="http://schemas.openxmlformats.org/officeDocument/2006/relationships/notesSlide" Target="/ppt/notesSlides/notesSlide187.xml" Id="R1e5894000013453e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c3023c3ab4bcf" /><Relationship Type="http://schemas.openxmlformats.org/officeDocument/2006/relationships/notesSlide" Target="/ppt/notesSlides/notesSlide188.xml" Id="Rbc9868cadf2549a9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cfef105cd4c8c" /><Relationship Type="http://schemas.openxmlformats.org/officeDocument/2006/relationships/notesSlide" Target="/ppt/notesSlides/notesSlide189.xml" Id="R5695c7d06c474648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8bccba4e14371" /><Relationship Type="http://schemas.openxmlformats.org/officeDocument/2006/relationships/notesSlide" Target="/ppt/notesSlides/notesSlide190.xml" Id="Rbcf86ac64721451f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ce3b48194807" /><Relationship Type="http://schemas.openxmlformats.org/officeDocument/2006/relationships/notesSlide" Target="/ppt/notesSlides/notesSlide191.xml" Id="R4ba42a5817fa4079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2c45a34514308" /><Relationship Type="http://schemas.openxmlformats.org/officeDocument/2006/relationships/notesSlide" Target="/ppt/notesSlides/notesSlide192.xml" Id="R3d88d4c68fcf4cac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0c232f1ab448e" /><Relationship Type="http://schemas.openxmlformats.org/officeDocument/2006/relationships/notesSlide" Target="/ppt/notesSlides/notesSlide193.xml" Id="R27030684562641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76353-4104-4937-8179-A67E9DD2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B28B6-7397-450E-AA98-95D676AC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(2008-2022) Question Bank Short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BCD0E-91F0-403B-84AA-75A3A5C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Write Notes, Short Notes and Short Answers arranged by repeated topic frequency.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33572-8B64-420C-824E-8CF51C34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400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3413C-2215-4BE2-A1C2-8A8CB6EB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446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806B7-4A47-439A-9D8F-9288D09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questions collected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11D4F-B633-420A-84FD-369D8C0F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2400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E8B28-ED83-49DA-9F0F-6AF90C36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226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09460-A162-455E-A29E-9175216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EB754-3B7E-46D7-AD57-E533693E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95700"/>
            <a:ext cx="2400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748AD-0BE6-4EED-A4F4-15297B2E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862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220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B0AA-986A-4AA4-A512-73BF9312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C3FE9-A09D-41EC-99DD-344A045E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24003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D0C96-E2A6-4F55-A68F-11AF077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</a:defRPr>
            </a:pPr>
            <a:r>
              <a:rPr sz="2700" b="1">
                <a:solidFill>
                  <a:srgbClr val="0F766E"/>
                </a:solidFill>
              </a:rPr>
              <a:t>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2F51F-AB8A-4CA9-848B-06F0F8BD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815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topic 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97A06-6E24-452B-8A60-1B55F79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B56"/>
                </a:solidFill>
              </a:defRPr>
            </a:pPr>
            <a:r>
              <a:rPr sz="1650" b="1">
                <a:solidFill>
                  <a:srgbClr val="183B56"/>
                </a:solidFill>
              </a:rPr>
              <a:t>Top repeated category: Ulcers (29 times)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94750-29E8-41A4-A5F9-83C65BEF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E40A5-FAFB-495C-B07E-5348DF8D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33C53-CA4A-4BC6-AF8A-19BEEA68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Source: 581239KT.pdf</a:t>
            </a:r>
          </a:p>
        </p:txBody>
      </p:sp>
    </p:spTree>
    <p:extLst>
      <p:ext uri="{BB962C8B-B14F-4D97-AF65-F5344CB8AC3E}">
        <p14:creationId xmlns:p14="http://schemas.microsoft.com/office/powerpoint/2010/main" val="491189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1794A8-D8F8-4E7B-989D-6964D191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Most repeated topics come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74CB7-B089-4C5E-8BC6-E505DBA5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Use this as the quick revision priority list before the detailed question slides.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D29A1-A8D8-4687-9C21-A13CA6FE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12781-0CB9-4168-BA11-4FB4F61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Priority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B0842-4D66-4751-A101-81A8BB67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8F5"/>
          </a:solidFill>
          <a:ln xmlns:a="http://schemas.openxmlformats.org/drawingml/2006/main" w="9525">
            <a:solidFill>
              <a:srgbClr val="9E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9DA77-176F-4170-A255-70033F54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5B79F-C563-439E-ACFD-C2B97FB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43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29 times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A5014-AA3B-4386-828D-D90A6E09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8F5"/>
          </a:solidFill>
          <a:ln xmlns:a="http://schemas.openxmlformats.org/drawingml/2006/main" w="9525">
            <a:solidFill>
              <a:srgbClr val="9E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4AFDE-40FC-42D0-987A-137D954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0FA56-BE53-4005-88A3-A8F634CC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90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24 times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784DD-0C14-446F-9FDF-6FC2F47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8F5"/>
          </a:solidFill>
          <a:ln xmlns:a="http://schemas.openxmlformats.org/drawingml/2006/main" w="9525">
            <a:solidFill>
              <a:srgbClr val="9E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8871F-D2C5-470A-8BAA-B325214B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1CC3C-84DF-4D3F-94B0-AAF4F30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24 times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03F80-6312-4904-AF47-0C8E30BE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8F5"/>
          </a:solidFill>
          <a:ln xmlns:a="http://schemas.openxmlformats.org/drawingml/2006/main" w="9525">
            <a:solidFill>
              <a:srgbClr val="9E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199CE-4DCB-472F-9A92-C6C2161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EF057-1D27-4F8E-BEB2-3E53620C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86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23 times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95582-7D38-4600-9700-82D1E2E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8F5"/>
          </a:solidFill>
          <a:ln xmlns:a="http://schemas.openxmlformats.org/drawingml/2006/main" w="9525">
            <a:solidFill>
              <a:srgbClr val="9ED8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91324-A9AE-48EC-A791-44024BE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5. Burns and scalds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62961-8BA0-4A97-9F68-5BC33C2F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20 times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DB8F5B-E75F-46CB-A055-9FAD2C7F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C32FA-9735-4F12-BD82-761FCA97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6. Gastrointestinal and abdominal conditions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75021-AE0C-42A2-A653-94FAB928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81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17 times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D2A409-760D-495A-B7E5-C2AAD851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36852-4BA3-4BE1-B792-0920B659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7. Refractive errors and vision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770D2-0194-4F78-ABD2-3E8D33E9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16 times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54ADB-4D3B-4DDF-A7AA-E51E7C77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0057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055938-26DA-4CF8-9717-602B455A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8. Fracture, dislocation and sprain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11A15-CB97-4CE9-9FDA-FEF38FEF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76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13 times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B40C8-2575-4129-867B-20E84407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2E20B-2581-460D-96E5-E21F44C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9. Cyst, ganglion and cystic lesions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90B0C-7A25-4198-8CFA-6B833685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24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times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6542C-21D2-4956-A695-BE923710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DD84A1-0226-4DE8-A289-FD4EB83C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10. Gangrene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ABFDD3-CE6C-487A-9BCB-A9C4448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72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12 times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CDE03B-8665-42B0-B59A-D37481D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6685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5EF2F-DD21-4E32-B860-45644229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430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11. Surgical examination, investigations and procedures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0C606F-3955-461E-8947-3B481FD4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543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11 times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2B35C6-2104-462F-930F-E3A84974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9AB1D-9CF5-4CAA-B177-945C199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907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12. Nerve, hand and shoulder lesions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9E0487-1813-4D92-BB5D-048A0CBF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907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times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37C959-F00F-4E76-8D05-FE26BC4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03B52F-E0AF-4275-9D35-416455B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13. Sebaceous cyst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CF4A48-6C2C-4E4A-A84F-688DFA5D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times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8607D-931D-4A1A-874D-5F392EED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987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0756CE-8F78-475F-8C89-7B6A33F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8607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14. Sinus and fistula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6B81AE-4AA9-47CC-AB03-EA5EC3A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86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times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328B14-436D-4B66-92FB-83B749B0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85F7C6-0C94-4D79-8156-DE81215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15. Squint, nystagmus and ocular tests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90BF55-1D90-440D-8038-1FED8A9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33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10 times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B55919-A924-4B55-ACA2-90993F1F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0522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EA83A0-7DDC-4932-963B-7CF1E726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16. Cataract and lens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3AA082-57E3-4289-A4CC-AC3A433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814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9 times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E97F53-1738-4E7B-89C1-33033D47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5290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241DDB-E1E0-4381-AC24-5E3F6B7E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17. Deep vein thrombosis and thrombophlebitis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38729B-A5FD-494D-8832-7F961535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29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9 times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61BC86-49A0-4656-8DB5-EAAB537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0057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BF6323-AE78-48CC-A806-4CAE633F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7677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18. Hodgkin, lymphoma and neurofibroma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48607E-EFD4-4A74-8154-DA85B250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676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8 times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44B622-9EAA-4F7A-AD25-6BE74B17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BFDBB8-409F-4CAD-9AF9-2286DAA3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19. Keloid and scars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9816A3-53BF-42A6-A16E-20CB9CD4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24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8 times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AF694C-59F5-40AB-A3ED-2CC24E89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95925"/>
            <a:ext cx="51435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114036-16B3-4939-BF0C-C431FA6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72125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20. Lipoma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0620C2-923D-4B1F-8064-EA979F3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72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8 times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A72A35-EBF1-46FA-908A-7A8079B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21B4DD-52EB-48AE-A73A-CC706485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B08DE2-B125-4483-BFAA-B215F382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Top 20 of 67 categories</a:t>
            </a:r>
          </a:p>
        </p:txBody>
      </p:sp>
    </p:spTree>
    <p:extLst>
      <p:ext uri="{BB962C8B-B14F-4D97-AF65-F5344CB8AC3E}">
        <p14:creationId xmlns:p14="http://schemas.microsoft.com/office/powerpoint/2010/main" val="1973884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7D8204-4AFA-4BAD-BBDA-17AAD54E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8F498-798E-43F7-9686-F807393E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Ulcers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A2125-CFAE-4E5E-B620-9C9EF982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29 times asked across 9 Write Notes and 20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194E0-9287-479D-A527-AD352CA1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16F60-231F-4726-9568-715FDC0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9C962-F6A8-49DB-98AD-0C19E92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52A75-8921-4B7E-95C8-8BF9087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4AD47-A411-4877-9C74-4DFCC4E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5D3E9-B47D-4555-B29D-46C1CA84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F0E03-F485-4C73-87AD-3FBF8C5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5E60A-C5BF-4705-8A98-CEA20C79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8B7EE-48DE-4E49-A79C-BE621C64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29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950140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6F5767-1C1F-4C6E-83BB-77B26FF3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07954-1599-41A1-A7E4-4DE00BE9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29 times asked | 9 Write Notes | 20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7957B-B4D8-4803-88F2-49534112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1F959-1800-4C48-BB0C-4DD8E903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B7B28-03A3-430F-BE74-BD8727B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E0FB2-7DCC-445F-BCF4-FE36E807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38510-C960-4121-9D39-4989D5AE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0A576-D946-4575-B08B-15ABA34D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E656E-36F8-4D2E-A597-55E0C355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C1DBF-D90C-43CC-8B88-BE6A5A50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Gummatous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5A1A8-8FCE-49C1-88B3-396B01DC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D60FD-6125-40ED-9311-DBEDB0BC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06243-CBC4-46EF-ACFB-1AB9E29C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F5A18-02C6-4130-A31C-21187361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7EADB-719F-41D8-A378-B5B340C0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7F06E-4889-4645-A437-E95C11FA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Meleney's ulcer.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A55C9-4898-4166-B392-F487A06D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83ECD-D88A-4385-ABC5-FAB250E3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D6DDD-EB15-42E0-98AA-1FF69929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CB950-501D-4659-9681-1FFDF093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402129-6827-4ED0-A90D-7B7E4F4D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5A1A40-6852-466F-8371-C0DE3B1F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Rodent ulcer.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75C26-E381-4C20-9F60-ACDDC8AC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17A4D-E265-482B-9E5A-D328EC25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8F844-E867-4105-8519-3C80674C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5E8B1-BA7E-4D2B-976B-838103C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9BB8E4-3203-4C21-A721-B348FEBB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B45DFE-67C1-44F3-8D54-3707021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Cryopathic ulcer.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0FE93-5FEB-4118-97B9-60E07DED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B31E31-A145-4D23-BFC3-5B6CAEFD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B5CFB-522A-4D60-875F-C300B1D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73AC8-B506-48FC-B045-0A16537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F44B6-5028-42F9-A74B-B0A8B77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831EA-0EE8-4C52-9AC8-31470ED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Rodent ulcer.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65C402-6DFC-4A35-8DF7-1F0712E9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EB4DC1-48F0-46DE-BC07-C854C5D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6BB6E8-FE19-4E77-8312-33F8EB85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 | Ulcers</a:t>
            </a:r>
          </a:p>
        </p:txBody>
      </p:sp>
    </p:spTree>
    <p:extLst>
      <p:ext uri="{BB962C8B-B14F-4D97-AF65-F5344CB8AC3E}">
        <p14:creationId xmlns:p14="http://schemas.microsoft.com/office/powerpoint/2010/main" val="21146502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EC8C85-288A-4E40-A211-19BD5B5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0069F-7891-4C24-AB30-9D62A52A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29 times asked | 9 Write Notes | 20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2D83D-08C3-4532-B38A-3B0C8BE8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B5FE4-6A38-4650-8BB6-28F6B2A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CE27D-E7ED-4659-91C1-55642C81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D9B8-0C34-4065-A4CD-6AC8A477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35233-242C-4B05-81C0-63F4EC3A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B0BB6-3AEF-43AB-8296-6CB753D8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FD5B4-B562-4907-AC7E-9A9BF6DA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90359-A459-4058-A312-87D8B385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Trophic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7421B-DF34-47A7-915B-A64EFB9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B30A2-FB5D-4DC2-AD35-E304B4D1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647E8-9150-4B8E-8E40-6223C379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E0477-BEF6-4F87-ADC8-9F662E75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88E45-C274-480C-A305-33E36B68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E2FB4-AF08-44E1-BAF5-2CC94A0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Callosity.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7249F-BB9E-4B08-A1D5-537D05D6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FD8B1-3EA5-4D34-8C9B-C627B51C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E6891-A0B6-4512-BDA9-E4AF4CD2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30A1B9-96B8-410D-9821-9FF815C6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4AE97-0BFD-41A5-833A-23D53B4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79582-BA94-4319-B4EE-9D556990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Diabetic Ulcer.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745DF-8260-4440-B2A1-8160D922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8EC06-273F-4706-922A-46299959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2CDD1-3EF7-45D1-9808-897B02A5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319AD-C1F4-4875-A783-2083A015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D317B-036A-4F6E-82C0-328370E5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BA517-FCA5-4297-AE26-D75C4131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Venous Ulcer.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1B487-FD3B-483D-9903-FEEDFAF0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2491B8-79C2-40C4-BBB0-8B54A7C7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712B9-441C-44D2-BA8F-2FB5CB0A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6F476-ED7B-411D-B0B3-D7785747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40BA2D-D9CE-484C-9F12-7BD99859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51610-91FD-421F-8E6E-CF3A8B58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Ulcer.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4DD7C4-0D85-400B-9278-4951AFF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D0D6E-2537-48B3-B91C-152F264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37F369-08B9-4DBA-B42D-7C9B4450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 | Ulcers</a:t>
            </a:r>
          </a:p>
        </p:txBody>
      </p:sp>
    </p:spTree>
    <p:extLst>
      <p:ext uri="{BB962C8B-B14F-4D97-AF65-F5344CB8AC3E}">
        <p14:creationId xmlns:p14="http://schemas.microsoft.com/office/powerpoint/2010/main" val="86136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C2FCB-ABB9-4F2D-AC45-185150D0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BB8DB-FA10-417D-B205-CF65CA01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29 times asked | 9 Write Notes | 20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C875B-3741-47EC-8CD1-D0EE243E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3682C-CA75-4869-9780-001C4E70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360D2-4BAD-449F-AF4D-3DE5F76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BC795-13A5-4795-A240-A4367FED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74AE4-8D60-41B1-8B5D-4956CBE3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7F4BC-E7B1-456D-A7F4-6B29357C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4778F-82E3-4F27-93D1-C92967FD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C7553-1D29-4061-AA86-6563EB1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Callosity.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B3DBE-E8DE-445D-8E45-983F7D3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FEF1E-04D0-4202-9F28-551193BD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80C8A-17BC-4D3C-BED2-5899665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C2C2A-B7DE-41DA-82A9-5A1E4B93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AF8B57-BDD5-4E15-AA88-F135DFB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71871-FC83-4F47-BE29-8FAACB4E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Marjolin's ulcer.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64D4A-2F74-43F1-8DAB-44CB63D2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C1451-4EB3-4252-8B8C-696845E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BC899-F4BA-47D1-B2A5-5A761F52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C7DEB-0E3B-4DBF-A959-F461CF06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7B2A1-B1C9-4B71-A723-E2E8EA1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26BB9-0ABA-4D10-B522-E25DEEC9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Bed sore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4BBA7-AB8E-47FD-B3E5-C91E595A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2F667-C3A9-48FE-976D-4AFF8D7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71AFD-1190-44F9-ADF0-6E789DCF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E3C92-D9B5-4BA1-8ECF-977CB7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D89A0-AC70-429A-9989-FE47E0C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03891-7C4E-426A-94BF-D93455A3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Pressure sore.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21969-030A-4645-A215-4DFA9FF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DB3E44-6BD3-4A7C-BE77-61D0B12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A30AB-AE4C-4FDB-9C50-9FAB6FF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8996D-E06C-4771-8E34-D842DFC7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4420C9-7635-46F8-8897-9A79127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8133A3-E9DF-440C-B5E3-7BDF2E6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venous ulcer?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EAC64-0D04-4715-A95E-79F11D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5E90E-F6CE-4B58-A8BB-A54F02B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B808FC-82C4-43F3-8C26-0BE3310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 | Ulcers</a:t>
            </a:r>
          </a:p>
        </p:txBody>
      </p:sp>
    </p:spTree>
    <p:extLst>
      <p:ext uri="{BB962C8B-B14F-4D97-AF65-F5344CB8AC3E}">
        <p14:creationId xmlns:p14="http://schemas.microsoft.com/office/powerpoint/2010/main" val="2021316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2A88B7-8F73-4C7A-90DD-9B577C9E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E95F9-5FFE-418A-8CBD-89786ABD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29 times asked | 9 Write Notes | 20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3675D-EBF8-4C1D-BB54-CA24A336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4830B-B64E-48FC-AC9B-F46506E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928E0-D7C1-4CF9-BE75-EF2CF6F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B0CEF-2F85-46BC-B164-37984DF0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000BB-D629-4081-9241-16994A8A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ACDC8-2279-4A8B-98A2-3D0EF96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E2CCC-E8A7-4109-A27D-96A32452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E860B-05DE-43DB-866D-148FA8C5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Rodent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5C448-B1B4-433A-AE81-A4C81A13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4567C-A160-466A-AE8F-A29419DF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F1253-12D0-445D-B2C6-15BD0680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A31EC-CE51-4B7B-A36A-82D8BA2B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743F9-8C16-4790-BC78-983A4823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A5A9E-0FED-46AE-83B0-B0CFC8F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Trophic Ulcer.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970CB-E92E-4A3A-9E29-D0763888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A28CA-F1BB-4FBA-9D54-050085AD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BC261-8B70-4A67-8950-5B74FB1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F9F62-E7C2-494F-815C-CDD399FC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385AF-E1CE-4942-A8CE-52B46F21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5C378-B785-49E2-9279-854D56E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Clinical types of ULCER.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81B10-AEB9-4E63-93BB-455DBDBB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F3640-450A-4FCF-9DCF-A8EB907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D4C3E-38B3-4C48-B9AF-0F2875B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83A0F-F5D5-479C-8831-C0D393D9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B02F8-1E25-4670-85F7-536150A6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A73C3D-041B-41DF-AE3B-B142DFB5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Meleney's Ulcer.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66A92-512D-4C1D-BFE7-4C9AFA3E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481189-621A-47B1-B746-B35AE4C7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D58CD5-C7FB-41CE-B37B-874A06F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32EB0-A51F-4A8E-B8DE-422C562B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212340-F508-43AB-9E69-FF04341D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5F668-00CB-41D4-A228-1C3C10F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Marjolin's Ulcer.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1021F6-4A21-44AD-8B76-16DFA1C5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70D7C8-9D32-4766-9121-C75547E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D9A849-D2BB-477A-8D3F-954FD48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 | Ulcers</a:t>
            </a:r>
          </a:p>
        </p:txBody>
      </p:sp>
    </p:spTree>
    <p:extLst>
      <p:ext uri="{BB962C8B-B14F-4D97-AF65-F5344CB8AC3E}">
        <p14:creationId xmlns:p14="http://schemas.microsoft.com/office/powerpoint/2010/main" val="918180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9DD9BC-DE02-49EB-A4C9-636A4AB0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323FC-40C4-4C26-9400-3D875452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29 times asked | 9 Write Notes | 20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25971-38A0-4CD5-A279-790B908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CD020-F74C-48C7-B167-4FC465E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5 of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CBCF7-308D-4B05-9B30-5E59DDB9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49714-53D8-4EFC-9777-C6C8856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12561-3CBF-4C47-AB7A-880BD58E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2CAA4-6FA4-4474-BD59-AD128FBA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2156A-E361-4358-818C-F0306805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09194-521D-49EC-9914-9F72BA7C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Features of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DA4BA-A4C9-4957-970D-A9D67F98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A2E9C5-400A-4A07-B288-821090A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8DAFA-47CD-404D-95CD-362E226B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01E28-D7EB-4374-BC00-CCA5DC6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C19F9-BA49-4B57-8FC9-66023506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3C090-551F-4161-BB26-729B3631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Rodent ulcer.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7A464-E106-4406-8388-6A3342A6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23A07-E88E-41E5-A1A9-3A8E2B2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23B4D-5260-4EA0-B807-E8B14586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1A327-5384-45EC-8D92-4EC85CF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A1E19-CD7B-4E6B-8ADB-F903D19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D73B1-DF36-4564-A2F4-A3B07776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Bazin's ulcer.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3B8EC-E72F-408B-8005-5B984F5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5DAF9-36BD-4671-A756-181B8B29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ABED7-0E26-4A36-AF5E-45345C09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D2BEF-C319-47FD-9ED0-5EA64969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FA1869-A49E-46E6-A6FD-222D4031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DAAB3-1ADD-42D3-812B-F61BEE1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Rodent Ulcer.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EB1D6-06E0-4BF4-BFC8-6475C30D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0D72A-26B4-4012-891C-1BFAC5B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1BEE55-B212-4DBF-8D4E-1F32D835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D5934-A1EE-4E63-A648-C4C34BEE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3F673-1B22-417C-B809-7D37D8F8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153D82-DC91-441D-8E16-B3FC42C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Venous ulcer.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2FD492-5498-4093-B12F-9C956E1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9020D2-8D7A-44D4-A5D7-854710B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99D1FD-F5E5-492B-9D17-B9D667E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 | Ulcers</a:t>
            </a:r>
          </a:p>
        </p:txBody>
      </p:sp>
    </p:spTree>
    <p:extLst>
      <p:ext uri="{BB962C8B-B14F-4D97-AF65-F5344CB8AC3E}">
        <p14:creationId xmlns:p14="http://schemas.microsoft.com/office/powerpoint/2010/main" val="1905936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D0003-75B3-4D9B-B059-80C7A96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BB8DE-104C-469D-9630-10C660D2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29 times asked | 9 Write Notes | 20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06C7A-116E-4CE3-9769-6188F7FB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3B77F-B533-4DC3-BAA2-0D167B4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6 of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DDCCC-E802-415B-987C-CF232C0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06B63-9AD8-455E-94AB-70F2990E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B6D20-4C4D-4030-BAFE-8644A424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56F41-272D-4167-9507-3C61ECD9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C33FF-22E7-4C59-AF7D-4218512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CEFD3-58FA-42FF-AE00-99A1CEE4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Edges of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33418-0D64-4DDF-BC12-F47BC138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D0D48-08C7-4025-8FA7-29AAAA8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856E9-B6CA-4585-A632-77DE17D2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A3552-6CA1-4A62-8294-F89F66F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A0EA2-791E-424C-A038-1C4DCA0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D66E4-18BD-4B1C-8BCE-3227754A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Callosities.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95E73-96FA-4F1E-8CDA-F485FC0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0223D-3970-41D7-9AD8-E76C51B5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B9CB8-4848-403E-9BF3-0CD87B04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B108B-58DF-40E5-9968-B9D8D8DB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158AF-2B67-4E26-8632-38DFD244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86A61-E9DD-4E88-A93F-13F2FDAB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Meleney's ulcer.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B49B7-E8C5-4E27-A28A-CDEBF83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38722-DC61-4159-A7D8-8DF15ED1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773B7-DA4E-4F6F-9D09-160DBCE7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7EC84E-0311-4BBB-96EC-C8D7226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D2FB9-31FD-4AD8-A9E2-95C6C9F6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D70A9-592E-4A71-8AD1-674670D8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Diabetic Foot.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21963-9F23-4EFD-A6D0-43643B09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1C39C-6C58-4D6B-BF27-067A33F6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0F441D-054C-4CBA-AC10-9B18E164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 | Ulcers</a:t>
            </a:r>
          </a:p>
        </p:txBody>
      </p:sp>
    </p:spTree>
    <p:extLst>
      <p:ext uri="{BB962C8B-B14F-4D97-AF65-F5344CB8AC3E}">
        <p14:creationId xmlns:p14="http://schemas.microsoft.com/office/powerpoint/2010/main" val="1075224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99FD6-F3C8-41CF-859D-83B8F536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6CDCA-0908-47DB-9DB4-8DE7C9C4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Abscess, boils, carbuncle and felon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79C94-F5BD-4F97-A7ED-68AC0ADB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24 times asked across 6 Write Notes and 18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60845-574E-4404-8828-02D1C9DD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6D0B7-8B3D-4986-98B8-B5B45156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8C44E-88CC-4A0A-BD96-7AC5AFA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DFEF5-D8EF-4051-BB6E-63B95095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20923-8538-4D42-B22C-682812B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C8E05-3B04-4B14-9B3D-4D9D0AFE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00E14-54D2-4B51-A5B8-8F4D5F0D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20938-60EA-415F-9EFB-EB1B17D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A54F0-D1CF-40DE-9224-EEE01214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24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378676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4BCA1B-5B85-42B6-96DB-08FAEEEB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66EE3-D0B1-439B-9E92-6F44B5AA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6 Write Notes | 18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BE540-38E2-4538-B97C-7F99319E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02B37-8486-4388-AC16-F59F72F6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D97A5-CF10-425D-83B9-87D6422E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96703-412E-440C-9F22-0BB4D086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21957-AF70-4CB2-84BB-F831F7F0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00973-50A7-461E-ABFC-645A0E28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D9067-3918-4200-9736-A50C4C91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CAAFC-C188-4817-8983-3E554C89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Boils.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1A10D-018D-4C2D-8045-B2AA136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EDE34-D04C-440F-A5C6-FE001DD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1FB47C-E7A0-4868-A94B-B7BEB09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8AA84-1690-4E56-9741-EC28EB7E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6BE04-E65B-42A6-B276-1F239ECF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88FF7-BC38-4C1B-916B-01A3E8A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Abscess.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1D427-C6D9-4A0A-A5A9-9DA83C9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14FBD-EFED-47BC-8F43-26F765E4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C3E5D-B166-4F5F-ABFD-633BCF32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044EA3-EF77-4154-AD30-7C314391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78F8A-A790-4355-B8BA-A697AD47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2F738-6A80-42A4-A8C4-57528D90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Carbuncle.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5163D-3A1F-4F08-B82D-9797937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CE056-C305-49AC-B3C0-33A72874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7EC14-49F6-4872-A22D-C919860D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FD14B-EA0F-42C1-9088-BEF7E76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6099F-C7A2-4D7E-B438-D372F053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D53432-C782-48D4-8254-EEDC326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Cold abscess.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C5EAE-C1C8-4D47-94C4-896E5E03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2EA8E-81C3-4F79-8EB6-24DA1526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C0B14E-3EC4-4D24-9A8E-5F9EC43E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E982AE-F9EE-450D-A51A-3741A718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5BBCFC-CFEA-4055-8A0B-95CD70BE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10AA8A-8081-410B-A627-AFAB949B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Infection and sepsis cold abscess.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7C41A4-8B8E-4323-8A8D-C2F58001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E97D9F-2E07-4CDD-96C7-13EA403E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D860DE-4C1D-496C-BFFA-AABA6019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 | Abscess, boils, carbuncle and felon</a:t>
            </a:r>
          </a:p>
        </p:txBody>
      </p:sp>
    </p:spTree>
    <p:extLst>
      <p:ext uri="{BB962C8B-B14F-4D97-AF65-F5344CB8AC3E}">
        <p14:creationId xmlns:p14="http://schemas.microsoft.com/office/powerpoint/2010/main" val="1778904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3A542-816C-40F5-860C-CB1EF692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B92BD-EAD1-4667-8876-64F8A3F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6 Write Notes | 18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5903-EC2A-4D68-BDEA-937F9D9D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A3C0B-ABE2-4A6D-A948-B3A11BD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1C4BB-03CC-4CC2-88BA-9523F04E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D618B-DD2D-479C-B38C-B9CBD502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983B84-33F9-469B-A97F-E331583A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0BAC9-EFF4-4DCA-9414-92BAF7D2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B84ED-495D-4FFC-92DE-AE611F97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62F95-A9B7-40AC-A1E4-639B3D18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Carbuncle.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78ACF-7E18-41EB-8D5C-D7C45DE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CE59B-EF36-42CD-A575-7F5F0B9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9DBA1-9B19-475D-AB23-8BD7FDFD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98F00-28AD-47BA-8A80-C567CA25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D8419-6AEE-4552-8212-CFB9C0F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4EBB5-FD50-4FA8-8145-8F5DFB0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Pyaemia.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3A93D-652A-43D5-8A27-988FFDC5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3120E-F298-42F5-B397-D298E889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9BB89-246D-4652-B520-6518B11E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067D1-7D09-409A-90DC-725D2348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66FC5-78AE-4D77-9433-038EFCA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256A6-21B7-4D30-9133-04A44839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Felon's? Write the Surgical anatomy, causes, clinical features and investigation of Felon.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0FCF2-C260-4A21-B855-DD171BD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4FEB7-2974-45D9-BC3C-05A55277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A75D1-C1C0-4B89-9296-2C87E3E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70796-1E00-4FD0-9062-A261C72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38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E5409A-C1D3-4B44-BFCE-DE9CAEF0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19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B7C77-1532-4080-AB5D-E83C478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57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Acute Paronychia.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F42C0-DAB8-4426-9B41-7B138848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E56ED-345E-4CB9-B357-0D2EC63F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9383C-763A-41A2-8B0B-F9AD9CA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2E26E-5A6F-4FD4-9B11-7D4F046B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76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22CCA-7528-4E35-9A8F-15A08EB0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57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DCEB5E-11D8-4442-BC24-BDCF5653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95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Boil.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1D839F-F3D6-4CAE-A7D7-41A0BF52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B878D-FA8E-4F59-87C8-C2992350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0C3FC8-F8C2-40D9-ADF1-4ECC8E22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 | Abscess, boils, carbuncle and felon</a:t>
            </a:r>
          </a:p>
        </p:txBody>
      </p:sp>
    </p:spTree>
    <p:extLst>
      <p:ext uri="{BB962C8B-B14F-4D97-AF65-F5344CB8AC3E}">
        <p14:creationId xmlns:p14="http://schemas.microsoft.com/office/powerpoint/2010/main" val="16909615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585473-9DEC-4711-8CB2-FB4E4458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DB57F-3615-4A81-AF5F-46C591C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6 Write Notes | 18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92B67-BFC8-4A37-A679-C80847CA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5D557-217A-469D-B308-0DDA46E5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C12E1-859D-449A-B150-988B0D3B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781D1-38A4-4DA4-9112-150599FC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7C06E-9160-4FC9-A8FE-78476FCC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EEE97-5DF6-4200-B71B-260FF41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06768-9FED-481E-8660-DECD6B6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A09C4-BBBE-45A4-8DA6-155F52D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Web space abscess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BC322-FC82-4C5C-88E3-6D6D9169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4EDA3-06BC-4F16-86FA-171EC650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7E361-6C4D-4A5F-8A6C-D0EBA66F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1F78A-573D-422B-A352-15205284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87B53-9E09-4EC1-BC8C-F73CCDE8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D181C-381D-40FC-97FB-2FD9C485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Cold Abscess.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DC78F-60A2-400C-9CB2-124FF925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1BA11-946E-4ED6-AF67-3C6B80B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4DB53-CF29-4DEA-8F1F-E416D01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47B57-941F-4E2F-877E-A124F3D7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A0444-2882-40FE-B459-CF8718E5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57158-0C51-4EC3-9A60-B79C8A7D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Felon.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53600-F0D0-46D2-919B-881B086D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7CE6BD-7DA7-4214-BA44-2C880D8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5E56A-C3EE-47CE-B1F2-C337F151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C5404-F860-4735-B056-47961AB3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AC6AE-BD53-48E7-B62E-D9BC0FB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E424A-5FB2-46F8-A41C-41612F39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Lung Abscess.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69305-6EE5-4A76-B3A7-9075088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C5860-06FF-4A4B-9D63-6012D9C1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27575-A855-423A-80BC-DF075B31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96A95B-0689-4D3C-83ED-B7DF3CAC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5189A-6EAA-48AF-B462-AF2BA6A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37841F-1A84-4F08-9A6D-19B383F6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Abscess and its types.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D9D8E6-D514-4114-885B-DF39A6BA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AB4E6E-9FFA-40E4-AED7-C0B5CB7B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DFC8E-4A81-4602-AF90-43AC1442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 | Abscess, boils, carbuncle and felon</a:t>
            </a:r>
          </a:p>
        </p:txBody>
      </p:sp>
    </p:spTree>
    <p:extLst>
      <p:ext uri="{BB962C8B-B14F-4D97-AF65-F5344CB8AC3E}">
        <p14:creationId xmlns:p14="http://schemas.microsoft.com/office/powerpoint/2010/main" val="17681819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3C367-B9C9-4C8B-A731-66241E48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38AC8-8F8C-4D52-816D-75A5017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6 Write Notes | 18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4438D-2299-4D96-B453-1600DFF7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3A2C1-6EE9-4530-BFF4-EB5EB13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3FCA7-D7AB-487A-8A78-DAC9986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3B4BE-4592-4EFB-8261-399D16F8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83BB0-6973-4277-9FEC-97A78EA9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B6453-CC4E-481C-A64B-8BC1E06C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F4169-6BB3-45D5-832C-7A7B2FC8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E89FE-1FB2-4331-87B0-0FDCF5AA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Abscess.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1A281-79C3-43AA-9676-2596C5F0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DF34A-15F0-4A50-BEF4-0F2D762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70A33-9AB5-432B-8A61-78606BE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C6CE7-DD7A-4F52-91D9-22078E5E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B916D-0DEE-4427-B53D-0394F71A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39933-0B5C-49B7-AC25-8BF8998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Abscess.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5C23C-4A0E-4B06-9273-58354691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0B449-FC01-4B29-8249-9B587FFC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8F2DD-BAB6-4766-B4C9-84399CB6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18939-C39B-453A-9949-48C19F34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D21D3-B046-4855-99C5-A33BDA80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A02A8-A701-4083-B653-CE93F1F6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Pyogenic abscess.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AAB874-1E56-49B8-B61E-27E61D09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6DE25-1A11-4E89-B314-F567A007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66D455-2BE0-43B3-A6C1-9A1CD965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E21EB-E4E1-4A72-8125-CD59765D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FF768-0CEC-4A55-9F86-CA58FB88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E1103-3669-4F73-9139-AE5359DD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Carbuncle.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00B407-A462-4DB6-A50B-60394FCD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90A0B-EAF7-4987-9742-0A67DC5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C08D5-2E6A-472C-B5B7-AA3B3BE7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EA46F-1ED2-4DDE-9977-3816FEC5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FA2F7-B69E-45EE-8F1B-4052E29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E4992C-5A03-4F0A-89D4-8E286BCD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Boils.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C80081-E5AA-4C03-9ACB-594CFD4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5B2441-EB4A-4545-AEFE-557C58B2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2D33E0-FC1F-4586-A1FE-E6665541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 | Abscess, boils, carbuncle and felon</a:t>
            </a:r>
          </a:p>
        </p:txBody>
      </p:sp>
    </p:spTree>
    <p:extLst>
      <p:ext uri="{BB962C8B-B14F-4D97-AF65-F5344CB8AC3E}">
        <p14:creationId xmlns:p14="http://schemas.microsoft.com/office/powerpoint/2010/main" val="4828567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87CAB-F231-42EC-B5F1-78BF4CA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1A3F7-2DFD-4EAC-AF62-C14D7B8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6 Write Notes | 18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DFBED-C12A-47A3-B1F9-8E1FA09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2610D-431A-4384-8559-47366F1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5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8DC84-A174-4EEA-A3E8-FEF24109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D5B68-80AE-43BB-950D-64616EB0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105F9-DC12-4DB2-83DB-C4C8258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8A1E9-8373-4F3B-8F6F-7CB0F7E3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5A758-29E3-4F8D-9013-FED5BE83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0BB10-C58C-4D6D-86EE-7F6C5DC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Abcess.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92A66-71BF-493C-8B65-C5C4F53A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09935-71B0-4E7C-9863-A508C9A2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943B3-AC9B-450F-AAFB-46A7053A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F35D5-550E-43F2-A105-8334ED4F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A270E-C790-4738-999A-4F0D7F04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8B94-8B89-4BBE-8452-18C12DE8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Acute Paronychia.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A9439-7720-466F-A6B3-FD398153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86A32-9A81-4DF8-A115-6740C03D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701DC-7852-4CC6-AB45-49D34CB0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35413-6407-42C0-9B3A-F2730D14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6EF969-7D8B-4B3A-B64D-721411E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22C8D-6972-432E-9632-D3C30C35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Carbuncle.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194EB-C4F2-4106-8A74-91728538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295BF-ABDD-4D88-9CFD-5F95F1E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822D4-91E4-4D83-9BB1-72139D6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4DA7A-120A-4F57-93B6-A27C62E7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52C02-D765-425C-A657-93A7C4E9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DA4EC5-CE85-4966-9D44-FC2371D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Web space abscess.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4B218E-155D-4F39-9FB4-F46B701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9F129-B810-451F-BC89-9FB9BFC7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7B57E-5BE5-4DBE-90A4-4275545B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 | Abscess, boils, carbuncle and felon</a:t>
            </a:r>
          </a:p>
        </p:txBody>
      </p:sp>
    </p:spTree>
    <p:extLst>
      <p:ext uri="{BB962C8B-B14F-4D97-AF65-F5344CB8AC3E}">
        <p14:creationId xmlns:p14="http://schemas.microsoft.com/office/powerpoint/2010/main" val="11799640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FF2BA0-A892-475A-B1BC-AABA4094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D6035-5ED5-4A02-BF9D-508F2BF8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Eyelid, lacrimal and orbital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2888C-5B09-4223-9CD9-EF5D540D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24 times asked across 5 Write Notes and 19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244B2-A642-4701-BF02-265E7489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E5970-3945-413F-BDE2-F7A4DE51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0BB70-E90D-4C47-A8E8-E50E41E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8E71A-BD0C-4328-9165-9CAA4636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B2004-360C-45D7-AE88-B47A569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EAF73-CBB8-4A80-82CC-582D95FC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BC57B-A8A4-4FD2-ACD7-39255EC9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BB080-B37C-4C5D-B6DF-26792D1E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9D564-E5D0-4AA2-A2E0-11D4DF1B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24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147954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0CD8F-F8A3-4B64-B192-AE42E7F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1FC5D-3D71-4835-AD69-89553691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5 Write Notes | 19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60C13-0626-4D6F-9562-9346BA5F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25875-7B3C-4B16-8665-032455B8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D5237-CC97-410B-B0C4-98E65900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7B07C-CE8B-415C-A974-C294C70E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71CCE-C7D7-4322-B50A-C1DF486E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CF580-B3E6-456D-B4A2-6D8272AA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F753E-5683-4D33-A354-42AC515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8F854-4552-476C-84D7-50102C2D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Punctum?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34166-470E-42F4-B448-934FA204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43B0D-9293-4BB2-9964-52606C81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C6686-F20F-4996-8A08-719E104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6C1E7-371F-4729-A2C7-4365F1B7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210D8-4D2A-497A-84CA-BF149CD9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7DA45-D495-45D5-928B-EDBB877B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Proptosis.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9E59C-BD47-4E5E-9399-1C3BAA94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AD26C-E8B5-4158-8D07-0E5F428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7D444-6359-40E6-B2BA-C4D4111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EFB75-22A4-4052-AB6B-D827883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3360D-B86E-418B-ACDB-6CC19C2E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FE284-AE7C-4965-BAA0-84E93A0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Ptosis.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B29E57-1406-4F79-A5E1-D2B5090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35D72-A262-49E4-A737-5C16E10D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82833-896A-4BAF-830B-6642CC18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8CA528-882D-4BB0-8018-DCCFB7D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5B4501-F8B2-46AF-AD8F-B4E9A2D4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41939-17A4-4192-B7C2-4DFC2267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Dacryocystitis.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F96BF-098E-4E1D-AA5E-BFCBC837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9AC70-47F6-49A4-B23A-60EBFB1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4DB7D-0020-49AC-AF1B-8B06733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D9738E-45BB-4C84-9BEF-750FD66C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2D3E3-0931-4E8F-A92D-2D2C6BF3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CC9D23-3C70-41D7-8C72-47A23C11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External Hordeolum or Stye.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4DF645-52AE-41DE-ADB0-400A1CC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67B68-FFDF-44A7-8527-33463059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22E1F3-FC2D-4089-9838-74FD40B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 | Eyelid, lacrimal and orbital conditions</a:t>
            </a:r>
          </a:p>
        </p:txBody>
      </p:sp>
    </p:spTree>
    <p:extLst>
      <p:ext uri="{BB962C8B-B14F-4D97-AF65-F5344CB8AC3E}">
        <p14:creationId xmlns:p14="http://schemas.microsoft.com/office/powerpoint/2010/main" val="5254090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D44B4-9469-4E7F-B0EA-42A9743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D6182-454F-4F01-8761-26C0D7DB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5 Write Notes | 19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CB799-267F-4201-A902-E309BA2F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42CDB-08BA-4EDD-AFE6-69DEC86D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FB15F-EFD4-423F-9DF6-DB7C7C66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EDB93-3F28-4855-976E-D69BE5A5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18A4A-8DF0-4318-8F64-FF9D098A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E520C-5C27-4A3A-ACA5-DC137242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7EA48-4A20-4108-A953-7B968B3D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D1BF9-051C-4058-A3B3-C90C83F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Proptosis.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3C7E9-3F4B-4D43-9998-E2FAFA1D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F96E2-0F29-4F89-9E22-2A188389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678DD-C51D-47D6-886C-81116376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7DFBF-B5C5-42CA-A6BE-4AC7002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CEA4C-3102-481E-A25A-F49D9356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48317-4A98-4E5D-A060-E5C2ADAE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Stye.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A0167-90F3-4C56-B8A4-D868D1A0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64D3C-2E27-4A6E-A87B-C3CE9BE9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D38DC-426F-457D-B995-970AE276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32448-F2ED-4289-AEDC-E0DB322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C8A97-3721-4EB5-81FC-9AE579F4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2E90B-34DA-42F3-9617-D3C7D76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Exophthalmos.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6253C-2B95-4116-B70C-601A1707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5A536-2B2F-402D-9768-FFFC0B25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F5F6DB-5C12-4B63-A9D6-C10FE0E3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2C55D-1970-430F-96AE-8EC2BF1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28F2C-7401-43EC-9066-9DB97B9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797C4-3750-4B15-B911-694F9B51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Entropion.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CD8E4-BA92-4C14-AFC7-DF458089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84526-B0F1-484B-B258-3EEFB97C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890A49-99C1-49BA-96AA-1DF27C9F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B78D71-7F88-4077-AE66-6B1C7666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17C258-F530-44FC-BD97-ABD41E32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0445C0-413F-49F8-B615-949FD2C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Blepharitis.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FAB01-0ABA-4ADD-ADCE-EF9C5C50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9A3A28-2485-4624-A607-6454291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43B876-ED65-4A2B-83F9-A8F6661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 | Eyelid, lacrimal and orbital conditions</a:t>
            </a:r>
          </a:p>
        </p:txBody>
      </p:sp>
    </p:spTree>
    <p:extLst>
      <p:ext uri="{BB962C8B-B14F-4D97-AF65-F5344CB8AC3E}">
        <p14:creationId xmlns:p14="http://schemas.microsoft.com/office/powerpoint/2010/main" val="16761263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8D3C5-2B76-4448-B4C9-D7AFFA83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12F3B-5726-4AB7-9CB2-2A90EBA3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5 Write Notes | 19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A5163-ECEE-4F41-8AB3-00074DA5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289D4-1810-4CEB-8847-CC9AD6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18E60-55B9-4C76-BA9F-D63981A8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174F1-B0E9-4C18-92B9-754AA53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3300F-6113-4482-84FB-B2DC4E36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83679-3E1A-4DD0-89BC-5BE10D94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37F80-2367-4FF7-A21A-CCBF921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85A17-E678-4FA4-B9AD-FDE5067D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Ptosis?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ECE1B-1D62-4779-8A77-F6BB135E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8B396-7CEB-40C9-9347-2BA90BC4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425D1-540C-4CA5-83FA-2BD6DEF1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21188-DC8B-408B-ABCC-580300D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BFE14-ABB0-4877-9CC0-BF46010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3CB76-B5AE-478E-ACDB-7B6286A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Acute dacryocystitis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72471-5A28-410A-84AD-839E6C2B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494EC-ACF2-49DF-AB70-DA9C72A8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C983A-BCA9-4B69-AFDA-1A8B4462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ED677-7427-490A-8531-0842C709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34370-485C-421A-89B9-0C25604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2B64D-1B75-4F0F-833A-9558EF2F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External Hardeolum.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F27DB-2FB6-48D0-BD8F-91265F4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533B4-D24E-4ADA-A830-F62F57A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87CB4-9F7E-4710-8B93-5E7ABE0A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2AF11-43EC-425B-8521-1B70811D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B4378-5173-4AC9-9DC4-D154D7B1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14DB8-1C14-49E7-8C8D-6760970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Blepharospasm?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EC395-64BB-40A2-A97B-32059785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6C510A-3CBD-4CD3-BBED-459DC45D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EFD0C-E056-4EFE-B67C-221CFE40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794F7D-A54B-4F89-A81B-207E22AE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16150-58E0-4582-B69B-A65B661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431163-F6F8-47BF-AEA4-652E203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Stye.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1DD2D8-E9E4-4E24-8E23-5E33F71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420BAF-BF40-4FA0-A153-57E7A76F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A8204A-0BCF-4D0B-A37B-40C24FAB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 | Eyelid, lacrimal and orbital conditions</a:t>
            </a:r>
          </a:p>
        </p:txBody>
      </p:sp>
    </p:spTree>
    <p:extLst>
      <p:ext uri="{BB962C8B-B14F-4D97-AF65-F5344CB8AC3E}">
        <p14:creationId xmlns:p14="http://schemas.microsoft.com/office/powerpoint/2010/main" val="11755429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D0B8E7-1363-4D4D-AB92-EBDFAFE1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76486-F81E-4898-B068-E428872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5 Write Notes | 19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4F4E6-1B19-49C3-828A-3B413331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25CC1-E2CD-4F88-9CE3-02602A69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17474-9B22-48AA-941D-4AC9853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2C5EB-EDB9-41C6-BB2C-CD13D889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393CA-6880-43BD-9528-3DEBBC51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C7A77-4086-48E2-93DA-618749F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3D0D1-AD2D-4B33-856F-21C9BB6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14152-8BAF-46EA-A138-7FDB10BB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Epiphora.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9A225-D51B-4435-98A3-B1882DB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E34DC-134D-465B-9571-0C096C25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DD5CE-1F6A-4F24-AE37-4CD93F2A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DE497-4C0E-4050-9497-DDF97D76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4C59D-811D-4C2E-97B6-B925E580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95D68-D9ED-4BC1-A6CE-F84B333E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Blepharitis.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2EE57-6685-44D8-8195-B1B78AE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F553D-71B0-4CEA-9871-C42D4648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396CA-09A2-4147-944C-24841EA3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4A902-82AA-44E6-91E5-62F8D45C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4D96D-F7AE-457F-A4E1-E3B5396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01CB6-F8C7-4E5B-B930-2C98094F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Ectropion.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A9B1C-F47F-4958-B552-B1DD2D9A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75028-5F33-48F3-92FB-1BD3369E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CB76DD-E6CE-4193-BF7E-B085F317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1A740-209E-438A-B7BC-826DF9E9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0D8D4-DB58-426A-96B9-AF58C4E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A42F3-EF57-42E2-904C-763E3D2E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Ptosis.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37394-0A3B-461E-B8DB-6B9EECE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8AC1A9-F97C-44C3-8042-75D06192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2138A1-3B64-4B95-9434-EB551886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DDC1F-A90C-4288-9447-FA44BF64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7CEF1A-5E96-4936-B89E-3D297151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F51086-5F58-442D-B848-BC6CA377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ENTROPION.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2FA62C-30A8-4F90-8F6E-15C8DA8A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ECC51-9B14-4762-B2EB-A7CBD49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A0A0BC-9C2B-42A2-B4AD-68FCB707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 | Eyelid, lacrimal and orbital conditions</a:t>
            </a:r>
          </a:p>
        </p:txBody>
      </p:sp>
    </p:spTree>
    <p:extLst>
      <p:ext uri="{BB962C8B-B14F-4D97-AF65-F5344CB8AC3E}">
        <p14:creationId xmlns:p14="http://schemas.microsoft.com/office/powerpoint/2010/main" val="287405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ADA57-EC10-43AF-8C4F-57A4754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F1CE5-C188-4517-A796-69974BF1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24 times asked | 5 Write Notes | 19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8822B-156D-4F9B-911F-1F0AA65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1CD1F-7690-4D0A-9570-3A73C9E7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5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98D38-1EF7-41E3-863B-8499C5B1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FEDB5-D376-4910-9642-05A73C5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F0B39-A3D5-4BA3-87D4-DB3A062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C92FE-1B7D-4319-ACE3-20EEBB0F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984C8-1229-4C85-9AA0-1EE4509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84351-620D-40EC-A8A5-75E638A3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Blepharospasm?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DB4D7-906A-4062-B125-0616D0C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63763-C215-4E4C-8D84-712FDDF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664B5-820F-4958-BF73-09C29B73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9873D-55F6-43C1-8E07-C32BC9BB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DD70E-C5F1-4D15-BF5E-470DC9E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F3F49-A9AE-4802-9D94-16D0034A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Chalazion?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87AA2-7264-4C93-9745-6BA479C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A9BFA-8DED-4C81-B650-BA5B6CE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1DD00-F737-48E1-B98F-D1743B72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EFC97-C4E2-47E5-B81C-79BB9BD1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50C72-CE5F-4624-96B2-FE7D79F9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1E570-A6C2-43B1-BEC0-8D23293F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Ptosis.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A88B5-A8EA-4EB0-8589-59A64E90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B3360-03E7-4E08-A7B2-4A161A03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E8E742-A92F-4671-A7DA-042458D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8F1AD-ED38-4C5E-AED4-04044A3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91386-F492-4C02-8A77-983D5434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A6E9E-A5BD-4F77-A8CA-450CF6E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Chalazion.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C19EE-45F7-4369-AB36-D368EC9F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CE293-7887-4F59-B575-1D4ADC48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6BDEE5-506D-4CE7-B8D5-3501FEB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 | Eyelid, lacrimal and orbital conditions</a:t>
            </a:r>
          </a:p>
        </p:txBody>
      </p:sp>
    </p:spTree>
    <p:extLst>
      <p:ext uri="{BB962C8B-B14F-4D97-AF65-F5344CB8AC3E}">
        <p14:creationId xmlns:p14="http://schemas.microsoft.com/office/powerpoint/2010/main" val="7588451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717DF-4C0C-4F62-B361-1E703858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6108C-202C-4A9F-A51E-E613C896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Tumours, carcinomas and sarcomas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B2559-AFE7-46F7-A3E0-00AF3F4E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23 times asked across 14 Write Notes and 9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0FB4-D8C3-4B19-B43D-76B3D9FC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CA766-DA46-4A0C-940A-74FF5890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EE044-EFC1-4D09-BF96-926ECACA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5B346-C152-44F4-B274-D6EBDA53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709C1-3AAE-40B8-914D-D0E15522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5C4D-D5DD-432B-A07C-3364F0BC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8B277-73BD-4847-8791-AFCE18BB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6A618-8473-480C-ACA5-BE5EDB61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75FEF-717F-49BA-AEFF-AE23439E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7365477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876C2-6768-4A98-9B9E-14C74886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30B6B-FC49-436E-9608-77588579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23 times asked | 14 Write Notes | 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80812-3F17-4E56-BD36-C27659EE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879E8-0420-4651-93B9-B743859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F5C31-EACB-4E66-AD26-C9C4B691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483C4-302B-4740-8E27-710E846D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AE6CD-6035-4C75-B5EE-6225F412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06E4A-5E21-4F43-941D-9B9C760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060BA-1915-4DD5-8BC1-6F5102F0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C15A4-7BF3-4C7F-B83B-88A85F93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Malignant melanoma.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19876-76F7-4951-8FD4-E0220540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0ABFC-C374-4D3A-8519-AC5719E9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2C194-606B-4BF6-A69A-3987B3F0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1869F-A638-47F1-AE5A-4AD4AD4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20387-9F23-4731-B5DD-099E2EEA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CD301-DB8E-49D2-9C68-7F931D0E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Clinical features of sarcoma.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5CD0DE-75FD-47D1-AEA7-7373FC3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735D0-ACFA-4E17-8672-C4EC39A8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31579-53C9-4C7E-8702-84BEFCF1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B29EE-7927-4FE5-BD05-33A47D1B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3E781-D8F3-441D-9213-4FB78F8A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AE412-1BA2-4A5B-8F3F-C4A9DD57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Difference between Benign and Malignant Tumour.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B537C1-4BCA-480D-8218-7EB96182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1DCBF8-D4C1-4B9E-BE51-68494F1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BB2EE8-D112-49E1-891A-072A22F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75A01-75FA-4DDF-AD36-FE9A79B4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F38CA-ACDD-44FD-AFED-A8996A6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C1EBA-4ED1-4255-A567-6EF5971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Papilloma.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D72BB-C5A5-4B35-9FE9-59398650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2C121-6878-40B8-8E02-14FC64A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764ED-D32D-4A8A-A536-D93F2EC1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681F68-CAD4-4659-87AE-C37253AC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47617-10B8-4E51-9261-B3406B47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E9C159-4BE4-44C2-82FA-DC507D21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Epithelioma.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D0955C-AE91-4B07-93AB-9A9BD9E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7CEE11-63B1-4F11-9FEF-49F1013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478A8-2E9A-4E0B-9BF9-E86AD62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 | Tumours, carcinomas and sarcomas</a:t>
            </a:r>
          </a:p>
        </p:txBody>
      </p:sp>
    </p:spTree>
    <p:extLst>
      <p:ext uri="{BB962C8B-B14F-4D97-AF65-F5344CB8AC3E}">
        <p14:creationId xmlns:p14="http://schemas.microsoft.com/office/powerpoint/2010/main" val="12994273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D6A6F4-6E7B-485D-BB28-D4E95421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D8F3D-4B5E-4D57-8268-794BB6DF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23 times asked | 14 Write Notes | 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2DF0B-E17C-48D7-A5B4-FF39D44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0CAD0-7CFF-4C83-BC54-435550CE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0B048-1D9A-4447-B541-EDF0700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54B9D-F0C2-48CB-B164-58405208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24B2A-C838-4BB6-9D09-B26771CC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CA22A-384A-4F7F-8C12-84D92359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EF82E-7237-43C4-84D8-B6BCDEF6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CE489-F0CD-417D-9FEC-FB006F31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Basal cell carcinoma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90D12-7A53-48DE-AA1F-60390CF5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52F1B-C5D7-45FE-B833-EEB7C1F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3931D-6127-49DA-AC3C-A8F21DC3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3F65B-9901-4AEE-9ED9-2E5E5FF2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99A95-BFE9-4AAA-8B41-17EA8EB1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F75F-7FD6-42BF-8C3C-53C49EBE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Odontoma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19F79-CC09-4B52-A853-2EB2035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CAE98-BAA0-437F-826E-B27A623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AB450E-A391-4557-9AFA-EE7B4825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E69A1-4C31-46AD-85D7-3051DF68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17D75-D4B0-4CD0-A9FB-976405D8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0619F-6243-4375-9470-74D8D6D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Difference between Benign and Malignant Tumors.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03ABD-3549-4217-87A0-C7C93E0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9AE31-5803-4431-AA59-191D527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717D72-76A1-4A08-9377-15665D4D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EC985-010D-4F2B-BABA-12D523D4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2E895E-DF7F-4C68-96C8-E04E5C6C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13D576-A8E1-420D-8492-F24FD533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Haemangiomas in detail.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B811E8-2301-4569-8636-B8F5B105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5F15A6-326D-461E-81F1-F958E1D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FD1BC-0FAC-4926-A61C-95E551E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46828-30E0-4FF0-B8F7-B431765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DC767-972B-42E8-B77A-347DA4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29A0FF-6862-4345-89F6-3A16C51D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Basal Cell Carcinoma.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EB2472-52F8-418D-B7FC-1AB6DACA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0B3CBA-14B4-42C0-98DF-DF79031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1289BE-422C-406A-B28B-E760CAC7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 | Tumours, carcinomas and sarcomas</a:t>
            </a:r>
          </a:p>
        </p:txBody>
      </p:sp>
    </p:spTree>
    <p:extLst>
      <p:ext uri="{BB962C8B-B14F-4D97-AF65-F5344CB8AC3E}">
        <p14:creationId xmlns:p14="http://schemas.microsoft.com/office/powerpoint/2010/main" val="2293525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2874D6-8473-4EE0-A740-1DD0A39E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94292-7586-452C-B3D4-549DC26F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23 times asked | 14 Write Notes | 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C54A4-29A1-41CD-BF9A-F0E0C1F6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ADE04-5098-41EF-A8D1-9CF63944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16C53-ED0A-46B2-9A8F-03E7C2A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161EE-8C49-4CD5-B518-6F5E4371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B1E45-7736-40F7-881E-C745147C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2AD2B-944C-458E-A606-091E9ADE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A9E1-CCB3-44C4-A34B-5A05C61A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43CD0-D32D-4B0D-B9F6-1668046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Difference between Benign and Malignant Swelling.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86A5D-4F39-4CD7-BDAD-DD45FB3A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57633-27C8-4725-AC2A-B12CFA6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39CBA-EED1-4589-ABC7-B02036D9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39527-FF66-46B4-9E26-F9F66DE4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4EDFC-5413-426B-AF95-CE2C78FB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2333C-800E-4D04-9876-1FE71431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Squamous Cell Carcinoma.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60257-CD74-4749-A2C6-26CEBA5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D2B2E-EF64-45FD-B4E5-EFFFC4E5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C1C24-0665-4B86-9D56-42805F1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F69DE-3F5A-47DB-87E3-44243D9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D7ECD-E7DC-4C6B-BA95-2FF3873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F8F688-2F8C-45AC-87A2-9F840932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Tumour Markers.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BF1F2-CBDE-499A-B646-26D68874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A5773-BA47-4876-BF01-BFEDAF36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86680-A101-448B-A04F-40B8B04F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930CA-951E-4452-AAA9-DBC738D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96ECF-0F4D-4643-85A3-A984032A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AD397-D63A-4A19-BCFD-AB96D62E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Hamartoma.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ECCA5-BF77-45B2-A8B5-9A0778A3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8760E-B153-4FC7-BB8B-795D6E9F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6323F3-A804-47FB-A63F-23A28DD3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C1E35-65AC-49AF-94A9-0E39987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0863D5-2B91-4E95-AB6D-F16D085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64A03D-09E8-4759-B323-9EE2B11E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Difference between Benign and Malignant Tumour.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FBAE4B-6304-445E-BBD3-089AB935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D0B5B5-6B9E-4870-A6B1-803578B2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955E9-D9F9-470C-8CE3-00B16620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 | Tumours, carcinomas and sarcomas</a:t>
            </a:r>
          </a:p>
        </p:txBody>
      </p:sp>
    </p:spTree>
    <p:extLst>
      <p:ext uri="{BB962C8B-B14F-4D97-AF65-F5344CB8AC3E}">
        <p14:creationId xmlns:p14="http://schemas.microsoft.com/office/powerpoint/2010/main" val="3196809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D3B26-C7D0-471D-AE11-75ABB91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31474-634B-4F99-8FC6-98076B9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23 times asked | 14 Write Notes | 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DB525-BA7C-48EE-8C08-B202304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328A-EC99-47C7-A450-BF1A3E7B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CFA84-414D-422E-B925-35A0D5D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67E3F-A0DA-4D95-AA75-330689D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D86FB-DBE3-4EB8-95BA-777CDD36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ED557-C63C-4987-89EB-2CBE1536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BB9B4-54DD-4CCE-8C55-244E69F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4BED6-5AC0-44C3-8730-BBFAA391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Squamous Cell Carcinoma.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C46DD-85EE-410B-91F7-6FBFF9CA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9D50B-6357-48CD-8ED4-FDB601E6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A8C87-49A3-474A-9BC4-98CA9045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596CC-9ECF-4A10-84BA-10011DE4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B7A8D-D3CF-4079-8E3C-237FB802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E1B56-1897-4C62-B4B8-ECDA4CA1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Papilloma?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D7A0D-E5C5-4AA3-B77E-1F19703D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168BC-48B3-4958-81CB-800B49B4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026AF-6710-4A02-80E6-7AFEEBD9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0AAA5C-AEB7-4C62-BC60-166F4536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A4B6C-B829-4A91-B04E-EA360D9E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05156-765A-4EDD-9CD5-E48301F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Bowen's disease.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CAA8D0-88AB-42DA-B22B-F9E381FB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594DE-1D09-46C3-939B-57F4C6AD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AC1F6-1A2F-4FF1-B800-AC4BCE03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A5A82-5639-4AF3-8721-4C62E12C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82BA1-A37E-4FC6-9A6F-FBCB232B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7EB652-D547-438B-B638-BD58B74F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Basal cell carcinoma.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715A3-101B-4919-B253-36B061FC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F13AB-95D3-4A30-820F-94F2BBAA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E4F52-6B4E-4CB6-A443-D875243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78BDA-75BA-4678-95F9-0462806D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1DB21-9D36-491C-8915-C0A368B1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E31766-D858-42F3-BE67-3700482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Sturge weber syndrome.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FF5ED7-F0EE-492B-B523-1D3DB9C5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3F35A3-A754-41B3-8214-D8B8476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6F6126-B2F1-4340-9573-2754C5B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 | Tumours, carcinomas and sarcomas</a:t>
            </a:r>
          </a:p>
        </p:txBody>
      </p:sp>
    </p:spTree>
    <p:extLst>
      <p:ext uri="{BB962C8B-B14F-4D97-AF65-F5344CB8AC3E}">
        <p14:creationId xmlns:p14="http://schemas.microsoft.com/office/powerpoint/2010/main" val="2623780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B39A31-15DC-4C4D-9543-D965DE0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865DA-A2CC-4269-8D4C-9E9831E2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23 times asked | 14 Write Notes | 9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9D209-978E-44A6-ADD8-B2F60E65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09EBC-5EE7-453E-94DF-938FB937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5 of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07EC5-389A-4343-894D-DD8ABC0E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DAF9A-A00A-4470-ADFA-B25B987A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AC761-E066-412B-AD7D-9B55D5E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E7B96-2B2C-47E5-ACC9-041547C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31A8D-3D84-4C11-BBE4-270444E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E7E98-BAD3-4B4B-9708-2DE01EB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Basal cell carcinoma.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5400B-5522-4BBF-B211-926E148A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B5C7E-7401-4385-BDF7-A2282F94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0D72C-E4C9-4431-905B-A0523743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DB3EE-B617-4D35-96E3-D90C1FF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852A9-736A-4AC7-AB9F-5EFFA8DA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56F93-9BFC-41BD-A8F6-EB296ED8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Odontoma.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02F85-2C90-42A2-96B8-57EEB44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8E2EF-04F0-4DFA-BC8F-B5E6416C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F9153-37CC-4AA6-B644-05B2B8E1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F2D5D-ACFE-4CA5-864C-B74B04F6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A3663-88E4-48E5-9C10-D2AED75E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DAFE2-E1A3-47B1-B132-35993F6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Glioma.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54146-DBB1-43FF-A343-8009DC23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6A527-4241-460F-B296-1F938668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736AB-B1DA-4743-B2CF-B2B35BCE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 | Tumours, carcinomas and sarcomas</a:t>
            </a:r>
          </a:p>
        </p:txBody>
      </p:sp>
    </p:spTree>
    <p:extLst>
      <p:ext uri="{BB962C8B-B14F-4D97-AF65-F5344CB8AC3E}">
        <p14:creationId xmlns:p14="http://schemas.microsoft.com/office/powerpoint/2010/main" val="19367625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AC366-92A4-4A1B-BEBE-CFBB3EEE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19743-1AA2-43F8-A153-4FCAB34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Burns and scalds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157EE-1B54-4854-941A-2776B5C4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20 times asked across 12 Write Notes and 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3E43F-A104-465F-9834-B2CBB73A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CF80C-2873-47B4-BCA8-F8410CA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63E07-B79D-40F9-A7F5-451AC8FA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F9F36-0389-40A7-916A-9D380AF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27F27-4ECC-45EE-BE9D-447B7EB8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C8385-D70E-4681-97E5-7C9152E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F3257-F863-4EAB-87FB-7CEF57C8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75584-A575-4C05-BD54-AE95FEFE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DEB45-0BB8-48B6-84F3-5E35438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20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281477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36C03-5A90-41F3-81CE-7B41E7D3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5. Burns and scalds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28AB2-50E1-4C16-BB89-E8D2F5E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20 times asked | 12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87F0-0A05-4520-B9A9-D03D90B8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471A7-3634-4553-9928-F8B0EA4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443F1-EACC-4C5D-AF45-B0E17F1C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1ECA-86EB-4F9D-BB19-8030EC0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B9EE4-E113-4047-B0B3-2D85FF86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647E3-4A46-47DE-B236-9359E989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8388C-9309-44D3-841A-E3DF3E92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B521B-4601-4BAC-9984-19F9357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Frost bite.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F9027-109A-45D7-A3EB-841AD7DC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2FB0B-8666-4BF8-B5E9-5DF09DB5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EA952-7B49-4109-86D5-05AB2E59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7AC3E-07F1-41F0-AA33-2E960F2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A9FDC-5B3B-45EA-88D3-FFC32CC9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88444-0A9C-4A06-9D00-5E186B2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Burns and Scalds.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F585C-0FE5-495B-AC57-D0B10822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24DA6-16F9-4C81-91D3-CB5DB55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C131B-9F8E-4434-8658-6FB9326B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C454A-D50A-4765-A183-A793135C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51825-B875-40F2-B07C-867689A4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9EB2A-DEDB-45DA-BF53-AE2E4BBD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Frost Bite.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06020-06FD-4194-AF59-0DCCEABF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F2961-B40C-476D-A496-10E55929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361B7-AF52-4527-8E69-8045119E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8FB99-EE4E-4897-B7CB-AD103008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48F09-34BB-4129-B474-A6C4890A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95B533-E984-4B68-808B-5492E64D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Rule of Nine.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405E39-F7DE-419E-A108-070BF61C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97CBA-2B28-41A3-A7B2-DFBBF678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8A06C6-B27B-45C0-B9ED-787033D8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74F1CD-6415-42C6-9EDF-B5966E5A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139F5D-036F-464D-A67D-C384F58C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459E72-0DC6-422B-8BB1-4401C08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Scalds.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0D99F8-141A-4D0F-8D36-9AC4CC56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FA95F-490B-4606-8C8F-AE32CEB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EB68F-581F-4BEB-8447-C8EB843A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 | Burns and scalds</a:t>
            </a:r>
          </a:p>
        </p:txBody>
      </p:sp>
    </p:spTree>
    <p:extLst>
      <p:ext uri="{BB962C8B-B14F-4D97-AF65-F5344CB8AC3E}">
        <p14:creationId xmlns:p14="http://schemas.microsoft.com/office/powerpoint/2010/main" val="18407678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889132-F469-49D8-9060-00FA6630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5. Burns and scalds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EBEEA-14D6-4A89-BA78-B8B053BE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20 times asked | 12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B06E9-C78A-445F-A5F3-896BBCC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B48AC-03D6-4FD7-B199-8A581DAE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A9BB5-FA59-4CF4-88FB-E495BF08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D1338-A4E5-4648-9127-95CB6612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03F95-2A73-44F4-B791-BB757F9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20C48-179D-4F14-A3D9-07A83323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B9EF8-9744-46EC-83C9-4D07E037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094C3-F01B-40F4-BDE1-9BC437E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Frost bite?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B4FDF-72E2-4CF1-A119-DE92CF87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9DF4D-6DC5-428C-A0A5-CCF32D23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33C7F-6BBA-4788-B2D3-D33869C1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9253-B5C7-4063-88D0-5335A400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8A43D-21B9-406D-9435-569F6B84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7E982-6B14-4DED-AF8B-5545464E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Rule of Nine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FB7BC-9B05-4FA8-9D30-B8CC70D1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1422F-6BA5-4508-844B-9E5A953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E8CC6-B214-45BE-9321-7A56762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EF5EA-06D9-49AE-870C-E91A7E0C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6F05D-33DD-4653-BDAD-E6E3DA7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A7F29-46AA-41DD-8D68-2BAF19C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Complication of Burns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2F905-7530-4C3E-A7A7-33F989C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F10A5-D94D-4287-8944-0F592A2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BF330-09BF-4FAF-BE5D-067D5742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6667A-2029-40F6-B474-FB3B2FC6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61BAF-05B4-4E17-9EB4-EA181156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57A5B-9B9F-4579-A3D6-38AE530C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Burns Patient and Kidney.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85879-F82B-48BF-9CB3-0D564F94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39D6F7-7F9E-475F-A041-9C206BE3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3450B2-53AC-46AB-98A8-8B0B8945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DB677-04DA-46BA-88E4-88FFB2C1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2652A-0AA5-484D-9D71-88F740C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262C49-9A52-4AE1-ABF6-FC3214F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Chemical Burns.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0603B1-71B9-488B-8B2F-1A8B7A18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03FB6C-CB60-429B-8E48-2B5AE8B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B6D8BF-F927-4A8A-9C01-D666E42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 | Burns and scalds</a:t>
            </a:r>
          </a:p>
        </p:txBody>
      </p:sp>
    </p:spTree>
    <p:extLst>
      <p:ext uri="{BB962C8B-B14F-4D97-AF65-F5344CB8AC3E}">
        <p14:creationId xmlns:p14="http://schemas.microsoft.com/office/powerpoint/2010/main" val="20047923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7A0CC-0D85-499A-92E2-17E20B48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5. Burns and scalds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D1E20-F113-43B3-BAA1-FDA2DF9D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20 times asked | 12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881E6-AE97-4064-AC76-76C5D70B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3F1BD-FB17-4DFA-8345-A8398B94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60FD5-8E1C-4EB0-9919-64726C6E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73151-BC54-406A-B679-F2B42AFD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658F-45A4-4C37-AAB2-47CA3480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41876-6E0C-4A33-989A-5417495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EF02F-A30B-4364-8E06-17746A4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B3516-2419-42BB-9B96-2F3A7ADB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burns and scalds.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B2A40-2F93-42B1-B07C-8086B2E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A34CC-5511-407B-A19F-3F676962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A12A9-C87B-4B12-910B-80279DA5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B40B9-2727-4405-BEDF-EDD3E1D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6D068-4883-4197-A53D-2D74E0BB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4C1AB-C665-44B5-9AD1-0BB71737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Rule of Nine.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6B666-53AA-4F5E-BABE-3FE5C453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FBCA8-15AC-40F0-AA58-7FCA4DC8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2073E-04F0-452F-BA8A-AB0E4AB7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6FA9A-5114-419E-8411-54B83FF7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08B4C-3EAF-488C-AB82-D836B52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FC050-2C24-4230-8A52-0E46AFD0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Rule of Nine.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D4C53-FC2D-4901-A2D8-358E7C34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D1183-3BDF-416C-930B-AA275BA6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12D1B2-75C3-4BA7-A4A4-ABE9A8CD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B87E1-9004-423B-8FBD-6B2F7491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7F81E-6E53-41B6-AC7F-74410756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6A1A2-C752-4D5B-B74B-A9709C1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Rule of nine.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88EF65-E6E3-47D3-8A94-F185C906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E247A-382F-451C-A67A-DA0578EB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FFB600-CDAF-43C9-9713-D74D5305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6C2DE-F886-4CDE-9820-73A65364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DAB7D1-F1BE-4247-B5AD-BF2C69E8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B02101-0B8A-4350-9772-19280DD4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Scalds.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BFDEF9-1FE1-4B35-B655-7370DDBF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E98BCB-0C5D-4C65-8839-CB5B934D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EE1DD4-C010-43CD-9775-BA5E30CB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 | Burns and scalds</a:t>
            </a:r>
          </a:p>
        </p:txBody>
      </p:sp>
    </p:spTree>
    <p:extLst>
      <p:ext uri="{BB962C8B-B14F-4D97-AF65-F5344CB8AC3E}">
        <p14:creationId xmlns:p14="http://schemas.microsoft.com/office/powerpoint/2010/main" val="700204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4BF0EE-D20B-4B85-90FB-D66804E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5. Burns and scalds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C5CF8-DFA1-45CA-ADF7-69D905C4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20 times asked | 12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E0B9F-6B54-4DF7-B178-59D6ABC3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465A2-BF53-4F5E-A340-8A8F6030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6EB35-2285-40E2-8F65-BAA4319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5778C-ACD5-4441-ABB2-84B3AB7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7C6EF-9EB7-431A-9F36-2D06CC79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3A207-1A02-4A06-9FC5-E674637E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E2AE8-13E1-4116-8FDD-0DEB7739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259EF-C0E5-42BB-89F3-F649554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Frostbite.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3E212-DD1E-45BE-B0B6-4DD399B5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A9CE9-A04B-4782-80C0-0B8E564C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BEEB9-7C89-4369-8762-FF1B296A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FD8F4-56A9-4335-B74D-2444080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1274B-C314-4AC6-9768-A4DE6F80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4DDA8-AE9E-4A6B-8476-53165BA7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Management of Burn Injury.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74194-B052-4A95-BFBB-1387503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97D79-B79D-4082-B661-E10E130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5B476-AD38-4479-BEA1-1851CC6B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C6CDF-7D4E-438A-AF10-3CA71810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32EE7-F7D8-472F-9043-C00A847F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766F4-124D-4BF4-8E8F-AFB8D08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Frost Bite?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931C03-0174-4EDD-B48E-81E9006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59216-5AF6-4538-AA62-B1D88F8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F6DF5-8B54-4264-A4EA-6CCB3FF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590DC-FB73-4D33-B63A-D3C7756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07403D-FB90-4296-8C9B-587D97BB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C8EBC5-A687-44EC-8DF7-71461A56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in detail about types of Burns and its management.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50130-34CC-4592-925F-076CB4C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998E7-A9FA-46F1-BB4B-05FF275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B8877-ED32-4F51-95B3-B5D4283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034BB-0F92-4499-BD96-794005DA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C95C88-3E16-491B-BF8D-20EF4433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B687DB-E69E-43D0-9134-04E0BB9B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Assessment of Burns.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23C258-3E8A-49AA-A59D-6F76E41C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0C66F-9D2D-460B-9C9D-5A88A2B9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CB072E-283C-4EAF-A6BF-9230696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 | Burns and scalds</a:t>
            </a:r>
          </a:p>
        </p:txBody>
      </p:sp>
    </p:spTree>
    <p:extLst>
      <p:ext uri="{BB962C8B-B14F-4D97-AF65-F5344CB8AC3E}">
        <p14:creationId xmlns:p14="http://schemas.microsoft.com/office/powerpoint/2010/main" val="12446383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8C260-C0A2-4ED1-8063-1775AD0D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AC337-832A-4337-85DB-2950E67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Gastrointestinal and abdominal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AC6F0-4631-410C-B4CB-68AC18B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17 times asked across 9 Write Notes and 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6B5BA-CAE7-4E0A-8404-406C8DBD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DD491-3787-4A0E-BB3F-8DEACF87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59027-7E5E-4A84-8D76-130DB830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36A2C-FE5D-40B2-AA15-B2187FC8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7D9CE-8165-4DDA-96AA-2A32FAD7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DEF9-563E-4B13-ABAC-EF519134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4751C-03E9-45A7-A655-0F04C4A8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E20C8-0288-4C3B-B442-C098D1ED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94AFE-3368-4CF7-84ED-D73E0211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17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6209508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73E34-BD66-44D9-9232-4717515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6. Gastrointestinal and abdominal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B5CB4-63F3-4529-BA46-154D888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17 times asked | 9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640B0-798B-4739-93F7-0DF197D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66143-83C3-4C03-B29E-E7FEB7A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8BE12-BC6C-4671-9BF0-00886BAA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E098D-E9F8-4408-9E3E-59F11B8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EA504-B14E-48E4-AC00-13941E79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78B3B-313D-4FD2-AE3A-F521EFA0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1277D-D89B-42B7-8255-7715ED30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DAE77-1206-4A25-B309-69C5F25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Boa's 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6759B-E1C9-41FA-BBE4-2DB64273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90A98-A256-419C-8CEC-59AE6548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4F199-DBFA-4A7C-A04B-2875D81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39FF4-6901-415F-B6D6-D14156D1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6C8A8-95CD-45CD-B20E-15EA4242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2BD8C-78A3-4220-94BA-516C4F10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Inguinal Hernia.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D67FD-F46E-4871-B1A5-AF4D4382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D8493-06B4-4BBC-A23B-BB83D7F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AEE1A-C665-49F6-A7CD-A8A853DA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4652B-222C-4D41-A007-DFA345F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D84BC-1047-4237-81CB-D256DF83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39021-BA77-48AD-A48A-D2029C7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splenic rupture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9F7B4-5F99-4590-ADFE-553CBCD4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6AB2C-A760-477B-958A-4D883D7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73277-21B1-477D-B09E-655326E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138D0-EF89-4E12-90E7-1603C7CC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C2E496-01B6-4393-B3C0-3CE35FD1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1DE270-11E3-4D57-A8E7-F8B1B750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Acute Pancreatitis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925A7D-990A-4CC5-B038-FE3AE39E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2C8FE3-5FBA-48DC-94A7-AC527D0C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3711E-7B12-49C2-B638-E0041B4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790B55-9DA7-4D7E-B5CA-1E7D8F56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75A2BB-5032-4420-8C69-53F88714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33E0B-72CD-4DD3-9547-69F4623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enlargement of Spleen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A1315-5F2F-4412-AB65-F4B63FC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6E3781-8D17-49C7-B564-647BCAC2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B82667-DA44-4C2F-97F1-6F279B25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 | Gastrointestinal and abdominal conditions</a:t>
            </a:r>
          </a:p>
        </p:txBody>
      </p:sp>
    </p:spTree>
    <p:extLst>
      <p:ext uri="{BB962C8B-B14F-4D97-AF65-F5344CB8AC3E}">
        <p14:creationId xmlns:p14="http://schemas.microsoft.com/office/powerpoint/2010/main" val="15459368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240D96-115F-4C62-A8B9-2E37DF7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6. Gastrointestinal and abdominal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644FA-CA74-460F-8F20-A9602B2B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17 times asked | 9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C7972-DFCA-46FE-BA0E-823AC345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22961-5F7C-445F-BBAB-8FA8EFFE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C2260-47DD-4484-87DD-5DE36D0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641E0-6C7E-49EC-883C-58B4083C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A13D6-663C-4A33-B2F0-909C07EF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D5F1E-8ED9-47F3-8B34-7B6D0F5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DCD61-CDD1-4249-9472-01F2B09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67739-214A-4CA2-BC46-C77D83B2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Intestinal obstruction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8470A-ACF3-4834-85C1-6F6C086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6A428-6852-40B6-92C6-07CDD2E3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A3D68-6F1C-4EC8-8E25-1C13E5D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772CC-2689-45DC-B79B-F229FB91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F4976-ACA4-47A3-A607-2B64ED0B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D752E-F154-4D84-9AF2-324D6188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Rectal prolapse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4653D-9078-4DBD-BB91-F2AE6581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B05C6-61F5-4FC5-A8DC-752007E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1B4DF-2639-489B-BDF2-8B4A1BB3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B405B-3A1F-449B-A50D-A57607F6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F1E5F-92CE-48F4-851A-662AD1D8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8DEB7-CAC1-4C38-A9EC-AA04C639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Hemorrhoids.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98271-B1BF-4BBF-B5DC-6F854C87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BBC23-8FE8-4817-A368-A28D2383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AC025-4C0E-4FF7-B853-1E8DCE73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19AE97-3D7C-4875-9E82-BD0F5B68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AD3394-7A86-4376-90F3-3CBDFCA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E943A-A2A6-4A7E-8715-43803FA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Obstructive jaundice.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6E7E3-25B8-4073-9EA1-C9D40941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B1E8B-3EEC-46CD-95A0-EDD79BE9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DB5805-5C0F-45E7-AEE9-64CA3D9F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3351-ED8F-4749-A10D-482E1C0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AFC23-D38E-4EF4-B96B-F76ECE97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D5D9AE-D248-4E84-B588-C3A670A8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Hemorrhoids- types, causes and examination.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548981-C53D-43E4-AA22-8805DA64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C3E94F-055F-4FB0-A62F-627EA2B9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9D871-7A80-462F-A2B2-29D5DC1C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 | Gastrointestinal and abdominal conditions</a:t>
            </a:r>
          </a:p>
        </p:txBody>
      </p:sp>
    </p:spTree>
    <p:extLst>
      <p:ext uri="{BB962C8B-B14F-4D97-AF65-F5344CB8AC3E}">
        <p14:creationId xmlns:p14="http://schemas.microsoft.com/office/powerpoint/2010/main" val="3692962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B0E0E-F67E-4097-9768-D39037CF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6. Gastrointestinal and abdominal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CBAB9-F15C-40DF-95FA-920CCE86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17 times asked | 9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F6DB3-2076-4B18-A674-DE5422D0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B17E-3D28-4127-98AE-6EF47A92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AB27B-7E14-4309-84BB-4643ADF5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824F7-69D3-43CC-B039-0CA84240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95279-9F87-4B12-AAC2-BFF7D31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6171C-D788-416E-95ED-C35D7B6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F64DE-87E5-4DA9-AF6B-B0FDAEF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D81B-9A55-4219-ADAC-99B95237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Boa's 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CB0DD-D294-4A6C-A73F-0DDCBBD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63F02-8308-4804-8A67-AD41A66F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509EE-15C7-42F5-A5FB-B51193E4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F6E94-4B46-4E7B-AC01-104D7B4F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35AED-0231-44AC-A546-2D616473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D05DB-AA5D-4950-B335-7DBC0A0A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Malena.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64EE91-3BF3-4DEC-B637-39BAECD6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20E28-638E-482F-A407-0A94993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3294D-7D4A-4DFA-8564-D9A1DF84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AB4DE-3BC5-4C5D-8BED-8241CF3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91490-0187-4FD8-B4F4-BDE62562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07E380-F722-4CF2-81E4-C1D848B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Haemorrhoids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926BA0-902A-4CE7-9469-27E2EE3E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4125D-7D2B-4FD1-8860-DF3758DA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089C1-796C-463E-8C00-BADAD3CE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B5E1D-E1D1-4E44-8CA2-56035DD3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5B62CC-FD7A-4810-9A93-30359A1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99DD4-E06D-4E4E-B122-74569E0D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Splenomegaly.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9BB2A-1CAA-4ACD-B6E3-C19F1A4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72BD5-2568-4B95-A22E-175889C7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9EBB6A-21B2-4B1D-9451-26BF053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7306A2-9397-4208-B94B-CC89DFAE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C55B8C-6B89-430C-BE24-73ADF951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1B2E31-9025-4C84-8C43-71742743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Splenic Rupture.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806E3A-C997-41EF-976C-F280C825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F275AE-DA3E-4B21-AA75-FB4AB18C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813F3F-B19F-40E0-8282-4801AABB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 | Gastrointestinal and abdominal conditions</a:t>
            </a:r>
          </a:p>
        </p:txBody>
      </p:sp>
    </p:spTree>
    <p:extLst>
      <p:ext uri="{BB962C8B-B14F-4D97-AF65-F5344CB8AC3E}">
        <p14:creationId xmlns:p14="http://schemas.microsoft.com/office/powerpoint/2010/main" val="1715983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6E028-79AD-4983-9183-26E73941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6. Gastrointestinal and abdominal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A10E2-32FB-4467-9F94-D201ED8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17 times asked | 9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61B11-1E86-4F21-ADE1-B2EAF46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4F355-471A-4C39-A14A-81A66878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CCD61-315A-4BFB-B2DB-9E2628D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92D8B-F65D-4F7F-B0CC-0BC9291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D7629-0811-415F-8713-9761E03A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3F8F1-8C5A-4F98-B108-96366978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A0678-478F-47CA-B709-A88078A6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A2667-1A89-4BA3-8427-98E2E831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Umbilical Hernia.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53A22-0084-4ED2-84B3-46D6BFD5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5A98C-B591-4E1F-8746-EEBDFE91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30563-8633-4AE1-BC36-5575E8F0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6833B-ADF6-4F63-9AA8-FA3BEAC8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893F2-1429-4107-8CBD-18BE3F5C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55DB5-97E6-49FD-9060-31204DFE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Cholecystitis.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415AD-F962-42B1-B6F8-E7321B6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6ADE6-033E-4CAE-AB77-669A6CEC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13799-12D2-4F5E-B7C9-57611D78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 | Gastrointestinal and abdominal conditions</a:t>
            </a:r>
          </a:p>
        </p:txBody>
      </p:sp>
    </p:spTree>
    <p:extLst>
      <p:ext uri="{BB962C8B-B14F-4D97-AF65-F5344CB8AC3E}">
        <p14:creationId xmlns:p14="http://schemas.microsoft.com/office/powerpoint/2010/main" val="17534013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97D4D-B4BB-49C4-822A-1A5A1C76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0F670-7820-4830-AE8E-81F7C377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Refractive errors and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3167A-7136-4891-A168-4E53E7F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16 times asked across 8 Write Notes and 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ABA44-8F30-4D83-B10F-BC0E437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25AE5-3090-4B15-8E43-1821C2B5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8758C-A341-4BEE-8A5B-B2E956E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7A9A7-0D0C-4C6A-B542-F2D853DF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66AE4-26AC-4192-BE18-DC1231C0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B64B5-9D1C-4458-8890-1CB30D0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9AE6A-5740-4492-BD23-3E2F40F0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2598C-5C9E-4151-9EBC-444CA1D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F2A06-6ADB-4B76-B9D3-B31DA89F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024093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A9487-C8BD-4C00-87DB-C392189E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7. Refractive errors and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64FD-D9AE-43DC-B170-23AE3211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16 times asked | 8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7FF06-A39E-4B55-9393-7B543D49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32F0F-3CEC-439B-90D8-E3A18C71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A53EE-8A28-4285-BA73-B2E980C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2EA56-3529-4EFC-B775-BB78C889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55F1C-27C8-47CE-B079-752068C2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7CE12-8BC0-486F-A313-4808F704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57716-0335-432A-AFF4-1F99B364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7E37A-30DC-4DD5-8F92-1E4C0AAC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Amblyopia.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97C04-7F29-43AB-A58A-430B5DA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E7E7C-A0E3-47C6-BDC3-DD08DB03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9E841-3651-4736-81D6-0F89061B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DBA41-27FE-444A-A9FA-697BDFF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47ABB-C0AC-44B6-83DC-1CE5AA74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97DB5-830C-41CE-AF18-D6594CCE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Night blindness.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1AA2D-E8C9-45FF-B3B8-B597B61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4F5CF-E994-42C8-BB16-D5A96B49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508CE-A88D-439E-A256-3A797848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0A3A8-3D7A-482C-9483-14D95B4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0DB0F-5AD2-4C8E-96BA-A64194F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4088D-5BA5-414D-95ED-187EC9A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Night blindness.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4E9C7-0486-49D6-842A-21749B48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8F6A8-8A67-417B-9E4F-AB510332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5BA3C-5F06-42E4-BFB4-FF48B1CC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FBB10-E722-4EE2-939B-7951A4C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320ED-5DC6-4F4A-93F8-B9E7B2C8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7F9F98-5A09-460A-A0D2-A3B90225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Hypermetropia.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78F5E-4552-4B71-B164-F522782B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F5618-E958-45EE-AB51-3195E257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2D611-9A13-4367-9AB8-1D752DC4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58AAFF-C7BB-4B18-8084-E8F8CFA0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DAE712-5B79-4564-90B8-E1AD20F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C2DD91-3E12-4458-83EA-A8A8D59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Dimness of Vision.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880607-787F-44E8-B2B0-064E70D9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0F7CC8-FF45-4438-8ADA-FEC37D65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54421D-CC57-4565-A92E-8B326D70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7 | Refractive errors and vision</a:t>
            </a:r>
          </a:p>
        </p:txBody>
      </p:sp>
    </p:spTree>
    <p:extLst>
      <p:ext uri="{BB962C8B-B14F-4D97-AF65-F5344CB8AC3E}">
        <p14:creationId xmlns:p14="http://schemas.microsoft.com/office/powerpoint/2010/main" val="23108922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B9626F-41AC-42C9-9F25-A823F974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7. Refractive errors and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9DCE9-5690-419D-8DEE-ED72050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16 times asked | 8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954DA-E2E5-40C3-AC56-AE724A5A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3A613-C1AB-4219-8066-C0C41111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E9D87-6D15-43F9-BC11-BF6F807E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495C6-8A1B-46D4-AF80-60C99414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3732B-B619-44BD-8D1E-067D8EC3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97C75-233E-489E-9C48-77F19424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2EBE7-B2C1-4E38-B598-F7DD6E5B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7CC8B2-7AA3-4BBE-9BF3-563DAAB7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Night Blindness.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A16D8-F692-403A-8E74-75163691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20C7A-EA4D-4A98-9DEF-D52A6E91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DFB0C-B508-41C9-A94C-8762A0DB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1DB53-B5E1-4577-B168-46BEC70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91712-3E59-4BC0-A994-AD691D8B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7704B-B2A6-4779-852F-ADDC7B57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Myopia and Hypermetropia.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5D73F9-DE70-4054-9B4A-6CD6FD5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91A1F-B584-470C-84D1-0255475A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BE8CD-B496-4A77-A621-431AD84E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A02FA-ED14-46A3-961F-8222D08A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1996D-47B1-4A43-A27C-09B61679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3235A-2472-4B5E-B5B4-74F7989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Myopia.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CE357A-EBA9-4093-9A12-A662E17E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CA4F4-B4A3-4E4C-8496-CAF05142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FB6CE-9491-417B-9439-2A17BBB0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C34D6-BFD3-41C3-BF3C-307B8D7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E8E8C-0E5D-4A25-B157-E421E75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DC0BE-5624-4F18-8CFA-FD985508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Hypermetropia.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0D863-4FB9-4938-908C-2CC4403A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FE9DC-B113-440F-94AF-BED11D68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42AA6D-3A74-4332-8424-589492DA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413ABF-1A13-44DA-811C-0A5E951C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190E85-8B88-41A5-99AB-2A208027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F02587-96E3-4EF9-BB45-DB6FD31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dimness of vision.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3313BC-751E-4C26-8AD0-6DBDCA73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436727-4531-466F-9E4C-1B1B232C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F88BC3-CB96-485F-8627-B02E7BB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7 | Refractive errors and vision</a:t>
            </a:r>
          </a:p>
        </p:txBody>
      </p:sp>
    </p:spTree>
    <p:extLst>
      <p:ext uri="{BB962C8B-B14F-4D97-AF65-F5344CB8AC3E}">
        <p14:creationId xmlns:p14="http://schemas.microsoft.com/office/powerpoint/2010/main" val="93248383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0BC9A-9340-4841-9F5E-416C0C8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7. Refractive errors and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11425-1474-46B7-A05F-8B47E387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16 times asked | 8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D7962-0FFC-471A-8C36-43D2D5DB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D645D-C8AB-4867-84FF-D5DE49F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57C2A-48F9-40D5-8539-35B8EA5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66A14-2DD7-4F3C-81F5-128699DD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FFD8B-3F92-47C1-A9C9-9EC56221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BA21F-35F6-435D-83AA-56B7DBA1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4C3E2-576C-4FCF-9566-1AD5220B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F41E9-1FBE-446A-9AB1-FCBCFAA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Snellen's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6F983-62A3-424B-ADF0-402B3562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9BC71-12AB-4C89-894F-F9304DAA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33E33-E820-4E78-979E-28239ABC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C7516-971A-4560-BBDD-31FFC8AB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F6613-AD8D-4915-A0BC-9CE3864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792EB-9A85-4BA3-8969-5C277F6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Night blindness.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BF74D-2C5F-4CD4-9AFB-10D1D458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A91A3-4951-4BAA-B8C4-AB32E9AA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6A738-3A82-4123-A7E2-963C08AE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8555C-3314-4302-990A-81B74E5A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5BD6F-93B7-4486-AAFC-AEC2C7AE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8E41A-4FC7-4FF8-A88D-96366D5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Astigmatism.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09467-51FB-4DC5-9495-51956C7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341B8-7146-4BB0-985D-E593F0B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3052B-35D7-4409-9450-C38AE67F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5E4387-EAB3-4D40-B6CD-CA264289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245ED6-674C-4101-A900-2BE1756C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5057D-F5DB-4062-83FE-2448B32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for Dimness of Vision.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7BD2E7-3966-4744-A5B8-5B63EF71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6D210-AF06-4A17-B28C-8B6BB1C4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8924D4-1CB1-4745-B1EB-CC3BDFB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AB5850-06B7-411D-AAC6-2E255ACA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AD6E1E-3E3A-4089-A17B-88CFC6EE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CBFF9B-05AC-4BF8-93A7-770AB113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Night Blindness.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F1D4FD-B92A-45A9-8178-776EFB7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18200E-7136-4921-8975-CD2061F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7AC1D-7914-4135-B04A-7CAB6E6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7 | Refractive errors and vision</a:t>
            </a:r>
          </a:p>
        </p:txBody>
      </p:sp>
    </p:spTree>
    <p:extLst>
      <p:ext uri="{BB962C8B-B14F-4D97-AF65-F5344CB8AC3E}">
        <p14:creationId xmlns:p14="http://schemas.microsoft.com/office/powerpoint/2010/main" val="81365992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25A09-0C49-4DAD-B6EF-3A06648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7. Refractive errors and 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843F-5A7F-41DC-B27D-352DB62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16 times asked | 8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AD456-3050-46EB-8D8A-35718F3E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D41A6-A429-4A52-BB6F-5063DFE0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4 of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83C5-03D7-4E37-B70A-B3CB5D2B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E024B-D927-4E7E-9265-970CB888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8029F-569F-46F6-B8EB-765FDC70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12581-9F13-4A71-9474-C207236D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07A6F-97F7-4A2D-9013-D9C78FF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9CE14-1E0C-48B7-9C81-37E9DD49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Presbyopia.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9F4E5-5CA7-47C6-9F55-44260D09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7F579-663A-42B5-8718-E8A3302C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86CD9-A20A-469F-98BF-016189D2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7 | Refractive errors and vision</a:t>
            </a:r>
          </a:p>
        </p:txBody>
      </p:sp>
    </p:spTree>
    <p:extLst>
      <p:ext uri="{BB962C8B-B14F-4D97-AF65-F5344CB8AC3E}">
        <p14:creationId xmlns:p14="http://schemas.microsoft.com/office/powerpoint/2010/main" val="212903857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7D43F-3629-46FF-B68C-9369F7A0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B8CEE-F002-4FED-B68D-83648873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Fracture, dislocation and sprain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4C15-BCBD-4F07-8492-FA79168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13 times asked across 7 Write Notes and 6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A5899-4411-4FF9-B4AC-22B1DD69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8DFFB-4422-4D1C-9C83-08B52300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2ACFE-2C82-4D95-9DDF-63B809CF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DE60B-CC2E-4800-9BDA-BACBAC2A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7156E-3D02-4ED3-8135-92690B8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C5124-E7E7-41A7-80B6-C5DFEACC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0460C-0864-49E0-A5F3-C437AE5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8E2D3-5604-4228-B50A-F6F8167D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6618D-8CA5-4C62-B2BB-CE36B35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2532751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32F10-FFB6-4CD4-B5DE-D49F0709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8. Fracture, dislocation and sprain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DC4EC-93D7-443C-A1E8-2AABC80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13 times asked | 7 Write Notes | 6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E09AF-F3E6-4FC0-A2CB-73C96210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B8C2F-A26F-4134-BDA7-978A1E2B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178F2-F513-414D-A57C-EF19445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D461-D58F-434C-B52B-DFA6BE55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AA1BA-605D-45C1-878A-F893C012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7CA08-1B1F-4EB6-BB12-AB1B64EB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47EBB-FCCA-4A14-9C77-34DFB845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61E05-D12F-48C4-BE46-BC7BCC13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fracture?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6BE8F-C1E3-4902-B5AD-9B5F5E7F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15A57-7CED-41E6-9839-F30D63A2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5857A-9788-490F-9F60-59239968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2DFE5-6B6D-4B54-8534-4ECB45C2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16E4C-B300-4B49-8A54-3605E0F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911A3-9F89-4C5C-95A2-8CD5B955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sprain?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F7A02-CD14-4C4C-86C8-A42B1F29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30F6B-4ED0-48E3-847F-D72C38E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01501-0EBE-4B09-B44C-5E0C402F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6B0C0-08C9-4FFA-B282-C20FCB9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6A779-1690-49AD-B89C-C62B4B3E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47536-D0B6-411B-A8BB-13C4DD09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dislocation?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06F7A-F158-4D05-B48F-3FF25082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34C55D-F57B-4713-9777-87F0B895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A58F2-21B8-4A57-B4E4-27D8B439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6E997A-12B5-4127-9DE5-5A6D88BB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8CB85-7CF9-40CB-A73B-464166B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5B003-3919-4607-B1E1-3E3A468A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delayed union of fracture.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2617A-8312-48FE-9C39-7725330F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3EF6E-6A79-4ECE-9760-3CFB2799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ACC4DC-29CC-469B-A109-65ED0F2F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382B76-F46B-48C6-92E1-CC5C2252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E7C0BC-54C5-466B-B936-C02B0B36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0CCDE4-FE2F-4787-98ED-7056A72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Management of fracture of clavicle.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E5F300-12AB-4B5A-8961-BF7B4BE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07C94E-5C37-4C49-BAD1-CFD48D0C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48F2A-3CB2-418D-99EE-AAA0425B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8 | Fracture, dislocation and sprain</a:t>
            </a:r>
          </a:p>
        </p:txBody>
      </p:sp>
    </p:spTree>
    <p:extLst>
      <p:ext uri="{BB962C8B-B14F-4D97-AF65-F5344CB8AC3E}">
        <p14:creationId xmlns:p14="http://schemas.microsoft.com/office/powerpoint/2010/main" val="156332821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A46D1-ED69-4EA9-96C4-819A0BD1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8. Fracture, dislocation and sprain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00027-DA96-40C7-B0BD-3BB8204F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13 times asked | 7 Write Notes | 6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96E40-C23F-4F72-955E-D86C7AB5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7F00-3F77-43C1-B749-61F3C7A9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3E1AA-14DE-491D-83B2-1DF95E98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398C5-99DE-4B47-8B88-66E2F0BE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8B92F-4016-40D9-87E2-E21D3D58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8DEDF-860B-45DB-BE3F-16725C2C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2BB22-4DAA-445E-8D01-8651B173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37AE5-B890-422B-A3CF-2866404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Greenstick fracture.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DCB3-2A97-4F90-8E0D-9BE1003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B1B1B-5C3C-4CD6-BB7E-6DA55443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4B9AE-908A-4839-B845-8380B88E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4ACF91-AB51-4480-ACAE-F5BFFA0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E1DBE-8B41-4A62-AB7E-063A39CC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174CC-ED32-421D-81E0-6EF3C7DD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Complications of Fracture.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CAD0D-2A4A-4A47-9C08-927694F6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93FF-4AB4-47A3-9F5A-14E18E50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32FB9-B25F-4AF7-B658-99E6912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634AE-0193-4DDF-A84E-7BE851C4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E2AF6-2BDB-4BCD-B800-6D66BCD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ABD8E-3FBC-48C8-B9E6-46BE34D2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Colle's Fracture.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FB19E-297F-474A-BA4D-BC2AEA5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A1525-DD12-4D1A-A0DC-BCC4283F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24558-3D7A-440E-A5D9-76AA4D87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B477DF-4E9F-4F94-A8DC-E5E3B60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4E8E7-2A2A-4E3A-A29D-3070566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840483-3254-4570-B787-7B974FF2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Fractures.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908DE-10E5-4B4B-99D9-9D8A4E9C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8F4F5-F7D5-40F8-9772-941CA1C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030DEF-A3AC-4666-B8F1-B92C5201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62734-E1BB-48AD-A025-565C770B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DF137-9078-44D3-8E90-B7FCF2F4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681517-6B8D-4E2F-B0DA-20CC0E67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the clinical aspect of fracture healing and add notes of its management.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4D2085-3C2E-4D53-99DD-E4DBC2B1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45CE7B-F4B9-46C2-B2D8-D97B2845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19D884-D5BA-4C63-87B8-30EF667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8 | Fracture, dislocation and sprain</a:t>
            </a:r>
          </a:p>
        </p:txBody>
      </p:sp>
    </p:spTree>
    <p:extLst>
      <p:ext uri="{BB962C8B-B14F-4D97-AF65-F5344CB8AC3E}">
        <p14:creationId xmlns:p14="http://schemas.microsoft.com/office/powerpoint/2010/main" val="108811691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C3AF3-41B1-4C1B-BEEA-A93173E8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8. Fracture, dislocation and sprain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B501B-E712-428F-BC80-97C4E8E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13 times asked | 7 Write Notes | 6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C095-E4DB-4509-B4CE-2CFA0F9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5D0A2-A0C9-4C0F-ADE1-B52F78E7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1F358-4300-4540-9AD3-C3338AEF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18C73-0F8C-43E8-A2DE-BF90963D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515D1-8D29-4AE2-AF08-5CB08FB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9574B-3756-4B08-A4EF-83A4A64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4F24F-8111-469D-BB76-1C124B82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7924B-F4F4-48C9-BB31-8ECF4608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Green stick fracture.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65B6C-A9A4-4914-BC4E-7DB44143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E0FE5-91E5-4359-8513-43540EE2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C5DB61-8002-4645-948B-108BB166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4B922-F128-43B5-8262-A3FC1B8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0D30C-1E59-43D6-A5C8-5A7941D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59F22-2EB8-4E5B-99AC-64F8EDF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Classification of Fracture.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9A6E4-82AD-46C3-955F-A8CBD9E9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A574F-B442-408A-AB64-E2653AF9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D347C-1089-4319-8191-B1DC8D0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7E5FC-0E10-4EC4-8CD4-92320F6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EECE2-368B-47C5-A3B5-569B882D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8810B-0A4C-45A7-A16A-6C66505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Smith Fracture.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F472C-020E-484C-B2E4-B174022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7C317-98F2-44F7-A1E1-B6B4374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2835F-7940-4493-ACF5-D41DAC7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8 | Fracture, dislocation and sprain</a:t>
            </a:r>
          </a:p>
        </p:txBody>
      </p:sp>
    </p:spTree>
    <p:extLst>
      <p:ext uri="{BB962C8B-B14F-4D97-AF65-F5344CB8AC3E}">
        <p14:creationId xmlns:p14="http://schemas.microsoft.com/office/powerpoint/2010/main" val="150705037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30F2E-498C-4E82-829F-8024300F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00D7A-FFF5-47A2-97C0-CAB50BDB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Cyst, ganglion and cystic lesions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E8838-D912-4855-99B4-C6A91DFD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12 times asked across 4 Write Notes and 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E5B20-7B9F-4F0C-A0B6-C981E913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D80CB-F37D-4500-80BD-3D8A8DE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5A7CF-59F0-488B-A4E0-06DDDC4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41AF5-6076-49AC-BA00-FC2EF98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F72B8-503C-4FF9-A086-B642AB6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A482A-E896-4537-8E65-C6C60DDF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259EC-2686-4E02-AC21-61F4C6B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4EDAB-1F70-4A8F-B3EE-A3F8B4DB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D5967-11A5-4B10-A4BD-3F7C3341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319345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DE40E-EABE-400A-8589-26CDEE13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9. Cyst, ganglion and cystic lesions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32E13-29B6-4412-8F09-500557C2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 times asked | 4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989FB-30F1-4A42-B71A-36787F3B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50630-E0DF-48EC-AEC6-DD209E56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06ECF-4DE6-4579-93CC-3969FD2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F5A49-853F-4368-8663-4660464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B56FE-3397-481C-8A67-4E5DE4C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29962-45FB-4A67-A9BD-8E4E0DD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DC1E3-5FA6-4E24-B15D-C77CC3E9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E0214-DA7A-42A4-B73A-61F95163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Ganglion.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6F397-F32E-4294-A60E-1DC81B74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5B75F-C28A-4A40-B18F-C760B23E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02125-1EAB-4BBC-85B0-0D1E347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7AFD6-1129-48D7-A943-CBCBA322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9A8F3-5463-427F-9F03-A991434C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BE9AA-B5E1-41FD-8BA7-DCAF3726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Types, classification, clinical features, effects and complications of cyst.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4DFFA-C713-478E-AB62-CC0BFB0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C3B0C-9C81-4301-9319-21AD9A69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C8BE7E-907F-4486-B438-E5B8CACC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944C9-DEC7-4DED-A7B4-02E9887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DFAB4-0135-4365-9525-31F49B14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8E61C-1EB8-4783-ABD7-D48DB0BF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Ganglion.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3E098-6671-4FE2-8657-0F32071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AFD0C-3F8F-4C6F-9B88-E8B8700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C5CCC-86EB-4926-989D-08133DF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4EF91-0F6E-4D5F-924D-89A4455D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2B086-3472-4BA0-9341-2B4234F0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13BB0-68EC-4F75-A4E2-07E4BE68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Cyst? Classify cyst, write the clinical features, effects and complication of Cyst.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42BE1-AC32-45BE-83AA-3BA0CB45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15DDE-62CE-4FE0-B884-C618A684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0018BF-6C22-468C-B01F-AD86DEC2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B297B-C7C7-4153-B6EB-280BAD65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3D2E8-DEBF-4DA7-89C0-52F79764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D56A88-927E-4F9C-A954-E597C70A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Cystic Hygroma.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AA2731-A01D-42F6-BF32-33DD5E2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4F9015-7C27-4417-8A58-4B8E759A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C1C836-D0EF-4C7F-B9FF-44AD9AED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9 | Cyst, ganglion and cystic lesions</a:t>
            </a:r>
          </a:p>
        </p:txBody>
      </p:sp>
    </p:spTree>
    <p:extLst>
      <p:ext uri="{BB962C8B-B14F-4D97-AF65-F5344CB8AC3E}">
        <p14:creationId xmlns:p14="http://schemas.microsoft.com/office/powerpoint/2010/main" val="45606271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FA0FE-3665-401B-959C-AF2204A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9. Cyst, ganglion and cystic lesions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BA04C-3335-47C0-B68A-4F200E15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 times asked | 4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E2101-C3AC-40E3-B814-1672649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6C8E2-9EF6-4A6B-BD31-2044C45F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B8B29-AF2E-49A1-A51C-4A5D412C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F92D0-DA4C-4FD2-9397-5C7242F8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428BF-867C-4205-B9DC-6C8FF48F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8D727-782A-4952-894E-5784140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78599-ECE0-4AF0-ADA1-446E590E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6CEA1-D804-49A0-8CF3-E6B53D20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Cyst.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71DAD-E36D-46EF-9729-92F68910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40628-8B09-430C-AD70-A8670A9F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624C8-FC07-43C4-BE3E-6C143EAB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0B766-00D6-4858-BE8B-23443401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393DD-408A-4590-95A1-C67A032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1FF50-EE21-4C7E-BF05-F6F25DF8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Dental Cyst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918A4-4DBB-4D4C-A1AA-CAC60A5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358AD-43AA-4427-AB6B-29E84FFB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E2D21-FF6F-4E04-83AD-CEC317F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D23D1-E273-4F26-B037-2AF09FBC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4A5D5-AAE1-4EF4-9240-637777C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7AE95-2173-4EC9-AFD3-C083CCB0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Dentigerous Cyst.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E221D-A359-4EDF-B541-7F082AA5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4EB96-BB4F-40CF-9EB8-31ED5F51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16FCC-3604-4A48-8B08-03A38E19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ADDF2E-205B-491C-90A8-26711AA3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7EB6FF-13D7-471E-BC66-B9C7F3B7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102C91-A5F7-4489-8B1A-0893D0F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Thyroglossal cyst.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29A41A-B9D0-41AF-AA04-16CC07C7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C7CF72-781F-4D0F-90BA-1F36990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E8D02-B54D-4990-9B13-66081594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A0128-9BB5-4947-92F7-CBE6C0D4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263E40-2904-4A37-A810-963E38FE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25C6BC-41E7-43B1-860E-C297BD5D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Ganglion?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0C433-CDF0-4670-BBBD-D5DAAEB0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36FA32-2C15-4FCC-B3D6-1D98163C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5511F-56E3-418F-95D9-21309EB1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9 | Cyst, ganglion and cystic lesions</a:t>
            </a:r>
          </a:p>
        </p:txBody>
      </p:sp>
    </p:spTree>
    <p:extLst>
      <p:ext uri="{BB962C8B-B14F-4D97-AF65-F5344CB8AC3E}">
        <p14:creationId xmlns:p14="http://schemas.microsoft.com/office/powerpoint/2010/main" val="5943541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A8EE19-ADEE-41FE-B749-05C67194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9. Cyst, ganglion and cystic lesions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F8BCE-CE37-4044-881F-E41D2DE4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 times asked | 4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F8CB7-4143-4A61-8C85-F00DFD2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36978-3505-49C8-AA44-9696B0C6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0E9BA-51B3-4A8B-825B-5F04E62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5E40C-B86D-4BFC-A26D-09872EF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2161-FAAE-4426-ABB1-79A8FD7B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80BCD-461F-4512-98F9-8DCA2CB2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8CFA5-FFBB-411A-B115-EAC9EAE8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C2CC7-5694-492E-8EB8-BB14570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Breast cyst.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F7CA-16B5-4FFD-8E73-1D1A2F08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726E4-C2A1-4F02-931C-97AA38F9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BD451-1152-46FF-99F1-9F7DFA43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BBAA9-FC3B-4793-99FE-17092E49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4B549-3295-4DE5-8256-D1EDFAD4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EBA33-032B-4529-B425-9712C2E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Cyst - Explain and classify.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0BB46-236F-44B2-AF54-9EDEA0E0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2B90F-D6BA-4DBA-A7B3-0007C031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50B8D-C475-4549-8F09-0F83B83B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9 | Cyst, ganglion and cystic lesions</a:t>
            </a:r>
          </a:p>
        </p:txBody>
      </p:sp>
    </p:spTree>
    <p:extLst>
      <p:ext uri="{BB962C8B-B14F-4D97-AF65-F5344CB8AC3E}">
        <p14:creationId xmlns:p14="http://schemas.microsoft.com/office/powerpoint/2010/main" val="61826540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6AD50-BF50-494F-AE29-753DA77D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BD4C8-A104-41D7-8314-EB07782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Gangrene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CCE89-CB96-4032-B54D-A828E05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12 times asked across 9 Write Notes and 3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4B5FF-FBDF-46DB-90FA-609340B7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289FA-1E56-4D6A-B094-3A5EBA74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6473A-C461-4D0D-A044-87170A20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ABE90-0E17-4036-A80D-FDE8CD7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1CCA8-C60C-4AE2-86EB-92D71BCA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00763-D4BA-451D-AB89-51751EC9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892CD-6783-44B5-B2C9-881254B3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7E28A-E571-42CD-AA65-E92C29E8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8C0DF-0599-4B79-9412-A89441A6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210965144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937DE-7748-4C47-B33F-5ADA5AA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10. Gangrene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C4742-E5A8-4863-9178-C4C12CA3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 times asked | 9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EB5FB-A14D-43A6-A282-CB95E81B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06884-A755-4E16-A827-3C9DC1FC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EF0B-06AD-4D38-ABE0-CA792F7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07E2F-1A02-4C5D-B3A1-55C9D0A8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38377-EE53-4B71-8227-160E236F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0C7B6-A83D-4A97-BB8B-6FFAA31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2758C-CDF3-4447-9D91-3C25B522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D4489-8C50-4FAB-AB61-F1A74AF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Senile gangrene.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6B884-9240-4006-AFFF-706AB8B7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C9C14-4DEE-4843-8C86-21024770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BE04C-C5FA-49F5-A17D-9693652E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08372-CD3C-43E8-8B31-ED84BFA5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38534-DB9E-49C7-858F-A44F9EF6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484CD-BCC6-4B88-B41C-0641BCDA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Gas gangrene.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552B6-EA3E-4BE0-9CE0-F9091EE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718D9A-4803-42E3-B875-15AD6946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AF634-EB3E-450B-9EA2-37E6105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3DB8B-62BF-41DF-8793-A0C35083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4A08D-7187-4F5A-82DA-35F894A0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2ADA6-41AA-4726-9EC1-E85F2442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Traumatic gangrene.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EA650-7EDB-4EC8-82D1-0153C3D4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7D431-5DA5-44D7-9B66-B15D6969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AB7D4-F05B-4BFF-81DA-8021FB3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8C05F0-0E6D-49B1-9383-E0F56B1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C4DC3-4347-4530-9090-3B2DD52D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25033C-A0B4-4D29-9740-5D4970B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Gangrene.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DF80B2-2E2E-4CA9-B896-C8FE3FA9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A94F61-12A6-4CB7-89F5-3F3489B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54F4F-173F-4296-812B-D24A0C5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FFF059-19F5-4617-ADC1-28FCEC0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AF612-D5E4-4639-BADD-6573FFE6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8F6881-0014-4016-9294-DE259BC4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Senile Gangrene.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DB6E1F-7403-47C1-9FD0-8E534048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9CBC7-D156-4380-9C1B-57DFF50D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A74862-B527-48D0-B60E-868CAD3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10 | Gangrene</a:t>
            </a:r>
          </a:p>
        </p:txBody>
      </p:sp>
    </p:spTree>
    <p:extLst>
      <p:ext uri="{BB962C8B-B14F-4D97-AF65-F5344CB8AC3E}">
        <p14:creationId xmlns:p14="http://schemas.microsoft.com/office/powerpoint/2010/main" val="83222164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33DDDA-05D9-4B57-8570-555DA86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10. Gangrene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9034-0942-491E-9988-77AE4E7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 times asked | 9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3177D-962A-4F39-9C22-5447816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8E368-BF7C-4DBC-BDE8-96FB07CF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260A1-4969-4940-AD06-13641585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107DD-6CF4-42FC-95F7-63A88AC6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229E1-3D3F-4225-AF5A-FD9038D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C8A47-F334-4205-8F44-F529DEF2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6CB32-CF71-43A5-BB2C-4E15857D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110F2-9356-4355-8155-6DBD7192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gangrene.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5B719-91D0-414B-9269-DC71A075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6FBC8-B743-47BE-9520-55FE6A3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FE10-554D-45C5-A860-0CB41905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BEA53-8481-4DA2-A23D-392855B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087C1-4BC4-4944-A535-68E1AB4E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66455-FFBE-4DB8-A9F9-320FC8BC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Gangrene.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7BC20-60A5-40E6-9401-D1818F41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17870-25F3-4351-BC39-F0DF1BE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7113A-FFD0-461D-81BA-7360E5AC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210D3-6401-4CD9-8100-AC560222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1E5A1-2D01-486A-9612-123F3B3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E3DB8-6DB2-4528-8988-8D59659C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Gas Gangrene.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2C2B3-9378-4005-80D6-340DDE25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D896D-A649-4838-8842-6F1C6910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9AA15-BDA8-4EC6-92DB-9D4FB900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77C69-08B1-4A2F-AC2F-E640FE1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6D608A-F412-4172-8EBA-5782E2B4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F2541-9BD7-49EE-A6A0-2AA8B3F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Moist Gangrene.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A7175-8516-4ACE-B250-4D626847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EAB678-5329-4115-8723-F3CA39A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9E04D-ACA6-4CCD-9BA9-98E55393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A84C6-D6ED-4AFA-8327-201FEB1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E2ACE-FF1B-4934-94D6-CDEC6CF5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756496-7066-4ECA-9183-F825F900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Dry &amp; Wet gangrene.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57BB6F-A251-4C13-B8C0-BE04CFDA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867084-1197-4E08-B29F-BDED9C8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8E9F17-39B1-4837-8F7A-112C9259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10 | Gangrene</a:t>
            </a:r>
          </a:p>
        </p:txBody>
      </p:sp>
    </p:spTree>
    <p:extLst>
      <p:ext uri="{BB962C8B-B14F-4D97-AF65-F5344CB8AC3E}">
        <p14:creationId xmlns:p14="http://schemas.microsoft.com/office/powerpoint/2010/main" val="184235833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5E1EB5-2D42-40CB-A10C-CD689BDC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10. Gangrene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883FC-BBB8-47C5-AF87-069C6F4C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12 times asked | 9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02B04-85CF-4522-9D87-8D48DF9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A25D-CF95-42D8-A11B-F68A78B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501B2-667C-4EBB-97A1-2C94B036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B204E-7600-4F0F-BACF-0FDE98D6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2113E-9F85-40B6-9243-87FFE796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B0F9C-F3F3-4221-B13D-0FC3592F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D5B4E-6DB9-4A4C-86E0-AA12BDB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BB4C0-3684-4E1C-8525-D9E3409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the types of Gangrene.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E86D6-65FF-4A16-BE38-5EB1B5A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4459E-D392-4DE7-B834-748B38E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4AECA-C265-4D37-85AD-0A61A76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29A49-E908-44EF-B791-55F1D4DB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A8339-3289-46B6-9031-A6911D4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5C202-8A76-45EC-BBC7-0225D253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Gas Gangrene.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632AF-38C7-451C-BF8A-1BA0DF26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55FB3-5D31-47B6-BF48-C3BF4441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1E183-4729-47D4-82D2-4770CC68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10 | Gangrene</a:t>
            </a:r>
          </a:p>
        </p:txBody>
      </p:sp>
    </p:spTree>
    <p:extLst>
      <p:ext uri="{BB962C8B-B14F-4D97-AF65-F5344CB8AC3E}">
        <p14:creationId xmlns:p14="http://schemas.microsoft.com/office/powerpoint/2010/main" val="184321648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0729E-8388-416C-AC23-643EB974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1C512-31D8-47F0-A4D6-22A6E2B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Surgical examination, investigations and procedures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A9CFE-084B-4F55-A972-8B5DEA6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11 times asked across 3 Write Notes and 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18830-0BBC-427F-896E-5FA3601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82228-E37A-42C5-AAD4-F260FF4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83045-0BC8-4A60-90BB-5A48932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58962-9974-4078-B08E-4E62D3C3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32A3B-20BF-46BC-B302-E7297F1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FF946-F19E-4BED-9884-749F665E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2D391-68BF-4650-8BBA-CB23372D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A4D96-1C90-431D-BE7D-08F20F05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4A6EA-D1FB-40FE-B93E-74247D9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67109395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7A69A-EE5D-4A67-8A42-61DD1058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11. Surgical examination, investigations and procedures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77A80-18CA-4D77-9A99-58DDD8E1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11 times asked | 3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1C180-C159-43C2-A58E-3027C82D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59D5B-D674-4014-BA9A-3E381532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4B3B6-68FB-4591-9313-3AE96199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AD57-5970-4EB1-A8ED-69791A1E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C8CBF-E837-48F4-A198-4B14197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57362-0A79-438F-93CE-1EDC8B35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20051-B501-4E17-938F-B218767F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FFB19-C6C7-4207-A4BC-D37A37F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Angiography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34718-FE89-4B7A-AB45-2216F2F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79868-4CC6-480D-B4F7-8C639060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C078A-6C04-4BDA-A014-51994F86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84FEA-B9CA-43F7-AE4A-3A120C4A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07007-2B87-48BA-A330-05802B76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7F671-153E-4A67-B46E-DCB44A1E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Endoscopy.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350EE-E577-4C82-AE1E-4E4421A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E2685-7DB5-4573-AE66-E1609532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2DE09-D325-4D21-BAA9-A1DA3A43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4E6E9-B4A5-4522-ACCA-80FDCE85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0D907-FD89-4FAD-B711-1D7E985C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A8382-DB6D-4380-AEF3-DD5C9EB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Describe how to examine different types swelling?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5EC7F-D8EA-403D-A6D4-8172C01F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31AEC-4AA2-4BD2-AC78-60B0CF90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CFACA-86FF-4987-989F-E7EC7EC5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E5A66-7101-49E7-96A4-5006EAF3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88151-C2B6-4B49-9974-58E63090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1E6424-B7A1-44A0-9974-25FFEF3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Biopsy.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B2D01-9212-4F9C-B542-3E6FD40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AD0F8-4C40-4749-8D0A-089A4CC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B7632F-D08A-4D6F-8F40-F048BC42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D3B581-5324-4882-830C-BEC30249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BA024-D510-4FDD-BB0B-36ED945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163BE6-C64B-4170-91DA-8AE1E9BD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Examination of Nails.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027DE0-B3B3-4015-BEF7-6249D26A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2FFC24-E14F-4C53-9689-9E540F3F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5FEC18-E56F-47B4-8F49-2E6C0AA1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11 | Surgical examination, investigations and procedures</a:t>
            </a:r>
          </a:p>
        </p:txBody>
      </p:sp>
    </p:spTree>
    <p:extLst>
      <p:ext uri="{BB962C8B-B14F-4D97-AF65-F5344CB8AC3E}">
        <p14:creationId xmlns:p14="http://schemas.microsoft.com/office/powerpoint/2010/main" val="138224555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CDDC3-87D5-43CA-99A5-653181CF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11. Surgical examination, investigations and procedures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CC54E-C20C-4ED5-AEDD-7BA636A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11 times asked | 3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38621-CD2A-4C94-BB33-82A6CEA7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98E7B-FB41-4329-896E-481ABEF8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2C1C7-DA32-4B84-9918-A3D9BFAF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DE28E-C25A-46AD-99FC-6FA87C9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AE68D-6D7E-4D10-8EC9-ECDB79B8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6CE78-B27F-4B4B-8CFB-3540EA9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009B9-6D90-4FBE-9000-F8F28C92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D798B-51F3-404C-BF9D-B46D25B2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Examination for Fluctuation in a Swelling.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E5201-C351-4658-9FBB-035338CC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FBFA7-FF71-4D0B-9E3F-63A4C55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48B42-9F3F-4CEA-A120-199E2586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2D357-AE13-4F15-93E3-2C45C85C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1B359-2EDB-4CFA-B5FE-07D06C3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3745B-B128-4B37-B3BD-93B4854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the importance of Age- in Surgical case taking?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DD9E8-BA0F-4A99-AB60-52E6715A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7AFE5-AA71-4AF8-B4B5-08F3A341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8FF00-D121-49FC-9F4D-ED5143E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2D388-1901-4C1E-8877-DEA24239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3E395-C1D6-4512-B4BA-67E2B492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31053-A0FB-4A51-A73A-CCE21F39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clinical Diagnosis?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DB310-F812-4029-A412-80BEFC5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D2946-6B7A-4C18-95AF-7BC7A03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CA048-9BFF-4B5A-A8A1-924E2E5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3AC5C-713A-42AB-8B3D-E1DA08A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A807E9-8FD3-471A-A60C-6CC5DB87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6E2B3-69AF-42E3-9DF9-164AD50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Trendelenburg test.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9DCA1C-202A-4D9D-91BB-98323AC9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6298F-76EE-4937-AD75-A1734B6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7C7CD-2B5E-4835-B7BB-771A1C9C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C5B256-04D6-42C9-8A86-7643730D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F6C605-B7B0-46BA-B2E6-42E1C27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A83517-7846-48CF-8D23-4769745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Transillumination test.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79D2A8-C433-4994-845C-D6DE11A2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66780C-3E31-46B9-AE7F-9D44A88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3C9B97-C69E-476B-812F-29635327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11 | Surgical examination, investigations and procedures</a:t>
            </a:r>
          </a:p>
        </p:txBody>
      </p:sp>
    </p:spTree>
    <p:extLst>
      <p:ext uri="{BB962C8B-B14F-4D97-AF65-F5344CB8AC3E}">
        <p14:creationId xmlns:p14="http://schemas.microsoft.com/office/powerpoint/2010/main" val="98450639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770549-086C-4E35-B937-891516F3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11. Surgical examination, investigations and procedures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8DF84-CC30-453C-A234-9F98005D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11 times asked | 3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7C6A7-2A9D-4D14-B16B-039CDFF1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4EAF1-D21A-4B06-B5DA-7899B2BF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3 of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8816-1DBF-420C-8AB3-9D9F1CA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E7271-D7BD-4BB9-8542-4631F22A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BFFCD-AEBB-4BB5-A2CC-C157601D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F3B0E-B210-4D5F-856E-C3670CE9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0415F-236D-419E-8043-210C6A1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C94F8-B7EA-49CA-BB62-79B21AE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Angiogram.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ABAE3-F024-4ADB-88FE-8661003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BCB3D-A109-433A-88EA-C0884045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E6187-4610-432D-96E3-78B18564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11 | Surgical examination, investigations and procedures</a:t>
            </a:r>
          </a:p>
        </p:txBody>
      </p:sp>
    </p:spTree>
    <p:extLst>
      <p:ext uri="{BB962C8B-B14F-4D97-AF65-F5344CB8AC3E}">
        <p14:creationId xmlns:p14="http://schemas.microsoft.com/office/powerpoint/2010/main" val="5113928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5605A0-62CD-4D8F-9C72-EE30290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5304C-63A0-4B8F-99A7-0E99AB3F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Nerve, hand and shoulder lesions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A9631-932D-4557-8EF4-F2B9D2B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10 times asked across 8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C3660-BF42-496D-BE8B-CDD6145C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76240-48D3-4908-BE03-AD86FE88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81574-EEA5-464F-A785-C80A70D8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8F074-7990-4352-B08D-4A65738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C34E0-8055-406C-B4EE-38A24B9F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CBA89-614F-4745-95CD-C01C686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AEC4B-881C-4C87-B532-2A5C51B5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E00C0-ADC9-4C92-8BC6-D21150AB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6516D-6D3A-4EF9-8416-3409E5C0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10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27342205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5839C-A9FD-4272-B58E-BF8A5C8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12. Nerve, hand and shoulder lesions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F9EF3-0D29-4AB2-968F-94912F0A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8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8D298-FAAA-42EF-B52E-C6B324C4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79205-A624-4D63-9CEA-C82A61A2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EE5D0-1CC2-47D8-9FA7-E09CAA47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0319C-97DF-4066-8220-34367218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FDE7B-D56C-4830-B76E-32E33BD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53756-CA09-4381-BC78-51B732EB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D90EE-A3A6-4E0E-BAB8-A72A7FAB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4CA0D-5814-4ACF-B09A-0C5EA10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Injuries to Ulnar nerve.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FB0B2-167D-4AC2-A976-9A6B0A21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9AFBF-619C-4BA1-9061-195B2860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ABBA7-2585-4BB7-AED0-D751B088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25847-55B0-423D-B62C-ADA76FC2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4C078-538A-4A9D-B1B7-710A234F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7B9FA-FB4B-4699-9918-84AFD62C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Injuries to Radial Nerve or musculocutaneous nerve.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66DEF-D257-457A-ACFF-60DC232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18464-DD70-4986-9A5A-16BB4EB8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5BD78-9173-49F6-9CDD-26F2C94C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81A87-9FA2-47B2-A446-5A0C9CB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7126E-5F61-4A79-8A71-B2210198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D1033-B2B7-49A8-9BDA-B1B8A0F4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Winging of the scapula.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6E30F-6F48-47DF-9534-733B14C1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9F67C-526F-464F-A4A0-8708C5E8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388F6-96B7-4BFA-81B8-57E2B2F3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10435-BBAC-4FB9-A6B3-6A3FB5F1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5FFD6-C68C-4E9D-B0A6-E210928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2E76C-A313-4CED-B97C-D926F84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acute suppurative tenosynovitis.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D2042D-E630-4657-BFB4-79AFF5E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7BA15-419F-4872-AABF-9FA5A690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FADE1-7464-4AB9-A699-1C4F0A52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361F1-9D4D-4F21-A88D-D2FEF1C8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AC1568-72A9-4C67-A64E-B50D3FAA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7F3F5-5A91-4CE2-AD32-4BC4EE48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Dupuytren's contracture.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0EEC9C-7169-4B6A-9D46-8FD3B62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D04F1F-2ABD-4D88-831A-3EEC0545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68668A-764A-4699-8A1E-1BBC1EB9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12 | Nerve, hand and shoulder lesions</a:t>
            </a:r>
          </a:p>
        </p:txBody>
      </p:sp>
    </p:spTree>
    <p:extLst>
      <p:ext uri="{BB962C8B-B14F-4D97-AF65-F5344CB8AC3E}">
        <p14:creationId xmlns:p14="http://schemas.microsoft.com/office/powerpoint/2010/main" val="15652134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4C2F4E-CB0F-41CC-8DA4-3C6C343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12. Nerve, hand and shoulder lesions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83DEB-CA2C-4476-823D-7ECE7C4B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8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6A46C-8144-4A90-98F3-75522CC8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85145-C942-4AC2-A738-8621D090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C7FE3-A32C-4DD9-9CE1-1C0D5C9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40399-CED4-41E7-A8C7-796F0832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45B83-2A9C-47AC-89AD-F855055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1630E-237C-4C81-AE51-4048D074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A784D-0218-431F-AD38-F077E349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CA036-631D-4009-95CF-C484DC77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Carpal tunnel syndrome.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16297-DB5A-40E9-911D-744BC61D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55B8F-65AB-4665-A51A-CE80C47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73B6C-57A6-4EB3-8533-11FE77E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AE4BB-4B96-43F6-927A-4FFAF38F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CB5EA-DCC1-4B58-BF39-D7DFC4F0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E2904-24DC-4DF5-8BA6-A553F531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Claw hand.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1022C-0F3A-46DB-9EF3-490D2433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06403-5F45-415F-8C0F-89E8A135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1A008-6EC5-431E-9F72-89BB33C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25286-D432-450F-9DB6-C252206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4B686-417D-4A5A-84DC-77804C3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A5353-23E7-4CF8-B0CD-52970967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Volkmann's Ischemic Contracture.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13813-3713-49B3-9DE1-532CFDB3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B977D-7776-4DAE-A748-08DF956D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50A520-D6BD-48CB-BB66-2E9B5B3B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2B972B-7D55-4AD0-81B6-E5365A07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0769D-C3C6-40BB-B223-5030A8A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DAA246-EB65-4AF5-867D-EF0255FE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 Quervain's Disease.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C3922F-F08C-44AE-BCB2-0973CB27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8DE5A6-2C3A-4ECC-BAEB-87311D0A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8F039E-5978-4E9B-BB15-02D727B5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6F2AA-A18D-4C62-AFCF-87624262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39F33A-1AEC-4081-96DD-870410C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8609AF-D322-44B4-BFFD-09C3496D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Lesions of Brachial Plexus.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E48FC1-C03A-40CC-BB5F-563D2561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A67958-4D3D-403E-B6E7-EFE3D06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BB4CF1-5375-46DC-A5FB-36B1CE1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12 | Nerve, hand and shoulder lesions</a:t>
            </a:r>
          </a:p>
        </p:txBody>
      </p:sp>
    </p:spTree>
    <p:extLst>
      <p:ext uri="{BB962C8B-B14F-4D97-AF65-F5344CB8AC3E}">
        <p14:creationId xmlns:p14="http://schemas.microsoft.com/office/powerpoint/2010/main" val="174749192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49408-A3D0-46D7-90FF-17FD56E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A93CA-B0D3-42ED-9545-EB2A4D7B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Sebaceous cyst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5A191-8C59-4200-B237-708FF294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10 times asked across 6 Write Notes and 4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EF2A4-873E-4685-844C-66D12A5B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10B02-24C7-4D7F-9F4D-218BAD7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AF82-29DE-4D0B-A7C3-50049DD5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A4D1F-E840-4B4F-94AA-0E8F68E1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EC3A5-ABAC-4537-9177-3B6ADB61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F0EC1-1DCE-4342-821A-BDDE548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7B6FB-A7BE-4BAA-8AAA-F62390C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B0F11-8A35-4D7E-9562-E5B10702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222BA-784B-47E5-AF0B-2F0672D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10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9625492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FD35A1-21D5-47CD-AC14-00D5B24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13. Sebaceous cyst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1885-F455-40FE-A879-C266AA99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6 Write Notes | 4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2D697-EBDB-4E0F-83B7-BFA4E145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3E50C-DBB4-4617-A49A-CF5D13E4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8B248-60D1-4788-8703-B5974C86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39E4F-C0F1-43E3-9856-280CE1BB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96FBA-66B5-44FE-9B1E-372BF0EB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137BE-DA4F-498F-8878-DA926CE2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7ABBD-5615-4FE8-A93B-89A92116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11848-5B7D-4323-A6E1-0A3203BC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Sebaceous cyst.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5E398-232A-4B67-B939-494E236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D1234-616B-4434-8A07-CFE49D5C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5CF18-1BD4-4B2E-A095-37EFD67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C483E-83F2-4E48-A375-AC402700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062D0-0C21-4945-8452-BFB97E8F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424DC-3ECA-4DAE-99E4-0BD1676B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Dermoid Cyst and Sebaceous Cyst.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D5F1F1-E835-4A63-B4F3-252E90B0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288E0B-458E-4A3C-9354-10BFBCFF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EF019-CE31-4629-A676-C9F9313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BAF47-1D51-472C-BBB3-028D50C4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B8C68-1FE8-469C-A83B-72839571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F8CF6-36D3-4C19-8624-BE8AD58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Sebaceous Cyst.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DB2CD-EBF0-484E-AC26-9965CB3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A1A14-F3A9-4F88-A8C2-8DBD7E3F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B3353-9149-4A17-B593-42310E97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F6E1B-573C-4E74-80E1-05AE73FD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97BFA-AA2F-453B-BFD3-825CA2E4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E9090-A1D6-4398-BBF7-8398B761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Sebaceous Cyst.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005457-F78D-4EE0-BB21-41E502A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5D99E-D743-45E6-9611-7FE09F61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D2E327-9A83-4DA2-A265-D104472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2010D-8640-438E-BEA6-FB0E72B5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D10FD8-FFFC-4186-B22E-D9795092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2B8EC8-A687-446C-804E-B0C44316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Sebaceous cyst.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C6747C-14BF-4B4D-B29D-A9477C6B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896684-8A8D-4377-AA2C-AFCC6C1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18EF94-FDAC-4BB9-985C-E367BBEE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13 | Sebaceous cyst</a:t>
            </a:r>
          </a:p>
        </p:txBody>
      </p:sp>
    </p:spTree>
    <p:extLst>
      <p:ext uri="{BB962C8B-B14F-4D97-AF65-F5344CB8AC3E}">
        <p14:creationId xmlns:p14="http://schemas.microsoft.com/office/powerpoint/2010/main" val="177365632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B412F-36CC-411B-A489-5A56503B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13. Sebaceous cyst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31992-C6A2-4E34-8662-D0AAAB0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6 Write Notes | 4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11A27-6791-4986-86D2-53E4D2C1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164F-2C8D-415A-99C0-ADDF4E35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201B8-814C-4354-949E-6426CD5F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929E5-8BA2-4CC6-AE16-53116C2C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F640B-B444-497B-A136-B55433E0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AD5D-63B4-44E5-8021-127DFD8E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DFB2A-228F-49F0-8594-251E916C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80F26-441A-4641-A94D-8F3448A2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Sebaceous cyst.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13914-6892-46B0-9407-125B2214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C5A2D-9AAD-4A9C-ADA8-7E0947A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3F08A-7F05-40CF-92BE-94B554C7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36C55-A37F-47CD-B2EA-2A317B4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B9A78-4E59-4676-993A-88197F3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5712F-24D7-466C-85E3-E57D4549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in detail about Sebaceous cyst.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4260C-C26D-46AD-AAC1-BC81EA10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35793-7B2B-4779-B7A1-A420FC6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E44EC-B82C-43BC-8AC8-1EC705B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DA792-392A-4B32-A0F9-A33FD7F9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41DC1-E20D-4840-A1CE-4028B3A6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1DE07-3D27-4694-9BD4-75C555C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Sebaceous Cyst.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2ED80-62C0-4CA7-9BFE-548B0346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F3472-CA24-487C-9066-465D9CEC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64410-6B31-4A40-9A1B-106EC18E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CBE124-FA6C-4588-AB5A-46CE5EA8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70CA4-D571-4541-85E1-61D982D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12D5E-2B5A-4025-AF11-CF47537A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cyst. Note on Sebaceous and Dermoid cyst.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756E5-9D76-42A6-BFA9-475BF6B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9695E-2F9D-46DD-A566-3F4B324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8E3FE-D077-4DB6-9DF5-93A10FC1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21E45-155B-4490-8712-C16922E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65F94-84BA-40DE-ACA1-B45CF488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7A97A-9EEE-4825-8CEA-2D822697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Sebacious cyst.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C6A996-9A49-45E5-A4D0-DAF5DE3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9538D-D28D-49CF-B59B-AB02FC5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DA10C2-3464-4EAD-902F-498A35A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13 | Sebaceous cyst</a:t>
            </a:r>
          </a:p>
        </p:txBody>
      </p:sp>
    </p:spTree>
    <p:extLst>
      <p:ext uri="{BB962C8B-B14F-4D97-AF65-F5344CB8AC3E}">
        <p14:creationId xmlns:p14="http://schemas.microsoft.com/office/powerpoint/2010/main" val="56278748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078C0-0DE9-4036-BFC0-BC0688B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3454-B15B-467E-8B85-173FC56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Sinus and fistula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4BDFA-000C-4320-9818-407E906A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10 times asked across 0 Write Notes and 10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98329-D563-45C1-95AC-734C7BA5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6D31C-0E83-4748-BB49-813C3F83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95CDC-8C38-4E13-B2CC-C61BDA3C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19111-67C0-4664-A7BE-391DDDD0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3BB2C-30B4-45C1-88BB-0B59977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B2188-3A8B-4C02-967C-91DA0E5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85688-A06D-4022-AE2C-3F7AE858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D7DBB-A00E-4C51-83D6-058FCDC9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EA34B-3D92-479F-8C26-D8E55E00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10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64938914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7AABD-685F-4CC0-A8A3-00B6FCB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14. Sinus and fistula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38492-6F90-4220-839A-E8AA7979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0 Write Notes | 10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98528-D561-4F71-B982-C27FEE61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3AE87-2D4C-4D83-9118-9480E98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8B513-1856-4498-B560-5A3D8D5E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BA7B9-469B-4595-BB76-42E93A5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0F768-8398-4F7D-9954-6B31BA2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F17A9-3483-4A78-997D-A0F3D42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58072-0285-45E5-BE81-1479E2B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F2A3E-44FC-49DB-A913-E757E964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Sinus.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D06A-B32B-4A94-819F-9D36D83D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B6CC6-D1BD-407F-BF80-FBFD18D4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EC512-90BD-4D3C-BE89-1916E07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006DE-F684-47CB-9C99-BFB0EE9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69381-FA26-4AFB-8647-7476DBF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E52C8-76FC-411C-A214-36912DD3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Sinus and fistula.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2E0C5-FF42-46C3-A37A-95F16FD8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AAFF9-8A5D-4758-8E1A-65FFA96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CE064-ACA6-4CC7-AEB3-677D9037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8432B-EB0F-418F-BCB6-A826EE5C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DC822-C4D1-4685-8AB8-C82DBD3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74D65-53DA-4565-A9A4-E6A04B0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fistula?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21E1F-9777-415D-BEA5-CCED4BBD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69157-E2D8-495B-8BDD-63E36A8E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1D177-F146-450D-BDED-E7F9B3A1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19537-3F0F-4B16-9427-16791862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F20BD-24A6-4E49-9800-09556364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2A580-2A2E-4373-B316-08A55F09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Sinus?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BB5712-A62D-4517-83CD-44ECBE8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A3D490-6206-4F8E-A1E4-4FD9049A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F3DD80-BA2A-4CE1-B0F7-A89BE3D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DCAE17-710B-44CA-B19C-72D5F923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D82998-3539-479E-91C5-7274134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33F342-BF10-4FF7-A50C-89EFAE1F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Fistula.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049F1-41F8-4ED2-A676-ED26702A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A2DE3-4FF4-47D5-AAAC-FE0AA86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047EEF-8DA8-4846-BFEC-6ED5795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14 | Sinus and fistula</a:t>
            </a:r>
          </a:p>
        </p:txBody>
      </p:sp>
    </p:spTree>
    <p:extLst>
      <p:ext uri="{BB962C8B-B14F-4D97-AF65-F5344CB8AC3E}">
        <p14:creationId xmlns:p14="http://schemas.microsoft.com/office/powerpoint/2010/main" val="146399338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1D2E5-62A7-4062-82D9-C9441D6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14. Sinus and fistula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0C18A-D446-4F2F-8966-0FC8725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0 Write Notes | 10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9ABBE-8F03-4AB5-9DD7-5A130AD8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C2BA4-7AB4-4BE2-AA7D-5B89E9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ABA5B-3B4D-4E45-B0AE-50555B66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1EAD0-3156-4C12-A3FE-2555719F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82462-7F28-478E-9383-1E769A52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EA493-4057-4A0C-8AE7-DB036B06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A27D1-50EC-41F5-8D6D-B1480FB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D815E-3B16-4503-B3C4-C06F50EF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Sinus and Fistula.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6241A-66A5-4B14-9C8B-E739924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AACF7-87B9-4397-816F-16F13A7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064ED-D2BC-4FB6-A237-60043E9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161F8-AFB3-44BD-9497-D37464C8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4D88A-33BA-45DA-8883-B8BDD7C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2C8FE-F670-451C-BF51-C2F2D8DA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Sinus and fistula.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A0358-8266-415F-BB58-8DDB440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3DB16-AD6F-410A-8CB0-CB492B72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B1ED3-284C-419A-846E-57F16D11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26334-6974-4E1B-8113-65FA815A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832D6-CFD2-4B74-852F-E446D2A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5A010-6B4D-4BC0-B80A-51C4255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Sinus and Fistula.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D4D39-160E-475F-A353-FB840255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D9457-4F2B-4DC8-9881-79116D2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EC814-8A77-4355-9227-9986A2E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91766D-3613-43F4-ABFB-C00ED6D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12E67A-5F3C-4F62-AE0A-DAED5EF8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683F9-845B-478E-8570-531EA80A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Sinus.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A4A03-7D5F-49E0-9344-992F887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F0784-F5ED-4450-8ADE-6207FBD0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77557-5EEE-465B-BE8E-12F33BFA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F39475-F183-4F0E-BE6C-DCB860A9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598D5C-1502-4DF4-B105-25D4B4B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59381D-B024-4AB7-B391-FC3C6719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Analfistula.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D68DE6-5EA5-440E-ACAF-C6C275A6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8EF54E-52FA-415F-993D-00D2B35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57E040-3879-4DDD-BBA2-9E15126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14 | Sinus and fistula</a:t>
            </a:r>
          </a:p>
        </p:txBody>
      </p:sp>
    </p:spTree>
    <p:extLst>
      <p:ext uri="{BB962C8B-B14F-4D97-AF65-F5344CB8AC3E}">
        <p14:creationId xmlns:p14="http://schemas.microsoft.com/office/powerpoint/2010/main" val="91042074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BBC6FA-8AC9-491B-ABDB-689CF2C5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912AC-DE3F-421E-8524-D45A9CDA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Squint, nystagmus and ocular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A8288-0D18-4053-B3EF-0F0EF1A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10 times asked across 0 Write Notes and 10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87474-2555-45CE-8B91-3CD300A3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460BF-B460-468F-9FA3-AE4076C6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D2E2E-239C-419C-8255-6F550D61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9B0D8-1ECE-42F2-BECA-19FD4CF6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8ABA4-6853-4BB9-B72E-2CED459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2D6DF-548A-4D55-A918-25E9C3D9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F04BE-333D-424C-9F75-B2C3D90A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00881-0BEF-484F-A6AF-EA2B740A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E9250-B6B5-48B5-A56B-1E9AE910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10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73703797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48DD4C-8BD2-4C93-8F9B-51DC60E5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15. Squint, nystagmus and ocular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1855A-9887-4B15-8CEA-942C2D2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0 Write Notes | 10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E8A8C-9EE6-4C8B-A0FC-DDBD8B28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6ED2A-A222-427E-A560-7A22470A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78824-A8D2-4572-AF25-46307C5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57BFC-3FDA-40E8-B939-08C05D2F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C72BC-6576-4144-A70D-BD07C43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412E9-CA20-40A5-AC5C-9369CC1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03062-17C2-45A4-A25A-9F87BD87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E2476-F150-4024-B023-413D1F9B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Nystagmus.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D72E6-D677-4FBB-BD25-CBC0877E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874DA-24D0-4887-8C88-F897D4C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77A94-BBCB-4B4D-B5A5-8E468A17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8873C-A726-4504-82D3-9CCF168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971D2-4A2C-4EA4-A371-5692065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3A109-CFAB-47FA-AB69-676BC1BC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Squint.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DFB71C-FB5C-471E-BE45-56D51CF4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3C813-ECC3-4BB0-B850-8F2EAA08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3963A-8D22-49A2-881C-147FE340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0A9DB-A56F-485D-A00E-9DE7C033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1D9E84-8D80-4269-94FD-18C8717C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F0E37-D95F-4665-8A1B-4DB9AC8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Argyll Robertson pupil sign.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970E0-458B-499C-904F-6AA39A9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82928-4808-4FD3-BE30-B1A9C368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F2111-A654-4738-93A4-F3944F18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1F37D-64DA-4E63-9925-80DC0ED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066F7-2FFA-446F-951C-4C7A0D5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F5C7E-AFA7-40EE-AB15-3E5E3B6E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Squint.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B938C-8D3B-495E-AB8E-5D3E1ED8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7131B-3228-4E87-8898-3E612E69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1ACCC-A6DD-4B66-B284-CF4283EA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48DE1-F2BA-46B3-A9ED-67D86A33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1B937-C167-4B8F-A6A4-94ABD2FB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233E3A-3E21-473D-837F-C5D359C3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Squint?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98A9F5-5937-4CAE-BCF5-1E5E7A3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6B814-6171-4ED2-8666-D3AE94BE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F3AB3-49A0-4419-9721-51B2AC64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15 | Squint, nystagmus and ocular tests</a:t>
            </a:r>
          </a:p>
        </p:txBody>
      </p:sp>
    </p:spTree>
    <p:extLst>
      <p:ext uri="{BB962C8B-B14F-4D97-AF65-F5344CB8AC3E}">
        <p14:creationId xmlns:p14="http://schemas.microsoft.com/office/powerpoint/2010/main" val="136454031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A79D8-1D2E-4CBF-9F2F-DF9D36FA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15. Squint, nystagmus and ocular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84E95-3F51-4DF2-9AF6-E6C5EB8A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10 times asked | 0 Write Notes | 10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9FABC-BE60-425D-87D6-6FFF937A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4955B-A482-431B-AB11-AEB99F68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F3036-A8DF-4224-8AB2-9C63379F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14B44-5136-4E1A-A148-E97BABE5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34AFD-DF85-44B5-980A-6A5C1D1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EEA62-8B8F-411D-8B63-138D008F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8A7E5-F385-4ABB-A1C4-4B973CA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766FB-3DD5-4586-9BC9-A0DD2F60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Worth's four dot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B831F-8072-4F8B-8582-03320721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6E364-1D73-4EA5-83E0-7F7F43A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EBE6F-9DE4-4FAC-9544-C2450105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0622F-77AC-41B5-A198-9DA267E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76EEA-3CF0-4244-87EC-654D9AB2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5DF7E-F6D1-47A1-9418-3A4C5CB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Pupillary reflex.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9406E-E0B5-46CA-BB25-7621E6F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51721-0CE7-4AC6-8A08-139668E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E34B6-BB29-48C1-99CB-CF9F82E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99D04-E405-44C8-B060-4506D13E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438F3-B0B0-484C-B3E6-8E8DD115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775E1-024A-4CF2-AF14-F8640D41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Marcus - Gunn Pupil.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5562C-6B85-475D-9204-2D38AABC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A5019-54F2-49F5-929E-C007755D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9859E-24FF-49A3-BE4F-C3A66B8E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CC178-9CCD-4CD2-8AE3-655440BE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7BFC9-51D0-430E-9050-9B3695EB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BCA68-7E81-4566-BE3D-53DC3C64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Nystagmus.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BFD0C9-15B3-4233-8CFB-33D12438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D386F-4AD1-40F1-AA0E-95385E80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6893E-20BC-4CBC-A462-012C914F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11B08-E472-4C72-BAAD-62F01343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F5F1C-683D-4AC1-A03B-0BFC88E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B323E1-57B3-4423-853B-EC370FE2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Squint?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248D87-6722-4170-A110-B0CC9A89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BE4DED-9D06-4E32-A84B-32466D78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8EE32-C885-442E-8874-E75E13A5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15 | Squint, nystagmus and ocular tests</a:t>
            </a:r>
          </a:p>
        </p:txBody>
      </p:sp>
    </p:spTree>
    <p:extLst>
      <p:ext uri="{BB962C8B-B14F-4D97-AF65-F5344CB8AC3E}">
        <p14:creationId xmlns:p14="http://schemas.microsoft.com/office/powerpoint/2010/main" val="72043715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547C5-8633-474B-82F8-378ADDD0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F497C-B6A8-4AC8-907C-E1B88B3C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Cataract and 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B6577-87DE-4C5E-9B14-AD9FBCAE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9 times asked across 7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DF783-7041-4683-A65C-7082FC10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6F65F-C9F4-41B0-9C31-9ADDB18B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5DCE5-DE7D-4D48-89A2-6F1B467B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D7449-F991-4569-B04B-6441E7E9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84372-00DB-453C-A829-9BD60C7F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942E5-43F2-4C4A-B06A-6E589BA5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6D2D7-0CFC-4C5F-9F74-DEF1F48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E58FD-42B8-437B-ABF6-9D36FEF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33616-B833-4E2D-8750-811B0763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9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27542718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22666C-DCE3-4ED6-9C2C-21BA7A9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16. Cataract and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7E2C8-98AB-41AA-8CEA-59729950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 times asked | 7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2AA3A-08EC-4BBD-B178-C0B36C1B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F58E6-3C97-4EA8-AFF9-7E2666EB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CBF05-7602-44C9-821C-B78D4FE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644E1-D99D-42B6-B6B9-1302559D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A2F53-F01E-43AE-8F40-12D188FF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796E0-D068-449A-B282-C1010BD5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239AA-C83B-46FC-8215-B0D85D6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A34E3-9359-453E-AFDD-95CCF299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Lens.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DA97-D2D8-4B8E-8242-8E24434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3EAA1-391C-44D1-ABB9-7E6BC7D2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BF112-77E1-416B-8E07-6604C1D2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CCEFD-E5B0-4C85-87BD-1770DC15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27F3E-D99A-4BA4-8D4D-8B30A66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B3414-75B8-4C76-A94C-71BD0065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Cataract.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F546E-4BCC-4C53-B4FF-20C6E09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BA3DE-308C-4D98-8B0D-DD54D711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9022B-2248-4DA2-A3CA-A0171A0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C1DD1-1918-4034-B724-11DC1F73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9D2F2-F8E8-4F55-ABAE-10313FC9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7C25-0C84-436B-8643-98A19A03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Cataract.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9B36D-7573-4C6A-BBAF-7881444D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B650A-543F-4648-A471-C16DEB1B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3969B-23ED-4037-8420-8EB1BC4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79C9A-A4B9-4E1B-9FDC-E6C55CB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A3158-91F2-44F7-ACF2-45D5ED43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08CA3-8E6F-430F-86D0-7C0D9271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Congenital Cataract.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4F1A09-D297-4ABC-8285-C9E63949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2DC1A-E0DF-48A9-94EA-556E3C64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5FAAC-C392-402F-98FD-A110154C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6D6B2-B024-42C3-8524-75C0BC8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7253D0-C406-4171-B63D-BE39CA8D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FDABE2-3A72-4CC7-AC0F-A6935A9D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Causes, clinical features and Management of Senile Cataract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88FE80-6079-4D3B-91CC-FE516892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8D2C37-6414-407A-9AE0-D6996D9D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2EC513-BD54-45AD-8321-65D4406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16 | Cataract and lens</a:t>
            </a:r>
          </a:p>
        </p:txBody>
      </p:sp>
    </p:spTree>
    <p:extLst>
      <p:ext uri="{BB962C8B-B14F-4D97-AF65-F5344CB8AC3E}">
        <p14:creationId xmlns:p14="http://schemas.microsoft.com/office/powerpoint/2010/main" val="146251069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145DBB-2821-4B58-891B-1AB28AA8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16. Cataract and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9BABC-33FD-47F5-98D9-107C093C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 times asked | 7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40F30-EF73-4D4D-843D-4A2E3FF9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437C0-C89F-4402-BEFD-F09A69D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4FE2-B064-4CB5-AF7F-7F39F0DB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3FC25-4CFB-40AC-916F-6EA362A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0DE41-97C6-4D87-97DF-7AD59576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95A7B-9BD5-47CA-AB59-01BC165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32B55-1D63-4F9C-AFC6-CC113E7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B7315-BA42-4CF4-AC13-2E9F3C30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Cataract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B2B62-C8BA-4477-AEF2-4BE2BE55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BC241-317D-4C61-9B20-66C3E11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28400-3F1C-49CD-BEB7-6F673696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88A18-98B8-4840-8CFD-432C6CF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3819D-565F-424A-863C-DE6527F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0B737-B253-443E-B82D-1C97E750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Congenital Cataract.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C6BE3-DB12-4667-82A2-2736CEC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99D2A-2536-4CDC-A26C-29191EB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AE284-7504-4E55-B4E7-D2C5354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D5792-B62F-455B-8B6A-C5B0482E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8675E-7439-4D01-888A-2B7CDF0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7578E-BC80-4474-94E8-2AC3B7B3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Describe different types of cataract.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7E364-C000-4065-BE88-C17EA5A7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950A4-2D73-45CF-94A2-5D238379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B18DC-3DEB-4442-A2F8-ABF58A40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EC093-20D9-4C84-8E30-3738168D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F0C8C-C155-4589-AC19-DE9FF4C8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3D043-EDCB-4454-BF42-1B029346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Congenital cataract.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0554D-E421-46C7-A612-A63F02C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67210-9C5C-4114-937D-C7D141F0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D00BA-D063-4EB8-9ACB-13302C34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16 | Cataract and lens</a:t>
            </a:r>
          </a:p>
        </p:txBody>
      </p:sp>
    </p:spTree>
    <p:extLst>
      <p:ext uri="{BB962C8B-B14F-4D97-AF65-F5344CB8AC3E}">
        <p14:creationId xmlns:p14="http://schemas.microsoft.com/office/powerpoint/2010/main" val="203146798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54854-12E1-40D0-8066-A9E8BF5A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3A048-E5F1-461C-A70C-6089598E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Deep vein thrombosis and thrombophlebitis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C08DD-D1E3-4C5A-9673-3122AF9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9 times asked across 7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5F88E-2742-4E12-8F86-047E88EB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16A54-C7D4-4812-97B0-9D39C81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F7D83-E0D2-4882-A658-BF8FA07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BC5DC-5F26-4CA1-BD37-C1BC0D2B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DDAC-8B01-43CD-B9A3-9DA3582B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343CD-33C1-413D-82F4-7D4A643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5286-9F96-4A7A-861D-02433F7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7EB00-AC28-4DBD-9B69-86C9648D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0F2FA-A3C1-4F6D-8617-A388A69C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9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8370437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320DF-FD9F-4BED-AA27-8E49089D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17. Deep vein thrombosis and thrombophlebitis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4AEF2-9813-481C-B088-34A4EE3F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 times asked | 7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D7AC0-7D70-4F36-A5E1-8A3FECD0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1ABEA-A732-4873-A51B-9FA83F1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08A0F-FD57-4EC0-9FA4-1621B10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16892-8565-4673-B71E-99EAC57C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BC836-C0CB-408C-A611-7B62536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20FF6-520D-4AAD-8502-CD74FFB4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6E66A-33A8-4464-99E0-22D05B29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11BB2-A3D1-4867-B591-7A47835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Deep vein thrombosis.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37E82-C95F-4774-A8C1-8D4DB759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2BDD5-213E-40B9-B4D0-AE4E469E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47C43-3CD4-422E-9B1E-40788A82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5B8D5-472C-4C7F-B39A-4F6D7FBA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DD22D-D842-4883-BDFD-9492AA02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532A2-BCDB-46D9-8A3C-51B01CD2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Thrombophlebitis.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F2C71-5EBC-41B6-8A42-7B82A203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04642-ADBE-4969-98A4-DFB8E8B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EFCF2-16DC-4E17-A97D-A4EADAC2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0774B-DFA8-4B2D-A4BB-FEB007DA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166B7-A7C9-4766-AC7D-33508CA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A412D-BE6C-4590-A998-B577892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Deep Vein Thrombosis.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00052-1401-4327-91A3-BB3187B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756704-FC5C-4117-826E-2348814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1906C5-E981-42DC-8B64-E0DB7330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4A7C23-297F-4F65-9426-9366CA7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F943E5-58A6-44F4-BDE0-4413506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26F273-56BC-420C-9610-461CDA1D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Deep Vein Thrombosis.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C0579-D347-4C88-8A8E-B1E43B85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A5A66-CA33-4A30-AD5B-A20EB023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781AA5-5CC7-4F03-BA6A-BED90BF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9951A-2C39-45DC-8A1A-48E12841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75B3A-283F-40DC-BCD7-FFD6EF03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A524F-6B88-42A5-8BFF-FACE243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Examination of deep vein thrombosis.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A5DA9-43BE-4822-98EF-64AA747D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02C27F-00D9-4317-87F9-32E622C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AD55F5-3535-4FAC-9E42-B3855668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17 | Deep vein thrombosis and thrombophlebitis</a:t>
            </a:r>
          </a:p>
        </p:txBody>
      </p:sp>
    </p:spTree>
    <p:extLst>
      <p:ext uri="{BB962C8B-B14F-4D97-AF65-F5344CB8AC3E}">
        <p14:creationId xmlns:p14="http://schemas.microsoft.com/office/powerpoint/2010/main" val="184592519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3BE4D8-599E-4181-9016-EF1A42DF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17. Deep vein thrombosis and thrombophlebitis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CD221-C04B-4183-861C-F166EDB1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9 times asked | 7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DE724-89EA-44DA-9C28-852DFABC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8C0D3-D29F-497B-A1EF-20B142CC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6A2EC-041C-4F2B-B64A-8637970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14BF3-62AF-45DE-BAE1-2797B7BE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0064F-8D8A-400D-A976-63C6F98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808DC-E9B3-4397-9356-A585369A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6C595-93D1-4021-AB26-3449B0BC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8F167-00B6-404B-844C-32FCF79A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Phlebothrombosis.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C6061-6167-4635-9ACA-FE565A45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A7444-F94E-4DD2-9E22-7565C3E0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E22B7-5231-44FB-9F23-6C9330F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BBD77-FBD0-4465-BF08-B167AA4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AD37C-071F-47C8-939F-E7773AF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3F213-B687-4C10-8AEA-FF59B1B4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in detail about Deep Vein Thrombosis.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1E2EA-A1B8-4F4C-91CE-8C07CE4A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7950D-F58D-4A82-96B6-C3FB893F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F495C-39BF-4CE8-B476-22B178C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5D0E7-4068-4140-ACC3-0F5FFD58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48AD2-424A-4AF3-B40F-5724F722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F3953-A176-4157-B2B8-813C4A7A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Thrombophlebitis.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28D27-0AC7-47C3-AB98-689FBE1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1BAA4-EE6A-46D5-962D-D8C766A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529DF2-2DB3-4A82-83AC-33C389B6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A1AE9-5828-4E3D-A14A-9BFEA7F5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AAA2E-54E1-4D9E-AD77-A8DB26FA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EF6AD-8E82-4545-ADA9-67BBCE8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Deep Vein thrombosis.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900C4-E737-41D6-961C-3DE0305F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78F1CB-6D16-4232-ABE5-5A5AF24B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A9A767-1973-4A8B-B48B-5063C55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17 | Deep vein thrombosis and thrombophlebitis</a:t>
            </a:r>
          </a:p>
        </p:txBody>
      </p:sp>
    </p:spTree>
    <p:extLst>
      <p:ext uri="{BB962C8B-B14F-4D97-AF65-F5344CB8AC3E}">
        <p14:creationId xmlns:p14="http://schemas.microsoft.com/office/powerpoint/2010/main" val="31219006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75BEB-2C3F-431C-94A2-955DA0BA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5E33E-AAF2-42AD-9DA2-1542271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Hodgkin, lymphoma and neurofibroma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0F3E-A43C-4528-BC8E-77F884C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8 times asked across 6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2F55-5DB0-4DD1-B97E-116D1385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1D03A-67A0-4970-987F-8DF2B55C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67C0A-84BB-42D0-91DA-E8507AAF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C74AEA-D166-4DBC-8206-782CA353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61DBF-EFCE-4FF8-B41F-B65ED469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B3434-084F-407A-8961-62DEB870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CED10-9D57-4F64-A84B-FB962F8B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98EE6-B68F-45E3-B704-6FEEF21E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6D468-FCC7-4C22-859B-B82CE24C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8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26004977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B1E4F2-C843-47F8-A797-F35D2F1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18. Hodgkin, lymphoma and neurofibroma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3E1AB-1EC3-459C-A1B4-21E0B62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8 times asked | 6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E5C31-680C-447F-A0B1-E7DDCF2D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C58A4-B922-4AC5-BB6F-07E0D1D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F6DD4-2607-4E83-8CEF-2ED7996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320FB-A5B1-4AF5-A78D-C452CEE7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67C0-932A-4CDA-AA0A-9F169BB1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3587C-C1B9-4A42-900E-C331114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A851F-7A8B-4D55-AE8C-E68D8A54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ADEF5-6B09-41EB-97EB-F178484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Von Recklinghausen disease.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48D6E-4C59-4AA0-996C-904ED958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B16BE-509F-40AE-A1FC-7727623E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96BED-B2E8-4DD8-A754-D438B96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193D3-EE38-4820-91ED-95152F2D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C9D4F-2A5B-4271-AA2B-0D48A57F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1CDC2-5497-447F-A12D-1F0B1B0C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Lymphoma.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F1A91-9E4F-4D6B-82F0-ABEA43C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30C10-328F-4AE6-AF51-E1EC375F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96A1D-8BE1-43C0-9E67-129F6BF4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4D9B9-7F00-4308-A63C-A3250152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BA9D2-F758-4941-BA1B-E7A3B2F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A0ACB-9140-4FDC-9854-A96A406F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Neurofibroma.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0D508-0779-4212-84F1-8033D1EF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43704-C876-4A9F-97AE-F495CF0E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732D3-94A8-4213-8EEE-3473ECF7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CABC0-1B79-489C-AF6D-3506F92C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1F5A0C-07DD-494A-8E85-4DC5C384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41D1F-695B-4AFF-B8E0-910D647F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Von Recklinghausen's disease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DD0DC1-AC8D-4D57-AD28-D1179972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9D48C-AB87-46A3-92FE-5BE2F071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E994F-4BC6-4AE3-A8E7-4A846740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1592C-0CFC-4BB1-9902-BAA4279D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9F8FE-51D9-45A4-90AC-4915067A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6302A7-8D63-45F4-9B72-404E1DA7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Neurofibroma.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040A6B-DBD3-4915-9595-F3619B2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E0C8B8-69B8-4B4A-8AE2-A3AE153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6F63D-373C-4311-9237-B30C3C8C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18 | Hodgkin, lymphoma and neurofibroma</a:t>
            </a:r>
          </a:p>
        </p:txBody>
      </p:sp>
    </p:spTree>
    <p:extLst>
      <p:ext uri="{BB962C8B-B14F-4D97-AF65-F5344CB8AC3E}">
        <p14:creationId xmlns:p14="http://schemas.microsoft.com/office/powerpoint/2010/main" val="166374181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55529-0431-467B-8B55-E6982468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18. Hodgkin, lymphoma and neurofibroma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C3E23-1890-46C9-889C-AB0F60F9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8 times asked | 6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8C9C8-587A-4699-A2C6-069DC67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31790-A2BD-46CE-8F9A-92F51ED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792CD-CBF4-4E59-849F-82373F35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D5A2F-8465-465B-9679-F3971589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98E42-4793-43AE-92DC-C657416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FBBAC-A0B8-45AA-B4D7-DEC8A978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AEA19-86BF-4526-AD1A-D4E7349C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EB4E6-0150-4DFE-B6D0-5BB35EF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Von - Recklinghausen disease.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7064C-445E-44D4-B0A6-F9EDFFE5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759F1-CAF6-454F-86D6-6C3575DB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AD23A-71AF-43FD-94BE-C74E4C02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32E08-C1EE-4C7C-A479-0734C81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EE44E-E89C-400F-A624-BDEDDDFD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BDD84-260E-40C7-AC09-BF20FD4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in detail about Hodgkin's Lymphoma.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A3502-CBA7-4649-953B-36C49C4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FA475-C723-4114-9A28-7255009E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4F5D5-A0B4-4810-966A-1E7D2C9A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7AE89-6447-4412-B7B5-356B1403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F8B65-0ADE-46AB-9DD8-9C26F1A0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705D1-121D-4E92-A4BE-758951D1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Neurofibroma. Write in detail about different types of Neurofibroma.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A8364-1C28-438A-BE74-87EEC42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3A52F-1A37-4EF3-9F61-89584EF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16AA9-64FD-4261-AAA1-3BADF75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18 | Hodgkin, lymphoma and neurofibroma</a:t>
            </a:r>
          </a:p>
        </p:txBody>
      </p:sp>
    </p:spTree>
    <p:extLst>
      <p:ext uri="{BB962C8B-B14F-4D97-AF65-F5344CB8AC3E}">
        <p14:creationId xmlns:p14="http://schemas.microsoft.com/office/powerpoint/2010/main" val="141917951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BE7352-0606-4233-8751-56CD0F6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5D5EA-2BA4-472D-A1CA-4B4B6EF7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Keloid and scars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022A0-71E2-4919-B756-5370331D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8 times asked across 0 Write Notes and 8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6E858-F66F-4B15-A942-FFA4585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D2347-4A17-4523-9B5C-7212A9A0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D0A02-F946-4DCC-ADE5-43CEFBE3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58D7F-A8B2-47D5-B59F-5657EA80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D64C4-2A57-41A9-9DB5-8AE91F3C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9FA0F-1691-4F42-A7FA-C5BDEFB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DA636-91B2-43B9-B6B0-DCB44C69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51B6F-FD21-4907-B7B8-0AE13474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A4F5A-910C-4F83-B118-13FD8A0D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8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86751551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EFC20-53FF-4545-BF01-3351F821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19. Keloid and scars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4BA42-6886-488D-B2C5-B3242DF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8 times asked | 0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1B6E3-9895-410E-AFDB-9A988666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A3020-FEB1-45A2-9BF1-E113F4A8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1954C-172C-4239-8530-CD32847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91324-F905-4CF8-8768-CD743EF1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08715-878D-4A02-B8DF-44C969C3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54CF1-2A96-487C-8AE8-91421100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951D8-D849-468D-99F5-5372A58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D0C95-073B-4534-8591-59E7B8A0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Keloid.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1E0CD-1B66-485E-BC32-0239A874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EC3DF-C712-440B-862B-AB15F7BA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4D4B1-1919-4525-AA26-31ACA25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A4E43-3FC2-49A0-A673-90FFCC6B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AA7EF-A6D2-45BA-B09E-D43F9961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E21FB-24C3-4845-85E6-F4C0BF32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Hypertrophic Scar.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FBF0B-B829-4593-BD8B-CEED72B0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D6B25-0193-4586-9097-F18F9ED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D6585-A39B-42EB-A542-50F2AC00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7E722-A218-4A96-910D-9FC35FE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DA3FA-2D4E-4EFB-9DC3-35766A5B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7D8D0-5DBD-4CED-8D8B-5FA05CA8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Hypertrophic scar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2A786-748E-4F8F-B7CB-754E65A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464D5-EE17-4C9A-A5B4-7B76815B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44866-FE20-4105-A430-D1886B58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72D74-38C2-4347-AACE-E860D1DA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32D9D8-119E-462E-92FF-AD4C7CE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5C0CF0-6C82-4DC9-8743-DE7A9A6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Keloid?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AF3AC-3BBB-4B60-9C67-FBF236DF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792B2-5147-4B82-A08A-52409D2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834898-5CED-4015-B774-336F16AD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CB8E4-8CA4-4052-ACCA-7C2020EB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3E131B-D69E-49E6-944D-651FA6E8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6D0F93-D948-480F-B56B-DACE9FE8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Keloid.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052E0C-6FB7-4FAA-8E2C-B85DDF36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A60CB-281A-4514-AF93-6D018F27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C3D7F-1A42-4BF0-A7EE-0F902F30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19 | Keloid and scars</a:t>
            </a:r>
          </a:p>
        </p:txBody>
      </p:sp>
    </p:spTree>
    <p:extLst>
      <p:ext uri="{BB962C8B-B14F-4D97-AF65-F5344CB8AC3E}">
        <p14:creationId xmlns:p14="http://schemas.microsoft.com/office/powerpoint/2010/main" val="208080635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D5FAA-9C81-4641-979D-1B5E5CE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19. Keloid and scars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EB339-8481-40DE-A299-F91605E5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8 times asked | 0 Write Notes | 8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72733-43DF-47B4-AB6D-4C440A7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EB43F-13B7-469F-9436-2430830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9D17D-5B3F-4E87-914F-CB1CEB31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E7331-5442-4750-9CE2-C74B000F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D2CFA-45E1-4F4C-AD96-30FCDC08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CB7FC-773E-4DE3-B3C1-07409B0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44A65-FBB2-4A77-8A76-36B6EC10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5BB1F-1AAE-4D9F-A7A6-25245839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Keloid.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A91B2-342C-459E-9526-C25609F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07FDF-4018-4E53-A26D-5EA9705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AA15A-194B-4D4D-9F54-990770A6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A4D87-BE1C-41DD-BD85-FBBE9CB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FB052-B970-47BF-BAB5-62A40A68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970E4-09DD-4BBB-BB7F-629AA05A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Keloid.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AF42B-2429-499B-A831-436BD52F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5C873-B7D9-45A1-83E0-4C1C4A5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2EEE0-3DAC-4B15-B027-9CD28B82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3D8BD-F814-432F-A164-D11FD50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5E185-70A9-409E-9500-28A2273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ED8CA-1BFB-4541-944F-39A3AA02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Hypertrophic Scar.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6FC5E1-3BC3-4101-B651-91B2F34D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4A9CD-AF97-469E-98AE-7635A207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79BFF-03A4-491E-B572-08224DAF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19 | Keloid and scars</a:t>
            </a:r>
          </a:p>
        </p:txBody>
      </p:sp>
    </p:spTree>
    <p:extLst>
      <p:ext uri="{BB962C8B-B14F-4D97-AF65-F5344CB8AC3E}">
        <p14:creationId xmlns:p14="http://schemas.microsoft.com/office/powerpoint/2010/main" val="141705033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F5697-6107-4F7E-BEAF-3A6F128D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D8845-DF70-4BB7-B314-609753FC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Lipoma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896F6-39F2-4128-8640-A641A0BC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8 times asked across 5 Write Notes and 3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28495-57B7-4859-86E9-78977D2E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D8F3E-F793-4C89-8B3A-DA6BF28D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5CF1D-D2F2-42F5-9C71-EAC4F31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6078C-4C5F-48F5-BA7E-1CAE1956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3CDDB-3967-47C7-ADA8-88FCD460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33342-7F56-489A-BF9E-FD00DB93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C18EE-698E-4C6B-9E33-501C00FC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CB3BC-0E7F-4BE6-B943-7912DC52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46B6C-8066-4CD7-B0D5-C42EB2C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8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7609110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60ACB1-7F12-4D14-AC2C-3FC753E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20. Lipoma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E8E24-F615-4638-BCDC-2B0A93B9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8 times asked | 5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EBB1B-E43A-455D-A51A-0DA144F8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6A7C4-D546-4956-9B68-23E8B356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28FB5-826A-46D3-8ED3-89431CB9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61FAF-D192-4408-95A4-4A14734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ADD87-9947-4E3A-9788-ADA8AE13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35D5E-BD08-45F8-95AF-54541D48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E7F7-7582-4091-9E61-C676E5F0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923DE-6132-48CD-B67D-51759CC9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Lipoma.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E8F30-56C2-41DF-B609-AE97929D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39B80-DB7F-404C-A3C4-5E71020E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58018-5AF8-4727-9A2B-05F5965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8882C-0D10-49A9-AA40-A2E04024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1A32D-BA8C-4AFD-BE91-51A1375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0B811C-4713-421F-BB0C-B65058E4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Lipoma.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84A93-6CA5-4E1E-AFEA-1BCB0B0F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43CC3-6A1C-49D7-B7A3-6C0DF33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BB663-3530-4BD8-861C-03C2AC98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5E0BA-8650-47EF-B3A8-E37E856D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C234C-256A-42CF-9AE7-2D05304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4C1AB-E742-410D-9277-1F55308F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Lipoma.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F36C0-B978-478C-AC6C-D3CB1F5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CC1754-C8E6-4567-9966-1AA047C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12210-A224-4FE2-B4EB-C3EF2DC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B3A7E-116D-475A-B8FC-B0A46908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3AE8F-CC3E-4BFE-B3B9-388317E3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59683-BCE5-45D0-A9E8-B12997C9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detail about Local examination of Lipoma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8E13B-ED5F-4E63-9967-EDCFC7AD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183B5D-5B76-4229-882A-F8524D2E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064A9E-EB2F-4D68-BDB6-A7AA7828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0CF420-66A8-4043-A566-7F6201F5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CF91CD-EF5B-4D41-B37F-ABFAE270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940FE-16F9-4B5E-B6C5-3E1DD821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Lipoma.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1D02FE-110D-4ACC-9270-E67E42D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49217C-93F2-434D-8408-CBE6C3B3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0875BB-63C4-4E02-9965-5049FBA6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20 | Lipoma</a:t>
            </a:r>
          </a:p>
        </p:txBody>
      </p:sp>
    </p:spTree>
    <p:extLst>
      <p:ext uri="{BB962C8B-B14F-4D97-AF65-F5344CB8AC3E}">
        <p14:creationId xmlns:p14="http://schemas.microsoft.com/office/powerpoint/2010/main" val="1573738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72422-AA10-4552-93E7-817A4347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20. Lipoma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212E9-5FDB-4167-B3D3-FD967FAC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8 times asked | 5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C5FB0-4634-4028-A37A-0A5C6883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8D203-6C95-4DA6-B0AB-A22FD0FE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5750C-A574-4166-AA99-60670AF3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EB6A3-1DE1-42B3-B96C-5AAD138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EE25E-138D-4322-AD63-1DFB33B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5B37F-671D-42CD-91C1-07B8AD00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0CAB6-714C-4022-A779-BE08B5F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BBC80-AB01-4CEB-A904-368C4533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Lipoma.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E3198-D6AE-4EA1-9567-43ADD2E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286DE-07E9-4D23-9B8C-EA1995A2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A21AB-7150-46CA-ABA3-7E28363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D89C1-1924-460F-B114-6AFB5E29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FC729-8788-4FA7-93D0-FA65175D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BD587-DB63-4A9D-A36D-866107D9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Lipoma.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91542-0723-4E05-B3C7-31462D86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AFDD5-EF7C-47B4-88B7-B0DA947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D78BD-B266-4C54-93BA-237B23F1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56AB2-7A1B-4052-B4CE-DB722CA5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5B4CB-F47D-47C4-8429-32D32088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11346-B37B-47B8-B0BA-9E558590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Pseudolipoma?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BBA15-3EFA-4349-A4FA-369DE461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B3B43A-9AD7-4F6D-BC28-BEC882F5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C5E58-0CCB-4012-A3A7-4E0FDD85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20 | Lipoma</a:t>
            </a:r>
          </a:p>
        </p:txBody>
      </p:sp>
    </p:spTree>
    <p:extLst>
      <p:ext uri="{BB962C8B-B14F-4D97-AF65-F5344CB8AC3E}">
        <p14:creationId xmlns:p14="http://schemas.microsoft.com/office/powerpoint/2010/main" val="209234878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35758E-1F12-4EAC-B335-1E34562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DD347-F6F9-409D-B68F-E160BFF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AIDS, leprosy and infections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61BCF-49CD-441A-B04F-58964AB4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7 times asked across 1 Write Notes and 6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5D304-383F-454D-B4E1-B7D53C7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EEA0C-E1AD-47E8-98DF-26051822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DEB72-E7AE-449C-9E11-97BC96D7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A7585-05C2-4FC8-8BAF-3980393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86AAE-49A6-4B62-95B1-C7974121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6E7D0-C38F-4153-A6EC-A1BCC7F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E4E0C-F6E3-4F41-932D-DFF2D49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026E7-A853-4A5A-B3A0-3792C342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53A5B-2BCC-42EF-A916-BDB25E2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7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597580102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3D33FF-0122-461A-82CF-8606C1F6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21. AIDS, leprosy and infections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A8A89-C2EA-4F6B-B234-561D720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1 Write Notes | 6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F49E0-3012-4928-B00D-763EDB21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4E1FC-7C90-4BDF-A023-52985F2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8DA16-6354-4271-B02D-CC8CF217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AD9C9-5142-4911-B053-8C2BA11A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590EA-30CC-40CB-978D-F1BDD10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91A55-AC09-49DC-8D2B-3B2D1634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D0CBC-0807-4996-BF54-A2938184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C363F-803A-44EC-BD54-6DF4129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Nosocomial Infection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E3F6D-1BA4-49FA-AE86-A79F1CD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3A958-CA30-4B54-A9C8-AA29A54A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6B032-64BB-4CD8-8152-6031136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BF8FB-FCC4-4953-8AA2-2207BF79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F6BB8-8891-4268-8920-6BC57BC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95112-A089-410D-8692-AF41D0D5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Asepsis and Antisepsis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02815-3D42-4AE3-B7B2-8491CF9B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18A1C-441B-4514-BBF2-7CA4E9C3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F3361-E635-4F1F-940A-4CEF4BA9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B0AA0-F65B-4040-AE85-4C199D68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EF02B-1B31-4997-BE57-32493336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5A819-DAAB-4C13-A31D-7427BE0E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Hansen's disease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F6FAF-761D-47AA-A528-077A7A0A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3EAF23-44FF-46E3-9689-73036A7B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CF14D-CDCC-4B3B-9475-304EADD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7F657-E0F0-41EC-ADE6-B6129F9C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20B01-49A3-4C18-849D-813EB17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7CF57-FFB4-4EEC-BAF4-6B27E74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Yaws.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F0867-1D54-4689-ABF1-33A5CE86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C53E5-A9CD-4619-8CE9-066081E5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A8164-1353-42FF-B4B1-D47F2719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5C1693-4550-4823-92F4-3467BC4F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36EF8-E2C1-4C3B-B3CC-7D7B0F8F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96B7D1-7B0F-42FF-B341-09E99A70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Hansen's Disease.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2004A4-31AF-40AD-8466-E10F7B64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9EF83F-CC13-41F6-AC27-6CB1F30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25E250-57D0-49A5-B501-83C0F67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21 | AIDS, leprosy and infections</a:t>
            </a:r>
          </a:p>
        </p:txBody>
      </p:sp>
    </p:spTree>
    <p:extLst>
      <p:ext uri="{BB962C8B-B14F-4D97-AF65-F5344CB8AC3E}">
        <p14:creationId xmlns:p14="http://schemas.microsoft.com/office/powerpoint/2010/main" val="117510061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62D8B-9E2D-454A-B318-F61A7B35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21. AIDS, leprosy and infections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624C0-9E74-4065-AC50-2C05B17D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1 Write Notes | 6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8A216-C8C5-4473-A305-FA292C34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6450F-D83D-4E05-BE1A-FECF1DC0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D40D5-25AE-4B77-AA36-78CFDED7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31AFD-BD4B-4567-8B64-4C08010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B3450-FB01-4249-BA9F-140C171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8099D-7226-45A3-9D8B-DBFD156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74803-B42A-480A-B308-DCDC89C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4B1FC-9140-4594-8D6D-68A0C58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Hansen's disease.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0FDE6-A935-4437-B101-7101C5AC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1E646-34AB-43C3-9A5D-951A12CE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DAF0C-D38D-42B8-80C3-AF392492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C2247-FCE6-45C7-8DCE-4763B840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15A2B-6DAC-4771-93AE-8B81A168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8E8F3-ACC2-4ED8-B552-4D22DACB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AIDS.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16BEC-4FDF-4048-A169-7BA6CE08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3AD3E-2AB1-4D15-BDDE-FF48E0F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0AE3E-D06E-4E2C-8501-9E1A1D3C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21 | AIDS, leprosy and infections</a:t>
            </a:r>
          </a:p>
        </p:txBody>
      </p:sp>
    </p:spTree>
    <p:extLst>
      <p:ext uri="{BB962C8B-B14F-4D97-AF65-F5344CB8AC3E}">
        <p14:creationId xmlns:p14="http://schemas.microsoft.com/office/powerpoint/2010/main" val="1672761588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A511FE-7A53-453F-8E8A-F0FF0933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526E7-0C80-493B-80D7-56C6DD81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Conjunctivitis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9F2A2-085C-422C-B045-24BA970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7 times asked across 5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CB3B9-4C7B-442D-8041-120A4EB2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5FB3B-6828-4941-860F-D6F7847A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922A2-88EC-4A81-BE02-BBC5DA5B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C117A-5A45-427A-8D58-FF11CED1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8CAB4-D1CE-4A8D-A06F-BD1E83A0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04133-1081-4F19-9DEE-C23E2DBD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A0396-C099-43BF-9677-634DC89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6963-E0C3-47D0-B509-BC128F0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39DEE-707E-4B39-9966-0D987E91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7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7075055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A108C9-5B04-4D68-BC31-1B65AD84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22. Conjunctivitis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05604-4320-46D6-B5ED-5EAB2862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5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B15F3-5BCE-48EF-A72D-2E6AEE26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40005-3E86-47C6-82EE-F1DFCF97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6D588-B0F4-48C4-AFEE-FA5ADDE9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737A3-61EE-4EAC-AA15-70FC0B89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7623D-6033-4245-B708-578F138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302F0-ABC6-4371-B6EE-CF404B3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42CC6-BCE5-46C0-93FE-C6D9E304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7069B-E127-4096-B5E0-E4DB2A2D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Allergic Conjunctivitis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9F547-3144-4581-A220-69FA0FDE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BEF3A-7C17-4FE7-8F5B-F1C534FE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F3E80-CF94-41BE-8160-54CBC0D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A9D3A-90D3-4215-AD31-C4D416DC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9D350-44F8-4F84-9A3B-EE4EC2F4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518D4-01E1-43DB-9234-05AD39C8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Disease causing Red Eye.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C4108-695E-4507-A9D5-2CC73BE4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DB882-DE0B-4DD2-B910-18456ADC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C4FC2-8A18-4192-ACDC-C211B65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BA148-3195-4626-949A-D2886312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89196-2C00-4A31-9826-FDD85E4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72F45-9825-4A8D-830C-8E8F85FB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Vernal conjunctivitis.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9BB41-D0AF-4732-8326-6BB180E0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849B7-609C-4F58-9D7E-219D0A8A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6EFA9C-5F28-43BC-84EC-BE96D05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3A19C-8872-4B6B-BE72-B96CEA6B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40FEEC-34F9-4DED-B4BB-CF12A69A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71EB4-950A-43C8-A043-FDE01A6E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Disease causing red eye.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38136-B560-4DAC-A0B1-2090FC4F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43C5E-F052-4FA8-A6FC-4F84F911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4D679-7F39-46F3-B846-A211351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5E059-B2AA-4D5F-BAAD-A58F1C3D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819527-F740-476B-AE7B-B57F292D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37973-F0EC-434D-8A39-B055A186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allergic conjunctivitis.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5028EC-8A7D-4ACB-A51A-871181BB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53052-8965-4EE7-A7A0-684A2FA8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D2142C-BC15-4927-B652-B4441BC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22 | Conjunctivitis</a:t>
            </a:r>
          </a:p>
        </p:txBody>
      </p:sp>
    </p:spTree>
    <p:extLst>
      <p:ext uri="{BB962C8B-B14F-4D97-AF65-F5344CB8AC3E}">
        <p14:creationId xmlns:p14="http://schemas.microsoft.com/office/powerpoint/2010/main" val="134857073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6198CF-1C63-4B9D-909E-104FB2BD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22. Conjunctivitis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6727A-0DEC-4E57-8958-9E15BB96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5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2A9C0-4FA8-447A-9DC9-D9EC5375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290C-5470-4455-8886-0C1CBCD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EE4B5-E12F-495C-80E6-428A6A10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D66CE-CA98-47F9-8A0F-4D36B801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2922C-4457-4B76-BD64-FC3BCA0E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D1B85-B5E0-4097-93E1-617996E4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FAB0A-A2DB-42A1-9026-57A8B74A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B1E50-D771-481A-8FB9-FBCB0C2D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in detail about Acute Conjunctivitis.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22DFD-0E0D-4F5B-91DA-80B38EAA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F38BF-0FB6-48C8-A6A0-438EC15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767D3-6309-43CD-928D-2036570F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BA668-BA0F-482B-A577-3A840DB9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AE3CE-6718-45F0-A202-0FD621D4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A810B-93A1-49A2-A827-16942C89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Acute Bacterial Conjuctivitis.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37C25-F8B4-453C-9FF6-B97A5962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82837-68C2-4657-BC7E-4C6689EF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07B8C-74B9-4790-851C-D07BA70D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22 | Conjunctivitis</a:t>
            </a:r>
          </a:p>
        </p:txBody>
      </p:sp>
    </p:spTree>
    <p:extLst>
      <p:ext uri="{BB962C8B-B14F-4D97-AF65-F5344CB8AC3E}">
        <p14:creationId xmlns:p14="http://schemas.microsoft.com/office/powerpoint/2010/main" val="104521415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4B592-2237-4BCD-976A-75E1E72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F678D-A223-4755-9A04-A124049E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Haemorrhage and blood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13C8-E3E8-4D7C-89EA-09AC18F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7 times asked across 6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709AF-172D-49B9-A632-0BEB9FC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9BA6E-9A71-45F5-80B3-73AECC2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C218E-DB6D-46A0-957F-40E8025A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B0C46-CFED-4ED7-9FD9-218D5D0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9C345-20AE-4D35-A439-8CCA5A7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FBA99-B36B-438C-9836-3089288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1D7FC-FAFF-4000-A246-00274062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3A13F-7295-4CFE-80DC-23384A3D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34F9E-5044-4231-ABF3-108DEC30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7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6640553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8F8DD-54A4-4152-B44C-2099BDD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23. Haemorrhage and blood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7364-3AEF-4A29-8733-FDCD5A7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6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3E1D7-001A-4D71-B53C-FC88A95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7867E-C62A-4584-9653-59EE18ED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1F8EA-CE17-4450-960E-F782E80B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310CE-D94F-4859-8004-703D829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A6CF9-53AD-4FCC-BCBE-1C236BA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3B23D-F876-4B3F-8BD8-524F39C3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2F0D3-1C33-443D-B009-FB98B14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5581D-9E72-4EE3-9203-FCBF6C29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Haemorrhage.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60C96-7F2B-480A-BE8C-A1F9C4F8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B9CDD-A769-4C57-832F-2922D023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DD6A0-FF9E-4B1C-997E-9CA8E706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67DB0-3B03-411F-B0F4-683F706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010DA-F5D5-43ED-99E7-92E7E53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61F22-FAD8-47A4-A54C-B07C9A47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Hemorrhage.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0F65C-1FF0-4A5F-9A7D-311EC58E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6F67D-0B45-4C6A-96CB-84E2D824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53D5C-B315-4F07-9513-93B990AC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BEFCF-3725-4850-BA15-623E6F2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E0FC1-1346-4F18-9899-A54BC36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30160-9547-4E04-B0DF-081710F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Hemorrhage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018F3-0B29-4C40-A3BC-AAC01A67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86F6A-7298-4F37-BB0A-90EA95D0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D0DD9-8355-42C2-8D24-2BCC30B4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D87485-2BDA-474F-9B15-C9995594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44993C-066C-497C-9D95-11B5F199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55C1DC-FC66-404C-B3BB-170BAEFE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Methods of calculating Blood Loss.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1AB94D-C186-4BA7-AF77-39032EF4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60A25-49B3-4DFF-98C5-7617207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EA69CD-3C22-47F8-9BED-FF0F517E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C9D38-84D4-4438-99BD-B55E9FA2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90000-9C69-41FD-88C6-AF2AD974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419C9E-B40E-4414-A6C2-5E5E8A04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Haemorrhage.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814718-C48C-4659-85DA-5255D95C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127F25-1DE0-49EA-A360-5145CD8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3C7F27-E751-4EF2-9C30-B19654AC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23 | Haemorrhage and blood loss</a:t>
            </a:r>
          </a:p>
        </p:txBody>
      </p:sp>
    </p:spTree>
    <p:extLst>
      <p:ext uri="{BB962C8B-B14F-4D97-AF65-F5344CB8AC3E}">
        <p14:creationId xmlns:p14="http://schemas.microsoft.com/office/powerpoint/2010/main" val="48808556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4E568-24FB-43B7-86C9-6E72338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23. Haemorrhage and blood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2B5B2-CBFB-4FF6-86E8-0001D04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6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7A74F-1FC8-4382-B097-13C02975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E4170-D924-4C29-96B2-A1EC002D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F9A21-7933-4D4D-8EC6-71DC905E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4EDAA-C7D6-4355-BC15-1AEF6D79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269CE-6F29-46D8-8441-6FAD4761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C6241-9C86-4B6C-AB60-4369F2B2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10186-156E-404D-B607-2EC178C5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6FB93-ABA0-4111-B4BF-A7CFF80F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Haemorrhage.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8A9C5-D741-407E-9D2C-2859D388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00D6F-2870-4407-A045-E76B4C30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27AA0-EC77-4889-BD43-4EC78934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A5845-7840-4B4C-B6E2-AA5CCD4D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F918D-9052-4972-8EB7-EC36E0D2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1E449-16EA-42EF-AB1B-1DF96AD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Hemorrhage.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F9359-9771-4EF2-B673-C3164290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F063C-00E7-4E40-B3AE-B6E9CB15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BEA5A-1BCC-435E-AAD0-55B813F7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23 | Haemorrhage and blood loss</a:t>
            </a:r>
          </a:p>
        </p:txBody>
      </p:sp>
    </p:spTree>
    <p:extLst>
      <p:ext uri="{BB962C8B-B14F-4D97-AF65-F5344CB8AC3E}">
        <p14:creationId xmlns:p14="http://schemas.microsoft.com/office/powerpoint/2010/main" val="151043352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67B62C-4464-4ABF-BB6A-9DA5C7DB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75660-E9B3-40B8-92DD-6B8CF93B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Retina and retinal disorders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A1F26-BF77-4450-97F6-279E3208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7 times asked across 5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2641-32F1-40D7-A02D-133483B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9391E-7C99-44FD-960F-82478FC3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B152B-76AE-4658-AA13-B346646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9B89B-CCE0-4B32-ACD1-E15B62A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95EE7-BFC0-4962-BC5E-9E98537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076F2-B161-4070-8F1D-A031EB0D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C9700-F431-49C3-A794-949AAAFD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7024B-F113-4526-971F-71754952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9299C-B2C0-459F-9555-5C6AD8C5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7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1548826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3D5ACF-14F3-42D3-B393-5C49C7A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24. Retina and retinal disorders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AF59E-0177-4AE9-B4DA-4DBB6344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5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7C659-F497-4180-B97C-F90EE52D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211C2-0300-49E9-B6AF-592783C6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1CDE4-1E76-4D5B-A131-2E3E90FB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1977E-C936-4BBA-BBC9-137342F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1CB70-A258-4B7F-8D81-AD49F532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D3815-37F4-4D85-B627-A594945F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E552E-20CB-45CD-BDFE-930906F1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A2F6B-A52B-4043-95CB-FB618984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Detachment of Retina.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0B388-6C3D-4D90-91BA-5CBC8F14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16C79-0C25-410F-B93F-01230592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5B91A-4C34-47E8-91E3-D15A2134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6ECC1-50E4-4839-AA20-1FB320A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D8145-FDD7-41C7-B5F6-D9CF6468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BA8A2-5F2F-48C3-9586-94EC3F51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Retinal Detachment.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27E04-E1F3-45A8-9054-B7EE9A14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1C348-B077-4E24-B231-F73B9FD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AEDB5-DFC9-4E33-82BE-45240BAC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3D4527-EECC-4414-BAD0-4183D79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58FA7-1EB9-4A00-AEBB-1C80AFEE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9CF27-E105-41AD-855E-AC989543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Retinoblastoma.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623ED-7C99-4984-8071-84201EA0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A60A0-8D2D-4D72-9D3A-B945F90D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C2348-0027-49E2-8E51-C8E73A1E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D555A-52C1-49D6-B0B7-5CBD3CE5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367BC-E312-49AC-A0BA-2DAAA1BD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9D480-38B5-443A-93D5-CE4A79B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Describe about Detachment of Retina.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FCE6C-69D8-46CC-AA6D-CE2C991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EB412-1FEB-44F8-A253-F995A47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53864-1106-4622-99F6-672B335A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01DA0-656F-41B3-B174-CD423CB0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F46D77-A905-40E9-A1C8-34E39A84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5DA165-226A-411D-AD20-D52274DE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Diabetic Retinopathy.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F8EE5A-F094-46B4-B2B3-F192B20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63E600-E1A1-4BD9-B94D-AB52FB2B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6234D-28B5-4F60-B398-0E84AEA0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24 | Retina and retinal disorders</a:t>
            </a:r>
          </a:p>
        </p:txBody>
      </p:sp>
    </p:spTree>
    <p:extLst>
      <p:ext uri="{BB962C8B-B14F-4D97-AF65-F5344CB8AC3E}">
        <p14:creationId xmlns:p14="http://schemas.microsoft.com/office/powerpoint/2010/main" val="71427896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53F4E-4628-462E-974E-C912AA3C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24. Retina and retinal disorders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A93CA-821B-4F81-BFF1-4DB61D8E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5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108CF-CF14-4E9E-976E-958433D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ABE17-50DD-440C-B018-C98CCB5D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6009-ABFD-46DE-8CF2-57ADF82D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87635-F5EE-4881-8E34-6A5FB860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2C95A-AD87-44E9-9CFA-D1BEF596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A8492-E2AF-40FE-987A-DD1088D2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BE167-BF25-43ED-AD71-55F0DA9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C5C51-1217-444A-B04F-32080F52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Diabetic Retinopathy.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9F44D-8D40-4B77-8710-FBFDFC5C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E1ACB-17CE-437E-B8C2-6B3EEF5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66C08-9D26-4B08-AFED-8B2C5012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D2078-F223-483D-A1A9-2F508DDA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393D5-AC1E-41D3-83FF-8188F0F3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26002-30F3-4A4B-AB76-21F6C8D8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Retinoblastoma.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0F964-7467-4C65-8DFC-3A0A4518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D30FA-3D50-4716-A93C-78008FA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9BD114-0604-466F-8E4E-F99BAF2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24 | Retina and retinal disorders</a:t>
            </a:r>
          </a:p>
        </p:txBody>
      </p:sp>
    </p:spTree>
    <p:extLst>
      <p:ext uri="{BB962C8B-B14F-4D97-AF65-F5344CB8AC3E}">
        <p14:creationId xmlns:p14="http://schemas.microsoft.com/office/powerpoint/2010/main" val="110513435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EF432-D7F0-4B0F-A47B-45D8B6E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BF9F9-6042-4427-8108-8CFA4914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Shock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09F2B-3F19-4416-B5BD-21101C87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7 times asked across 6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FF55D-EA32-41E9-BC5A-F177DC74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76875-94A2-4CC8-8F91-3483C453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FA91F-5B19-43D2-9AFC-564968D7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EF457-4A85-4504-A651-B0CE5D79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EEDA5-7F88-43E3-8364-15468BBC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3282B-8BDC-48F3-B115-DD34A82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2EC2D-E225-4A00-AE6E-E1E8565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C5484-EA87-4A6C-9B9F-744732B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EAD03-B014-4E28-A7EA-4B346DCC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7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94167255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1968E-DF42-4AF8-A05C-73C476A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25. Shock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F3341-3F5E-4370-B4F7-9A63788F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6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DC483-0834-407F-97FE-FF70FC7A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64B32-846A-4E62-AA44-70DC7A49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6FCE1-F864-4BF7-B6D6-3AC4B5E3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5910A-43F5-4653-899C-351422E3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475A9-0C3A-4F81-A14B-6CABC74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6C74B-47C9-43E7-9F31-0CE9A4E4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83FEE-08A9-4087-AE07-D1D1E9B9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384C5-209A-4464-9DBE-CB80F8BD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Management of shock.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E8ABA-4314-415F-8761-30EA62E4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14E7C-72D6-4AF1-9B0F-F224B557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40958-6AAF-4F95-8DBA-1693D7AB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BC0EB-0904-4FF0-9F0C-2ECEC11A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6E89A-2583-45BC-B649-1E54E346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8BEA4-398C-44B4-A918-BF4E0BF7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Neurogenic shock.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D8193-2C3F-46C8-A399-63C266D7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FB4C4-5FEA-4FC5-BE52-E43042A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2572E-3454-46EE-AF4C-8350113A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A5D32-2170-4964-A0EF-E321CF7A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EEC1B-34B1-4AE4-9CC9-1C165F4F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B573D-ED5C-42A9-AE47-30D4D717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Management of Shock.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0D9E3-D6FD-4FE8-B019-E27E954F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7223A-B379-4B7D-BDAD-E6773AD4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19E99D-BA7D-4F34-994F-DFFD766B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80EB8D-EEC3-4AC3-A764-CB616303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5FFA6-D117-4633-BEE0-63505DA6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B7EA0-55E5-4091-B3B0-74EB56D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Hypovolemic Shock.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762AAC-76A8-40C8-B4DA-A8AEE051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02AE4C-3997-44C1-AF4C-4BD4C84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2B3AEC-E2CC-420D-8259-F69DECC1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C54F9E-46A8-4316-AAD5-F09A3712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869F73-D5C2-42AE-9FC4-6F3BB935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93AA04-D330-4A09-9FEA-32A01512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Management of Shock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DEA47-DC22-4D04-B20E-E2B9726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EC1920-DFA7-4998-9CD7-817880A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DCC2DC-FB64-460D-A923-755002BD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25 | Shock</a:t>
            </a:r>
          </a:p>
        </p:txBody>
      </p:sp>
    </p:spTree>
    <p:extLst>
      <p:ext uri="{BB962C8B-B14F-4D97-AF65-F5344CB8AC3E}">
        <p14:creationId xmlns:p14="http://schemas.microsoft.com/office/powerpoint/2010/main" val="116946404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86EBB-41E1-49BB-B411-45EEBA19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25. Shock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28A12-831C-4430-80EE-558FE762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7 times asked | 6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2F936-37BA-4B52-AC5C-D3EE5CD6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E8878-19D6-419E-855F-1A3F5407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42F36-B055-48B5-BAC8-85B7D950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FB043-0C17-49CB-B920-A28AD0B9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11DBB-399D-4E7E-9BD1-3A76682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CD2D6-32FE-489D-AB83-D9314889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FCD9D-7DD1-475E-9C61-222D6A9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954CC-6489-44F4-8D0B-2BFCA7D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Management of shock.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F158-F074-4BA3-96C0-3579CF9B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F87B9-2734-4069-AC22-E7AA47E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A5977-2AFA-4028-B08C-BF3F4E72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11764-15F1-4A20-B1A0-B61879A7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3152C-03D5-4104-A626-D6B23D8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4DA21-727B-42E3-AC73-94190D07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Insulin Shock.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1E3A1-9114-4F55-8DD2-13E0AD9D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B6142-AD88-4D24-8CF3-DDED866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0035C-AE2C-4EA2-8E4F-254DF366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25 | Shock</a:t>
            </a:r>
          </a:p>
        </p:txBody>
      </p:sp>
    </p:spTree>
    <p:extLst>
      <p:ext uri="{BB962C8B-B14F-4D97-AF65-F5344CB8AC3E}">
        <p14:creationId xmlns:p14="http://schemas.microsoft.com/office/powerpoint/2010/main" val="161969041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4A177-FDBF-4EE7-91ED-706B0B0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E39F4-51D6-4A9C-8D9B-857859F7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Actinomycosis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326A9-F8CB-4FAC-86CA-EE69C03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5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B9DE8-93AF-4AAD-A2E6-0A0B0F2C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83C56-C2E9-4A4D-BB1A-5CFE7D27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EB794-CE8D-4EED-B9F5-1A13210D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06CE-97B5-4AA1-A2BF-EF1A7350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8CAD8-28AE-49CF-A545-5CE92C5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1D9B5-D694-41C1-977A-B629D9E6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9735F-8ADC-4534-8A59-5799161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718A8-EE78-4578-86C3-F674ABBC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A2E27-64BD-4C36-8F50-F6B1B2C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3153312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2035E-1B77-420E-B23A-4BC088F8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26. Actinomycosis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EB90E-6B4F-4C07-AF1A-161CB91E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5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02DAB-7C73-43EA-A281-8F9D3B9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15AFE-0BC7-44D7-8DB8-3106EB82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7266A-934B-442D-922C-17B845E7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23699-6D8B-44FF-81A8-ED37D7D0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9C327-6723-41AF-B8D2-A935208F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FAF3F-CD8B-4B53-9850-BE0E2E1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61388-9D9B-4EBD-854A-6AB6AEC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F7BB3-432A-4327-AFCF-DED7899B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Actinomycosis.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F7CE9-E137-4B5C-96B3-CE5AB6D5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27FC3-7356-46B0-BFD5-EE9BE3F3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D31A2-9DE1-4B30-81ED-07404B28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12B2D-4A6E-4397-8186-4230D786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E6487-8EDF-4BCE-A589-D89EF5D2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47E7A-2DF2-4554-A4B9-85422FF7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Actinomycosis.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5F36F-8298-4979-9BE8-E393087E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2DA2F-F2BC-4B4F-89C3-16AFD55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CC3AB-B281-4F56-B3E6-FC1C6DAB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15FC8-E7DE-4299-BC3C-0101FC19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DC315-6E58-4A38-B0E5-24BCC50D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947DCC-AE28-4ED7-AC62-E322305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Actinomycosis.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11EFC-83DE-4458-8FE2-F160725F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D12B3-1681-4FB7-98F9-F2FBCEBC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272B2-4A8D-490C-8FC8-C69FE9CF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D9209-0122-493D-9950-303037F8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BC5A6-CC51-489A-99CC-FAD11B86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3E9DE-7E13-436B-BE2A-E133F5CD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Actinomycosis.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35A61-5CCA-40A1-A6D7-4C643707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B3619-7D9E-4AA5-89CE-4B07159A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0B39E-4ADF-4E55-9DFA-CF55AD3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A1916B-D454-4DA8-9766-8F37C823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63CA0E-CB33-44AB-98C5-EE335551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C07C5-A4B1-40CC-9D4A-AE7A3DA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Actinomycosis.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ACB53B-637B-4C3E-9894-3BC0B90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3BDB4D-E9CB-4846-9D2C-23FF40DE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65C0BC-3454-4FEF-A284-B593D66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26 | Actinomycosis</a:t>
            </a:r>
          </a:p>
        </p:txBody>
      </p:sp>
    </p:spTree>
    <p:extLst>
      <p:ext uri="{BB962C8B-B14F-4D97-AF65-F5344CB8AC3E}">
        <p14:creationId xmlns:p14="http://schemas.microsoft.com/office/powerpoint/2010/main" val="930822571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13EC06-44D3-427D-9089-143EE16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26. Actinomycosis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0E0D2-98B0-435E-A352-F048EB9C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5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E1986-30D2-4AF0-8FB1-1DC245E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C2A92-6AF8-4D89-A65F-B69A5A6F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6419C-6327-4007-BAF2-7F390C0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D0E1D-EADB-427F-9D53-57641832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421B3-4E3C-4D5E-A83A-5D80778F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59BE0-B582-4A55-B1BA-71A49AE9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61DD7-9573-4CCD-81AF-4C48892E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61301-98CB-4586-9CEE-1D727D21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Actinomycosis.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9AF97-E96E-4DBA-88C4-9876D762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52269-24CF-4845-9FE9-9454FFF7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137D3-A1C2-40A4-B5C7-7096CD41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26 | Actinomycosis</a:t>
            </a:r>
          </a:p>
        </p:txBody>
      </p:sp>
    </p:spTree>
    <p:extLst>
      <p:ext uri="{BB962C8B-B14F-4D97-AF65-F5344CB8AC3E}">
        <p14:creationId xmlns:p14="http://schemas.microsoft.com/office/powerpoint/2010/main" val="1860199856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85D0C-781D-448B-8FB7-45F6FD6F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D2565-B894-44BE-B7A4-88D69C0D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Aneurysm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55B1A-59F6-4174-93A3-76CD6EB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5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83C90-383B-4714-BF16-7E3C1D0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FBB26-C435-4116-96FD-0DC9D05E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7E2F4-C0AD-4417-AE13-BE1876C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917BF-F388-45B2-8D3B-E17573A5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766D3-2795-4FA5-8195-51F7A9B6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0E5C3-C4EB-42D7-8907-30917128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CE570-271D-449F-B2B4-ED892AEE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8068C-7C28-472F-933E-BE3D8DB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728A1-5D01-44E5-899C-93D61E9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22545027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7240FD-36F3-4F7A-A96B-5D88BF41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27. Aneurysm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87EE3-E19B-40FA-9A7B-8C16DE2B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5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00B0E-535C-4583-B5CE-6A7CE339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44FD1-A4F1-43B3-A02E-BB283E13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1C891-1B0D-4EA8-B94E-D7D8E9C5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EC53F-5167-4BE3-8D4B-3E8F5A5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E3789-096C-4F52-B4B2-91223F35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59CA0-53CB-49DA-8047-A9CEAAE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89E8C-667B-45CD-BE02-E545CB0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7B24B-0A1B-4501-B256-8DF0756F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Aneurysm (Arterial dilatation).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6EEFA-1548-4AB4-886F-2552C98B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1EFC8-7C8C-4B0F-9E4C-AB352267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4904D-CB09-4EEC-8060-F9EFF222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B082B-D511-4D3C-9BBC-9C7CEA96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EA981-7F35-4BB4-895A-DC97BEAD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68563-0666-4376-917D-83464F7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Complication of aneurysm.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35434-6D51-4A2D-82B9-6D6C881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E53BD-8E09-45BF-9482-9E243A1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B86C7-C3C7-4DD2-9539-D1673105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7632E-D4C4-4468-92FF-6728ADC4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82CDF-2EB1-4DAB-BA91-4BA5E3E0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4267E-16F8-4F62-88DD-8A23244A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Aneurysms.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5684E-B044-44F6-9485-EA12E5A8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1D9FD-0330-4675-856B-8F642A19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77C46-9B2A-439E-980E-377D1649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4CEEC5-BF99-4271-BF66-09A2A272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51128E-B7D8-486C-873F-64AC564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A0DD5-2B52-4F53-94A4-6FE6E88B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Aneurysm.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4D1FD3-9BFA-4301-B326-A4BEDA18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6D1B82-FDF0-4D8B-A182-95BF8200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0C5C10-4C02-45E6-8E77-84184D4C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F44521-7264-49FE-97F6-AD744C52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F3C91E-0C4C-4F01-B1DA-67D2FF9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2A9104-6EC4-423B-B214-3AA9103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in detail about Aneurysm.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6D4C3E-5888-4964-B90C-BAE8288B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8894C6-F013-405C-82F2-9533C9A9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D60C2-63BE-427B-B770-CFE163C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27 | Aneurysm</a:t>
            </a:r>
          </a:p>
        </p:txBody>
      </p:sp>
    </p:spTree>
    <p:extLst>
      <p:ext uri="{BB962C8B-B14F-4D97-AF65-F5344CB8AC3E}">
        <p14:creationId xmlns:p14="http://schemas.microsoft.com/office/powerpoint/2010/main" val="172705883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54748-FACE-4285-B2BB-41198EAA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27. Aneurysm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2EB9C-6A82-4444-90AB-3BF5AC7F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5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B0012-A366-453C-8990-DC405AD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4952E-2E5A-4056-9F7A-479C55AE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259D6-2070-4875-97AF-6946209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D6C38-7607-4430-B5E6-4F69E469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921BA-1D4F-440E-9F4E-AE4B7313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36FCE-37B8-4914-B940-1BFB1BF1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4BC9C-1CB5-4788-8B4E-EB2F290A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D4F0C-7F66-42EA-8355-38DA8926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Aneurysm.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5AEDD-92D5-4688-8E63-753BD7FE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DE842-ED92-44AE-A134-A99B0B0B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E5F72-6595-4E66-8439-FC29AC23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27 | Aneurysm</a:t>
            </a:r>
          </a:p>
        </p:txBody>
      </p:sp>
    </p:spTree>
    <p:extLst>
      <p:ext uri="{BB962C8B-B14F-4D97-AF65-F5344CB8AC3E}">
        <p14:creationId xmlns:p14="http://schemas.microsoft.com/office/powerpoint/2010/main" val="132953576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EED1F-B12F-45BB-8BF0-A3F7FA45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74A2B-3915-4AE1-823B-174C688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Blood transfusion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FCCBD-406C-478C-BE8D-C81AB530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6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9AF9A-21B4-4774-AD81-1916759A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5291-D8B1-4146-BD52-D33FA59E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53E8B-CD7B-4270-811A-525CE75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F71CF-EFE9-40D2-9854-DD7D7EEB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C4720-205A-4A42-9192-6AC86BDC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837A3-EA21-4DEC-AEAB-4CB405D3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16A34-0D7A-44FF-93FF-369ED1C7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F8442-3EF4-4018-81B5-E8C14DA8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69253-CAB0-461E-A57D-7F6D3C99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4444850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DBDCC-0212-4F50-8CD8-AB48F8E4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28. Blood transfusion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A3000-4F2D-44C7-8428-BC64993B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6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B0F02-7DF2-4D83-9BFF-9404BD2C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0C2A3-E8A7-4808-94F0-CC3FA6A3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7476-4133-429E-9AA3-76D920A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1C89B-1351-4CB3-872A-E67B60A2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AB19A-1AEF-4DAC-95C2-D864342A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38E57-2515-4F97-9AC4-8A2B8386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76BC6-0A18-4CE6-BA9F-D5656D5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C76A8-07E5-41E4-BA82-44EF5B8B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Blood Transfusion.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7177B-9144-48FA-8CCA-B9A5405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BC088-861A-410C-A34B-992D7B9B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D0235-9015-4885-8501-83D9A48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908FC-6723-41BB-89DC-7A51E175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67288-F566-4F0D-9008-BBE46859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D33CC-E49F-484F-9020-B8CD23BC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Indications for blood transfusion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7C219-15D9-487D-99E2-50355C6E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90B9A-E733-4AC3-B560-5461F12F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8A63A-1EA8-4964-B8CD-019B3C60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340B8-D5EC-4BFD-86BC-A30A0136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6CAE3-28BE-4FC6-A3BB-97903D5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D3330-89A7-48A4-A3AF-E5F4DBE4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Complications of Blood transfusion.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F0FD3-E542-49F9-B4D8-C6E241F3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FBA9F-F149-4FA6-A917-D213F78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CF9E82-DAC9-4D1D-9C3D-C7EB62A0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FA991-3A8A-41FE-9268-8E20E1A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58861-D16D-4BDB-A0FD-CDEE237E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4C0F2C-AED9-4D68-A3EB-06AB1C26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Complication of Blood transfusion.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8EF9D-0C0E-446E-BBE5-B024A9A7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212F9-84E0-43D8-8701-87BDC0E6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155864-7ECA-4F83-89DA-BEF4D209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070AB-161C-4396-801D-41A33835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E0EC5-09BE-4604-B66D-8C35DF7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AE8BCB-F2C7-468A-A8D6-33AF59B0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Blood Transfusion and complications.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DC89A-81A5-4656-A317-920868C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D6A2A8-80B9-4F9D-82C6-3FCF761B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11BB7-9821-4D6C-AC87-6A45044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28 | Blood transfusion</a:t>
            </a:r>
          </a:p>
        </p:txBody>
      </p:sp>
    </p:spTree>
    <p:extLst>
      <p:ext uri="{BB962C8B-B14F-4D97-AF65-F5344CB8AC3E}">
        <p14:creationId xmlns:p14="http://schemas.microsoft.com/office/powerpoint/2010/main" val="103827573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AAF73-C2D7-46E5-A888-7D6D29BC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28. Blood transfusion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C2439-F921-4C3B-B213-3A1BDE14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6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88AD0-A102-4F8F-BF65-B18546C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1B674-7A9C-4C10-9BFA-A39CE0D5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EB907-87C7-4B4C-9A50-CF8B470E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9C5B9-2C6D-4DA9-AE25-9EEC866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16F2C-2652-4A7A-BD18-ADAAFADE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77E4A-71D4-41E4-B33B-75F9B2F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3CDFF-265B-436A-AABE-0F3A4F9A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7506B-A21A-4F43-8EC8-E18755D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Indications of Blood Transfusion.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E858D-E74C-4422-A2BB-E1C111E2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539C6-E851-4AF1-80CC-D34DF03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47863-198E-4B00-9853-C47600B0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28 | Blood transfusion</a:t>
            </a:r>
          </a:p>
        </p:txBody>
      </p:sp>
    </p:spTree>
    <p:extLst>
      <p:ext uri="{BB962C8B-B14F-4D97-AF65-F5344CB8AC3E}">
        <p14:creationId xmlns:p14="http://schemas.microsoft.com/office/powerpoint/2010/main" val="1195024776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1E71DC-A50D-46EA-98B0-B2A38FB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95445-335C-426C-BF4F-CC146AC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Genitourinary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527A-58DD-4E09-BE2A-3F03E7A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5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09B28-615E-45AB-BFDA-092BEBC7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A4D99-79A6-47D9-B752-C3C523BF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D27B1-9946-4F6A-9596-8C8D337D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1EF05-9C1D-4864-84DC-B6DC6CD3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780AC-D5F2-40F5-9CC2-C7F8DCB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2E014-E717-4FC5-A882-6F59FDD2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139F1-01E7-4EC7-9F92-A9C8F26C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C274A-D63E-4F9A-93EB-157D71E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0A912-5A0A-4F33-934B-0DD1B675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392602843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8F91A-9B6F-469A-A810-E615272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29. Genitourinary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6C9CA-C57E-4E1F-B896-C8FB2FB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5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AA352-C9D3-459D-AB51-1F0E44BE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5F15B-29C5-43A4-A5D7-7015174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9C69A-33A9-44B4-A7AB-CBE55B2C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1410B-0AD0-48C9-A14F-CF64F16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9A737-E61D-452E-9E2F-31AA2936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CD582-69A3-4EC8-A349-72597982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4BF94-AF9B-4C03-A56E-39E3FB1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3096C-50AB-4289-8325-9BD9D9E7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Phimosis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98C62-A53E-437E-BDF9-58CB8F4C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95D2C-9C46-46E2-AC03-E98A9C25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6C2F7-45BB-4070-B5D2-5F75F261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8964-FAB1-4BEA-BF0E-88BA107C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43875-939C-48B8-8B0C-948ACA2D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DC5CE-87D7-4982-A11A-B86E503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Hydrocele.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3D1DE-A109-4825-AB3F-68F2B06D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A7393-AA6C-4C47-A258-145F67E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7597D-A453-4525-94B7-DC0218E1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04BD2-FA9D-4B58-AF27-E65C14C9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C2EAD-C66E-4BB0-8412-EB532C09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543C2-502C-46D0-8C6F-A6891B7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for Haematuria.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AE1A7-6359-4D86-80E9-56DDDF65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5B5EE-3E9A-4F22-8267-6F9F3A8F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6A186-1831-49A3-A826-DC157F88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A7B76-A9D9-48B9-9912-9D9E8048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66D37-00CC-4ADC-B1BA-3657E797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D0E11-207C-47B5-A2C8-41D2070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Vesical Stone.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5DA7B-07F9-47B8-97E7-36626FA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0AFB44-900E-489D-B3F3-84956D56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838E0-AAB2-4E66-B6E6-E58BE89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1CA049-771E-4182-98DE-10D5E18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CD36EA-E698-459B-8466-EE49CBC5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596B7F-18FA-48B1-A71D-77B01A75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Acute Retention of urine.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E818FA-B7AC-4909-8B21-7B7402D4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D12D6-9A29-4D05-8CAF-ACA50DA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4B7ECB-B05A-4243-889F-A2DA7C3C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29 | Genitourinary conditions</a:t>
            </a:r>
          </a:p>
        </p:txBody>
      </p:sp>
    </p:spTree>
    <p:extLst>
      <p:ext uri="{BB962C8B-B14F-4D97-AF65-F5344CB8AC3E}">
        <p14:creationId xmlns:p14="http://schemas.microsoft.com/office/powerpoint/2010/main" val="1444453131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6CF8AF-0AD4-4665-B845-C9999EAF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29. Genitourinary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EC7E1-092C-4A88-9547-E10CBA34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5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642A4-2AE1-44D6-8092-302C4D64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CF8FD-029B-4F1D-A4D1-98B619D4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D9498-6FD6-42B6-A982-EC14959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48122-66C0-421B-95EA-BB01BBBC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8760C-0F57-4257-8110-BC4DB044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20DE6-C17B-4820-9C48-5AD356F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AE0ED-B722-4318-B96D-E54634BD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D7305-FB0F-4B57-9647-D67B0B10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Paraphimosis.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40199-776C-470B-83DE-36691195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A1189-D284-49F8-BAC9-565D229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28ED5-A3B5-48B8-8B57-DDCB1D77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29 | Genitourinary conditions</a:t>
            </a:r>
          </a:p>
        </p:txBody>
      </p:sp>
    </p:spTree>
    <p:extLst>
      <p:ext uri="{BB962C8B-B14F-4D97-AF65-F5344CB8AC3E}">
        <p14:creationId xmlns:p14="http://schemas.microsoft.com/office/powerpoint/2010/main" val="23538048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A606B-4D80-4CD2-B0AF-D102081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9C920-94E8-4062-864D-D7F76534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Glaucoma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74E43-C261-42DE-94EC-04505E7C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4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B7F3F-9DC9-465F-BB6F-0CE7CB93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A3CB9-2304-4EEC-8D76-E3F78601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45D48-AF6E-44A0-A44B-D42AF179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3D3E5-018D-4040-B16F-762F8A0F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9F62F-346F-45B9-A2D6-E94D4AA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6F76D-271B-4539-B91E-9CB1A485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22FF5-775B-451D-94C2-90D5C69D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B2C20-C4B9-4A18-AD52-F38E2E95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30B2A-297A-47DB-8B76-7E0D08DE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996673088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3017D-E8C0-44C9-A20A-3402BE5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30. Glaucoma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3ADF1-645E-4A04-9C4B-A77DD293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4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CF1D4-27D4-4AE0-AAD7-F1C6C984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2A7BB-1439-4BA8-88CD-8BD15B53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058B2-9C18-462F-A5F0-F976FD8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6B366-171C-44C6-899E-C3E7181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20017-08DA-4C44-91A8-07E1362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9F90F-C888-4ADA-8010-C1CC4B7A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3780F-0F63-44EA-90E4-FA7AFAB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42836-2775-41FE-AA48-BF3633A8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Glaucoma.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C07EC-8BE8-41EB-A054-EF2B1CF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5D0F4-8EFD-4296-8B67-948E6A53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43054-4969-401A-B882-01A7DC1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45296-7517-475A-B9FA-02F9CEF9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220E4-6883-455D-8296-EBA2787A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B6569-5699-4E63-8FC8-EADEBC9A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Glaucoma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382EC-1AA9-4839-B8AE-165753C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CBAAC-3E1E-40AC-8D42-2BD756B8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B8D01-57C2-450F-A581-68059D2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E15CB2-B16E-4389-BBD6-EA49448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224AB-D2DE-4FDC-9388-B16827A5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641C6-E9DC-4472-AF87-8EAF504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Glaucoma? Write its types and management.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0B9C4-6771-42BD-8936-A1768000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C7AEB-CF88-4ED6-AD48-7C9902D6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F3097-7AAB-4B31-927E-73C85B36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F7E1F-E728-45E4-9651-BEF2923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90F1D-C009-4065-BA94-6DA4BF6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2028EB-034C-430A-BD92-12A360B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Closed angle glaucoma.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7A4A2-E7E6-4731-B1D1-D7205165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D8A7C-A716-42DE-A983-E2155496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D03065-00C3-44B4-941E-6516FBAD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539E3D-C9F5-45EF-9F15-CF471C82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D9113-3521-4E93-9850-4F62212A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66D6AF-38CB-491D-B18E-7BA4EECF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Define Glaucoma.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648710-EC04-485C-84C4-403D432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34B87-2F13-4F57-BDDF-02F039A2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91E5AB-18F2-49E2-8E26-8783325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30 | Glaucoma</a:t>
            </a:r>
          </a:p>
        </p:txBody>
      </p:sp>
    </p:spTree>
    <p:extLst>
      <p:ext uri="{BB962C8B-B14F-4D97-AF65-F5344CB8AC3E}">
        <p14:creationId xmlns:p14="http://schemas.microsoft.com/office/powerpoint/2010/main" val="1073003666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CA824D-6ADA-462E-B1E0-E66C55EA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30. Glaucoma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A461E-8A89-4C90-AD30-E58A6F1B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4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5131C-1F34-46E6-ACB1-1C23517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42053-7E59-4559-AE37-B04084C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EE540-C8FF-49D3-9745-9E38837D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7441C-AD7C-4E8D-B0B8-8475CFF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54C7E-EFE9-46AF-BA0D-89313B54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3A503-9582-43A3-818E-E55383B2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823FA-ABEC-4037-8431-9980A5F4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5AFAC-0076-4BF0-8728-FB0D2C15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Glaucoma.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E1390-33B9-45F8-A076-61DACFC0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8678E-0C62-496D-BD6B-3203FDBE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BF978-EE11-4265-9C35-9B808AC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30 | Glaucoma</a:t>
            </a:r>
          </a:p>
        </p:txBody>
      </p:sp>
    </p:spTree>
    <p:extLst>
      <p:ext uri="{BB962C8B-B14F-4D97-AF65-F5344CB8AC3E}">
        <p14:creationId xmlns:p14="http://schemas.microsoft.com/office/powerpoint/2010/main" val="90447103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FC44E-892B-4234-B2CA-34F6E7DD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B098D-2929-4B8D-828A-D9BF2430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Musculoskeletal and spine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0F7FC-380F-454D-889E-B5D10F28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2 Write Notes and 4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55314-8726-4FA5-9D54-E0C321F1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77709-66C6-4091-8A5E-2437B313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E43F9-2B66-4D93-8CA0-B5D0E18E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71454-EA4C-4D01-96C3-FA0CD108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BF8E9-E7BD-4893-8342-F2E0CB0F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C0061-DEC9-46D1-A66B-5014F812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D141E-E864-45CA-B82F-A822C31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9EC19-385C-4FFC-AF4A-EC8BE60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064BC-CA21-43E8-9B49-4BE3CB75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70047535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4009E-6245-44F3-ACB8-89591B7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31. Musculoskeletal and spine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FA39D-62E1-441E-918F-919F055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2 Write Notes | 4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C5C6-7149-4567-8415-291547BE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45771-EE70-432A-B961-EBDE48BC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AA182-F555-4FA8-939C-7844406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E237F-2462-47D3-AD03-6182AC1E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8103F-6374-4CF9-AE4D-037B54FB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0C222-D291-4C74-BBED-67C62BC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D9F5A-1D33-4A71-B941-F769BED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402F1-7380-4B3A-9D58-B35DC6D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Myositis ossificans traumatica.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6DA5B-49CF-4E7A-B3A9-FC3093C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6BD70-76EB-4096-ADBA-493BFC0A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B9471-6DAA-44EC-90AA-1FEEA2C9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0B55B-6D02-45AB-AA13-A230131A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0A185-B221-45F7-A75B-CD9DAD88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C9220-0E67-4C5C-B55A-C63C40E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Prolapse of Intervertebral disc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E5944-5485-40CB-9D34-F90DAB0F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A334A-2999-4E89-9F9F-B74A3357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571B6-F389-4F3E-8B6E-00C4AA9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C9E87-5CE2-4766-B25F-BCA79C12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094D7-45D7-4BA2-AF7E-8E6C864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AEFFE-1B09-4F64-B596-A16897EE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Achilles Tendinitis.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5DE92-C71C-47CD-A30C-4D8C5FA9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8756C-3213-463B-B46E-85326CB0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C5066-F58F-4542-8B34-B2E43CCF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5F952-09D7-41A6-AE3E-A5F9FA7B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45450E-B73F-42EF-8723-F3DBFE6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D0A22-7867-4FD8-9E1E-03CDED0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Calcaneal spur.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367711-AC7E-4027-9EAC-D5ED686A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9FF4DF-7217-400D-8C67-E11DE31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D7E94-4430-4136-B7B4-6CAE0500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109A15-A71E-40E7-B3A0-BF3053C1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69AA7D-3424-40AC-A2FC-844FC81E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D44E5A-8757-461C-B580-A24D5560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Plantar corns.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5A0D34-492E-42C2-9E43-09559CC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F5707A-700C-4E9F-9380-B40D878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765F28-E080-461F-AD26-E5A9319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31 | Musculoskeletal and spine</a:t>
            </a:r>
          </a:p>
        </p:txBody>
      </p:sp>
    </p:spTree>
    <p:extLst>
      <p:ext uri="{BB962C8B-B14F-4D97-AF65-F5344CB8AC3E}">
        <p14:creationId xmlns:p14="http://schemas.microsoft.com/office/powerpoint/2010/main" val="344311688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D870F-E871-4492-94C9-B80BB830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31. Musculoskeletal and spine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6103-0A02-40EF-823F-57205BB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2 Write Notes | 4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B8C45-2E34-4C26-ACD7-3425921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6C26-5952-47EE-BFDC-E5801C47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A8A8B-0EA9-4ABC-9B92-64F7F20E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AA91A-9B98-4AC7-A4F5-AF49C3BA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34577-BB5F-4D4E-8BE0-04EAC5FB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CD298-6A60-45F8-A37E-DA6C7DA4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9C450-08B9-485C-AF0B-059064C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C86CA-83EB-4B04-A03E-DC22684F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Intervertebral disc prolapsed.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9B226-CAD7-4E5B-89AB-4A870E9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3011B-FA74-404D-A4E3-B24F8147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703D2-8767-4165-AFC6-B3619DA0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31 | Musculoskeletal and spine</a:t>
            </a:r>
          </a:p>
        </p:txBody>
      </p:sp>
    </p:spTree>
    <p:extLst>
      <p:ext uri="{BB962C8B-B14F-4D97-AF65-F5344CB8AC3E}">
        <p14:creationId xmlns:p14="http://schemas.microsoft.com/office/powerpoint/2010/main" val="1875038011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C7291-CBE3-4ABF-902F-E2B663FC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0C196-0E6C-44D8-9A5C-1196B6BC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Tuberculosis and granulomatous lymphadenitis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B0AFD-B004-4BBE-87DC-42AA0BE1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4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C0357-B469-4E2D-B88D-2E761F69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FD3C0-BEA8-4465-94BF-F137A29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BEF83-5AFF-4864-BEBA-C8CE5ADF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066A4-CAB4-482D-A947-6A9C832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5CB45-86EF-4683-8623-08D3120A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C39C2-E2D9-4B38-A16F-7CD1868B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5AEFD-E06E-44AF-AC79-FB3D2FA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D7174-F1FE-4DBE-A20B-D0730728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34551-91B3-40EA-AC1B-5B0A3D4A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5948404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E13F1-2FA2-4375-95DE-71709D9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32. Tuberculosis and granulomatous lymphadenitis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E58A-2A62-4AB2-8405-F5BDD0C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4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3F209-7A15-4D58-8681-86297136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FF2BF-EA04-435B-9FE1-EBE40ED8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60471-1E15-40EB-B2DC-95BB275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7F18B-1C6C-4581-A6A8-46B87504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51A36-3725-445C-83EB-1A15B5A9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BD0F2-35B9-4B1F-ADA2-2338DBBE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08691-C3AC-42E8-8C4B-A9F898AE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752CF-0153-4EAB-8A8B-718F6F8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T.B.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A9332-02E4-4683-B92B-8413067F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92A36-220D-4D4D-A6C1-30D643CB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53FA3-2E2D-4802-AC9E-FBF61E2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EB02B-7004-40A1-9407-4DBF0952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CE8BF-803C-4F9B-A89A-8072ADC4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712BF-4455-49DF-9185-85C2B76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Tubercular lymphadenitis.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A2039-B10C-4043-811D-733FBC2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4AD84-B00A-40B2-9277-0AC2933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66FC1-E780-4E4A-A7FD-2F51497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8FEF9-9908-4C1B-9C31-DE7B0E9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79A96-FDF7-42EA-ADCB-3C52FABB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ADC84-31D3-4D5C-97CE-57AC8389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Granulomatous Lymphadenitis.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5E61A-4D02-4297-9E63-BC402A6A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0CB7B-B2EE-4D6B-A934-90A52C0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4CBF5C-66EC-4339-93CA-55D9D313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4BAD4-0700-4352-8A2F-5908EA3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F0ECD-B944-4443-B5FE-E8849EB6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AE4E2-C6E7-468A-9E92-6B5653D6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Tuberculosis.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70DA32-2EF0-48AC-9B13-354A761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DC7C6-133D-4792-89DA-8BE05DEA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C138AC-E81A-4107-A27E-FC8A324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2AF99-22E2-4007-9183-9F948F13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BFC29-2E2E-42E9-A4D7-D6F6D12F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F32CC-BBD5-4565-9E7C-24745CA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Ghon's complex.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0CC1C-89BA-40F1-9424-6E750CB4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0132E4-B372-432F-B3E2-6A8567C1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965905-4976-4B2A-ABAC-AB6DFFB1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32 | Tuberculosis and granulomatous lymphadenitis</a:t>
            </a:r>
          </a:p>
        </p:txBody>
      </p:sp>
    </p:spTree>
    <p:extLst>
      <p:ext uri="{BB962C8B-B14F-4D97-AF65-F5344CB8AC3E}">
        <p14:creationId xmlns:p14="http://schemas.microsoft.com/office/powerpoint/2010/main" val="32190370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82070-C57D-4496-9BD1-546BE542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32. Tuberculosis and granulomatous lymphadenitis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F866D-FF3B-4CC3-B725-3F129A1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4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5DDF5-5223-4799-8DE3-16881EC8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3EE54-0411-445A-9230-F644405D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B5A4F-650C-45D4-83F7-3664115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65EE1-6DAF-49E3-BB56-7E198869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F68C-43BF-4B4F-A889-2204201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8613E-81EA-49F3-9C68-1C004FDC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7B417-2A8F-4514-B753-1DB0674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F69C60-6A5B-4596-BCA2-C99174C9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Granulomatous Lymphadenitis.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4ED2A-3CDB-4437-9318-07B0FA06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21236-6D85-4520-BFBD-6B0C72F0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8F630-FB0F-497D-8307-3EDA3DC2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32 | Tuberculosis and granulomatous lymphadenitis</a:t>
            </a:r>
          </a:p>
        </p:txBody>
      </p:sp>
    </p:spTree>
    <p:extLst>
      <p:ext uri="{BB962C8B-B14F-4D97-AF65-F5344CB8AC3E}">
        <p14:creationId xmlns:p14="http://schemas.microsoft.com/office/powerpoint/2010/main" val="366053974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AE089-EC85-4C49-992F-82356B87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EA90-84B4-457B-A3C5-DA05FCC5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Varicose veins and varicocele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66C49-AFC9-474C-8BDA-8AE0F27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6 times asked across 4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74A68-09A1-4B41-A646-DF5A9D1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5782-1433-4860-BF5D-44AF1DA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A3358-721E-4C67-BA5A-EFB10039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A61ED-B4EA-4C70-8D3D-3FC00046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90959-442A-49C4-B0DE-70580B05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4C769-2DD8-4082-992A-C12F757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E1A95-73F1-4E95-93EB-FCCECA43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9585C-A311-4917-A278-C0B5A4E2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52B3E-EAD9-49C3-9E06-34AEB87F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6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2136545237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6B7434-E154-4689-8FE3-33EF90BD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33. Varicose veins and varicocele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E46DB-4F50-4C00-A997-D3FD7900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4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1A844-6A7A-41A8-8D45-C306CAD7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A1E21-272E-4336-A89A-4EE3E84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BEFED-FFBB-4E6C-8567-F44DD7C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9B86C-5B62-4B72-B516-7C3333B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620EE-5DD7-4510-9D1F-A1510FE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3DBF3-EAA4-4F15-B084-18CD6C7E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B13FA-6785-45D4-95CA-59F1D411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557D3-516D-4AA8-B079-D6E4477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Varicose Vein.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404FF-E3DA-43B6-92DC-0D000AAE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E15E4-F48B-4F91-8EDD-2CB06462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F2673-49EE-438D-8726-A6FE97F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74A9C-8FA7-4C26-8337-316B9879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F9D6B-510B-4A08-8000-1046EF0C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89800-9E3D-4691-A4BA-0FE53FD0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Varicocele.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781C8-133C-4FC9-B615-ACE6EB7A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5E6708-D590-49B4-B0A4-3BF920A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946DC-EE70-4436-A347-7699A26F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042C4-3A19-440C-964C-9C8F229C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FDA97-160D-4C1B-B03E-DE9ECED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B9071-25CF-476B-9F3F-DA6836C2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Complications of varicose vein.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00814-7A21-47E7-8BB8-4A62185B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EC23EA-BF81-4516-BD90-C951FFF8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DF0B0-ECB2-4DAA-8A45-876FC2C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AD785-7887-4D14-A410-3C96A1CA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D1F94-E9AF-422C-9ED9-19932719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C2671F-887E-4861-B50D-9F26B10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about the Varicose Vein.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E33C7D-E82A-4B44-A0FE-AA93C4E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6E7160-D0D0-4DF6-91E5-501280BE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79555-1367-45D5-BA04-3E1D81CB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C9574-2398-491E-AD87-B8F202B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39B2EC-3FA1-4241-A09B-139B34A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71F3D7-B48A-449C-8529-F5850D1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Varicose vein.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527AF9-EDF2-43D3-8882-4D8C1A83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73D03D-B39C-42AE-A172-D7B06B0A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84B37C-874B-4CC2-8410-4BE4086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33 | Varicose veins and varicocele</a:t>
            </a:r>
          </a:p>
        </p:txBody>
      </p:sp>
    </p:spTree>
    <p:extLst>
      <p:ext uri="{BB962C8B-B14F-4D97-AF65-F5344CB8AC3E}">
        <p14:creationId xmlns:p14="http://schemas.microsoft.com/office/powerpoint/2010/main" val="96301022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3BCFC-9FB8-4126-9DF4-485AE0A2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33. Varicose veins and varicocele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F41A4-A1D7-4CC5-8594-D3A583BE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6 times asked | 4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C9612-BAC8-4136-B03C-0B405F01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EC1FF-4DAE-4AB3-89ED-574A9A3C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1696A-8C66-4A0F-935A-C6BC03E1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5D82A-DF4F-4710-A20E-3885EC07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44A15-669E-4221-9232-5BAD447C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3B760-9E43-45B9-BF40-9A01704B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46701-7D7A-4E8F-BC54-6D70FB52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2746C-ECE7-41CF-BE0A-C310588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Varicose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BD698-DE5F-41E0-B4C3-50DC6E0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4D0AE-E15D-4FF7-907F-17CB7130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964DB-A1E4-4E3B-A68D-57C990E3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33 | Varicose veins and varicocele</a:t>
            </a:r>
          </a:p>
        </p:txBody>
      </p:sp>
    </p:spTree>
    <p:extLst>
      <p:ext uri="{BB962C8B-B14F-4D97-AF65-F5344CB8AC3E}">
        <p14:creationId xmlns:p14="http://schemas.microsoft.com/office/powerpoint/2010/main" val="149709037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3D009-D367-49B6-8549-FCD0E2FE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336EF-0F48-46E2-A5E4-6983E2C3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Cellulitis and erysipelas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1673D-4361-433A-932C-67AD688A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5 times asked across 1 Write Notes and 4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37038-9327-4A93-89F2-D78D6C9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A8823-8F7C-4113-83B3-F6FD8C4D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AEC24-888B-4887-A044-201A65E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A453A-F87A-441C-891E-362EC97A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681F2-DE8B-43E3-9FDA-45F2650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DD681-15F0-4279-811D-98C1E450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DB45F-2CF6-4F37-BACA-770D5DC5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63FC4-AB28-4A7D-8D92-D9C618F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5FC7F-3D76-406C-B37F-70813ECB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5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70402301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D1F0E-0A8E-48DF-AB4F-80FC5EF5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34. Cellulitis and erysipelas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F0604-E279-4BB2-956A-3D02944E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 times asked | 1 Write Notes | 4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0652C-0548-4D2B-8BD8-EF8721CC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C003D-87F7-42F1-8348-69C44C56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0544E-CFB4-45E9-BD82-12C47A9F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DC40B-E0C4-4814-8800-95F38A08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EC609-B99C-4F7B-8798-3BE8726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F4460-1332-457B-A60E-DD0B039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8D1E8-DA6A-4970-BDBD-74D7432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9CC52-351B-4070-85FF-5FC8FD25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Erysipelas.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B071D-80F5-4D6D-ACDE-975693B8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0539D-1A1D-45A5-8689-452F3624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1084F-97DB-46F5-B7E8-187C4D79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E3F74-AD96-4282-9059-2350F604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36EA4-BCA0-49D0-8698-D913D8C0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EDB96-802B-45E3-B268-DD31525A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Cellutitis.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3AA87-F143-4CC6-ABBF-FD169A16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BA148-642A-41D3-8F02-06AE9F43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AE1E5-36B7-4FA0-BB5A-EDAA5649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07C35-561F-46CB-98D2-006E779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9EFBD-70DD-42AF-8F43-2C4913FE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C2488-C224-4914-84E2-73216C3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Cellulitis.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24C85-26F1-4888-9A69-42C7D28F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2F2E7-83B4-4039-9710-DE4B96FA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A55C7-2D56-4E77-BC37-438CF2BA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22356-06D2-4AC8-95AC-A235DC88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80640-5BAA-4988-B928-1370D407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025BE-2EB9-4E96-8B95-97EBB8B0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Cellulitis.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95167-2B03-4459-B1A4-B85366F3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B7FB5F-71EA-4EF8-BCA9-8CBDAC8D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2209A0-100A-4EC3-9042-DC933626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4067AF-50AE-4B1E-BC17-26E7C79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D841E2-FC21-4D79-A2A6-B2DA40B9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710ED4-41B9-4A48-B68D-D63930F6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Cellulitis.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C01633-FA75-495F-BEA8-2925B97C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CBE7C-6E07-417E-96FF-405D994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50E223-536C-42DD-AC81-B0837AA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34 | Cellulitis and erysipelas</a:t>
            </a:r>
          </a:p>
        </p:txBody>
      </p:sp>
    </p:spTree>
    <p:extLst>
      <p:ext uri="{BB962C8B-B14F-4D97-AF65-F5344CB8AC3E}">
        <p14:creationId xmlns:p14="http://schemas.microsoft.com/office/powerpoint/2010/main" val="809964672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32F31-F1B9-4DAC-9B8E-16CBCBEA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2F50E-C4B6-44AA-AEAB-7E1709AB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Dermoid cyst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76EA0-13BD-4A4E-AD12-D28B2FDF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5 times asked across 2 Write Notes and 3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F18CC-6244-4817-8C0C-79BFE62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9C72F-3D52-4139-9AF6-7C64FB35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88028-DCBB-4B54-950F-0A179F3D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3B8B5-50E5-4186-8729-49F5CB91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0EEC2-2196-412C-B086-68842F4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55CF3-2537-4A6F-8955-7DC6DB51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186A6-45E5-4CC4-A61C-985A133E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EC56B-C22A-43CD-878B-F2A9E4B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4592D-9BE9-43E2-9C88-3A86024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5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49030131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DC399-AF93-45DB-AA1A-28B775AA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35. Dermoid cyst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636B4-C5F2-48FC-989C-C0845175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 times asked | 2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55842-DB8B-4998-A776-59F9168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FC1D2-BE92-472F-8DF1-BE47E1EE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0420A-E0B7-4BE6-9D7F-80E03758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71881-4F7E-4B81-B79A-BA642A61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2FBC9-B041-4D2E-845B-CF230E9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ED3E8-2FBD-4B4D-B4AD-1A04BB2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26185-DF8D-477B-8180-20208A10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D436C-7829-4DFA-8AB2-61007842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Dermoid cyst.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6DB0C-F42C-4D16-962C-40285D7E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37F83-D890-43A8-A373-7B031BC9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92810-D116-43DD-950C-784274B0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52149-B863-4B61-A473-C2B6725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9013A-8BBE-4B15-B5FD-24C7F03B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EC8E5-1553-46F5-863A-0075E49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Dermoid Cyst.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4FF49-3939-4355-A6A4-7A143A53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CE41B-1873-4CB1-B0E5-DDBAE67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8D9EB-7028-4887-8D2C-27CD9BDF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E50F9-B6E1-4116-B7FD-1E269461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D864A-7036-4515-A3BE-BA5FE786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70193-CEFD-4A53-AD33-1AC4C37C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Dermoid cyst.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E7F6F-24F6-4F82-BAD5-B26DD260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BF660-4D88-4949-A9BC-3ED9D9C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00513-DF43-4D70-AB9B-E0ED5C34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29EA7-6FF4-4BBD-8255-03BFF957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E8891-AAB8-45B4-9973-5A5D72F9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0652E-8CAC-4469-B45B-2B2C00BB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Dermoid cyst.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CCCF5-96D2-4B66-8526-8C3F1B7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ABE69-333C-4A3F-9FA1-F26D488E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0A26E-1E5D-432A-9FCA-4E2FCA63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DC199-5D06-4317-8235-02960115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E8D2AA-7151-4DD4-89DC-9DEC5C8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E5711C-2470-4A40-A829-21043DF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Common sites of Teratomatous dermoid.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5B7342-9A3F-4D6B-8D40-B19DE4CF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9E75D1-604D-4D96-8163-D0B03EF7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8EB420-95E4-4D41-AB76-6369E60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35 | Dermoid cyst</a:t>
            </a:r>
          </a:p>
        </p:txBody>
      </p:sp>
    </p:spTree>
    <p:extLst>
      <p:ext uri="{BB962C8B-B14F-4D97-AF65-F5344CB8AC3E}">
        <p14:creationId xmlns:p14="http://schemas.microsoft.com/office/powerpoint/2010/main" val="1820306441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93E55-9382-4DBC-812D-412DE487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6E335-B748-42B8-8AF5-DFE50B54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Raynaud disease and arterial occlusion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C2392-9E38-4CD6-9C0B-726109B9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5 times asked across 4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09451-0B02-49F2-B5F8-1AF3CC9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81BED-B760-47A9-A7C0-97B2974A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976CC-1217-4F07-B55C-71F62612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B1ED-5E21-46F9-949B-5DA5B562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9D38-CA97-45DC-BCD8-0E2E4E20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CC785-9DE5-43FC-BF38-EAF3BF85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80136-14D3-476D-A3BF-65542225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151E4-2123-4401-9DEF-40190DDE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4FB2B-51B8-4679-B8F7-6B5865BA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5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45676092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5FCC0-5FDA-4ECE-864B-841D149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36. Raynaud disease and arterial occlusion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F47CA-CB0A-49F0-B146-292777D5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 times asked | 4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A8395-C6F9-4E8E-8226-FC21C8F8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85F80-4F1C-4733-9547-9EDCD9E6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53195-523D-40EF-9BD3-F16E2E8C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7BE50-41A3-4A70-9D19-01C1A6B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8B0EE-2019-4593-9541-E109D890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A0CF3-0E93-4971-8B83-A5478984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97B4E-3A5E-41DC-970A-9B6AA86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B6AC9-6383-430C-AA69-06795929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Raynaud's Disease.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01524-05A8-4B9E-B5B8-B7E25B3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7DFE5-53ED-4D73-ACEB-08831B1C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552F2-990A-4E4D-AF7C-3863CF3B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332C5-F030-4A88-AECD-87E5E489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B515B-BF90-4952-8689-0896B85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7CE24-B52D-4451-9ECB-DEFF947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Acute Arterial Occlusion.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19286-E262-4CF5-A7F7-C318E696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69F39-6B12-4625-B08F-6E11CFE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88032-7572-4981-9A0A-934BD92F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7AE53-4AC5-4701-914D-5186CE8B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70B3B-4EBA-4E2B-8C56-208BE50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2E58D-7FBE-4E6D-9478-7B41536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Reynaud's disease.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78C86-40FE-4F0E-A959-F3F63324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D0FD1-A7B2-44A9-9BA2-2E945A90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A3854E-E550-48F9-8D10-7DF0A7E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E8FD3-07D9-459E-B2A0-F32029E3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88B6E-AE56-4692-97FD-638A3484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00A1F-DB4B-400B-B0F4-FF6DA92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Raynaud's Disease?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985DF-9E1F-4567-920F-D29ADA7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93C21D-0048-42DA-A63B-11A3B51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E920BB-68A1-46C8-8758-57CB28C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D5147-D4FC-40F8-B905-4D60BCD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2A6907-9D7D-4EFE-8328-21AE9F9F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8F58A-447C-4EA4-993C-CBF4D7E1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Raynaud's disease.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71FE2D-560D-4DCE-A4AF-9D86C7AC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A2DC6-5AEB-442C-9B45-17B833C3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411CDA-A7C9-4ED2-9416-34EB266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36 | Raynaud disease and arterial occlusion</a:t>
            </a:r>
          </a:p>
        </p:txBody>
      </p:sp>
    </p:spTree>
    <p:extLst>
      <p:ext uri="{BB962C8B-B14F-4D97-AF65-F5344CB8AC3E}">
        <p14:creationId xmlns:p14="http://schemas.microsoft.com/office/powerpoint/2010/main" val="178663480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47691-C12A-46DC-BD26-C58EB709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3CFB-9D6A-4027-9E94-690C26DA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Wound healing and wound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DA77-0EF5-46A8-B27A-ADD3DAA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5 times asked across 5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2F57F-8E9C-466F-9A30-81F1D42E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9B4AE-7FB4-4EC3-BD9C-6523EE0B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1C45C-6CF7-42D9-86A7-BC62630E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C315B-D1D9-4517-A944-C7A2F779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CAE66-83BF-4272-9553-43889E46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8A8B2-D7D1-44E2-975D-F2EC87BE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CD989-3F23-43F2-BC84-8E629736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8DCE7-2AD1-4353-8DEB-1D33B7EB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E0DFA-654B-48FB-B16D-42F44B7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5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673127858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1C73D-987D-4622-B225-4495566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37. Wound healing and wound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5DD27-E754-4B9E-9B08-BFC87EFF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 times asked | 5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A4218-300F-493C-B6B1-98F9E839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A8CB3-57D4-4EC6-BF69-FAD7476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C8737-6AC7-4ABC-9B85-F857624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B34AF-C7E4-42D0-A52B-4A5F648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CEB6E-AEA9-4B49-9E06-DAA82D98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93FC1-6913-4BC4-8835-D2E78BC2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BBF7F-ADA6-4C43-8E7F-9057C066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9DA3B-6890-4006-A5C3-5BF9112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Factors affecting wound healing.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4167D-5A57-4BA4-AB0E-55B8844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C167C-005C-49F3-AC16-E77C4511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E89EE-18B7-43B8-A15C-29DC4E4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521DF-77A4-45D6-8F65-0EF05F45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9506F-C0E6-4A58-B66A-DC1B0690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DACC3-AEFC-4B5D-96DC-54FE986A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Types of wound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DFB14-8F09-4E88-B8A9-8D623E5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C894C-753C-4E8B-8802-368279B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5F1D6-E02D-4138-92B4-D729611F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A1972-E465-4D2E-9BDA-C4D95C78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41F43-8D3F-43F7-BA6D-D068C65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DC64BF-5F16-4146-A80E-F5EE8AE2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Wound Healing.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7A90E-B309-46D3-99D7-9B41DD59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E2660-9802-4F94-9CF3-B07C11FB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F51BF0-913D-477D-BF3C-A3DAB6BA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FD234-1EAB-44BC-B6FA-4BB05539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CA9ED-9A23-4E29-8BAC-F1F22263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E8D79-889B-4033-9FE5-1829ED85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Factors affecting Wound Healing.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587D1-FA38-468A-8CC2-6FEBEDBF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F62D9-94CF-4726-B6DD-96A26796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3AF3C-E660-46C4-A4EB-A92B5A47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669BB-ADE9-4F7B-B9B2-B316B19D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24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EADBE-A22A-4E01-BF83-918C93A8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05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1410D6-2A95-4905-81B5-2EEB1E5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43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Crush syndrome.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DAAD86-8878-4AF9-B255-8C7BB84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EFEBE1-C2BA-4B4A-9EA2-C6C1241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AA200B-E3AF-4599-8221-BBDCCD07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37 | Wound healing and wound types</a:t>
            </a:r>
          </a:p>
        </p:txBody>
      </p:sp>
    </p:spTree>
    <p:extLst>
      <p:ext uri="{BB962C8B-B14F-4D97-AF65-F5344CB8AC3E}">
        <p14:creationId xmlns:p14="http://schemas.microsoft.com/office/powerpoint/2010/main" val="172268013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99C9F4-1BF3-4A35-A95C-B82EB58A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51923-2E64-4CD5-8E1E-8521BEB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Head injury and neurological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49748-802C-4C12-9708-CF1D5FBE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4 times asked across 3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08EC6-4A53-4249-B20A-F1655A2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A5766-3004-415A-AC96-92FB2A5B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13BF9-9A8C-42A0-8F4C-C9B9606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FE017-F290-4A02-9A9C-6AD726FE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477E5-F103-4A9C-8EBA-E079563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E27A7-17EB-4074-905A-417CE33D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1D5E4-0C38-4ECF-9BCE-DED2F32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5A10-7A0E-4C0D-AAB8-14BE49A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9DD5A-A6A4-4135-878D-A3984196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4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78184953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D42DC-6EB6-4FDC-A1DA-9A47030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38. Head injury and neurological topics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26C4A-B943-47A4-9A60-C2C0E5F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 times asked | 3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5A04D-EE0C-49DC-8C5B-A31940CC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1F025-91F4-4482-845A-486EC022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E56E4-D141-4690-9DBE-E2008A58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531CA-0CF1-4360-87FA-07DDE8A3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D4F57-5CDF-4898-856B-A5205E7F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5DA2E-C3D0-46E1-AA2C-C4577DFB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A3C41-575F-4173-A774-871A070A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6A335-9BA3-4119-A56B-9F99DF7D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Trigeminal neuralgia.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69692-4F2A-4B16-AB26-2FE21428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8A882-7B80-40EB-A758-7ED8236F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E0CBAC-EF62-4991-8D79-EAB8E034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D2D64-6D73-4CE0-8348-52A26164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4C68D-0599-4B48-9BB0-A31B29B9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808AD-C547-4A1B-A7F1-98CC9232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Mechanism, types and effects of Head Injuries.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10827-DA83-4E5F-8114-354966E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9CC7A-F6A1-42E4-8EDD-043F401D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7B079-F981-45B0-A7ED-C46A811F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25F79-384D-4B88-BC95-7EDD3E9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8E4B6-A97B-4B99-B814-94F38F7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4CD90-D769-443E-97B9-EEB2EE16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Glasgow Coma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D04A8-8135-4859-8E44-38FA7498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9756F-22E5-48E5-BD7F-2FED8F74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6782C-D43E-4343-BE97-4EDCB599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D1D20-828B-430F-951F-2E67108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BB240-8C8F-4341-9B30-D567733C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81BED-ECD3-4547-9F95-BAAD33B2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Lucid interval.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D46A9-2E9F-4C3D-AD86-D40A58F3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54E78-0D8A-431F-8CBB-C2E0C9A1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1E5781-9361-4625-A3FE-0DEB3F4E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38 | Head injury and neurological topics</a:t>
            </a:r>
          </a:p>
        </p:txBody>
      </p:sp>
    </p:spTree>
    <p:extLst>
      <p:ext uri="{BB962C8B-B14F-4D97-AF65-F5344CB8AC3E}">
        <p14:creationId xmlns:p14="http://schemas.microsoft.com/office/powerpoint/2010/main" val="1985152891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92520-6403-4C03-BA18-8A6E9814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647FC-265D-4DBF-92B9-F38714A4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Neck, thyroid and cervical rib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3202B-51CB-4336-AB63-F6855A97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4 times asked across 4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114A6-3217-496C-981F-71AA3572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D10D0-F3CB-428B-A488-A95C9A05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E0FEB-0460-4DB5-9F7B-66BB3771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7A949-662A-4F3C-90A3-FA04AF3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C493C-0898-4C3D-8637-4BF705A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81813-5CBE-44F2-93C9-439B144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67466-1171-46E6-B005-201B45BC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C93C4-9322-46AB-92F0-A9778A03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84ADD-86CD-47EF-A3AE-09F3115C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4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816197840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4426F-0B9A-4DEB-A934-4057364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39. Neck, thyroid and cervical rib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858C3-D546-42E9-B107-78E324A3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 times asked | 4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1597B-4AAD-4444-B44F-BB4A05EB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2BBE6-7915-4112-A201-E0803074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4DE5B-39B2-4AD9-9C43-55EBB106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620F7-83FF-4F93-9D32-A9D3F37E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4C3A7-F7C8-4EAA-AF62-024CDAC8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0207D-BF9D-47A5-AC9C-31B79E5D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69599-62F7-463C-8F0D-939EB69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8CBC7-AD18-4013-9DC9-8C9AE3B2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Wry neck.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918D1-FBB0-4516-AEDC-F783FFD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D3468-A45C-42B7-B6AA-2BA14BFD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FF828-8DA0-4ECA-A7C7-D81D14D0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3C973-072A-4335-87FE-62166DD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A5C69-94A8-4345-85AB-04D4217A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0A68D-E212-4C10-BBE1-3D512F8E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Wry neck.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5E2A9-2DD3-4C24-91D0-B913A63E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DA87B9-4DC6-43CA-B770-10E996D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9E046-DE94-46B1-9C80-E39BB8EF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D7F31-CF54-47E6-9491-B4EB368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865D8-08CE-4D36-9032-7E1366FA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814C0-BD2B-4699-8B1F-EFD38B3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Cervical rib.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A3255-F73A-4865-9016-6C5DDEBF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38895-E6AA-4926-BEE0-B0DB2483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0E57F-5FFD-43D8-9572-4472046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6B5B5-F69C-453F-ACB2-868C4AD8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922D9A-E904-4D58-B15A-D26E4CFF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D8C72-9F8A-468D-B987-0884B618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enlargement of Thyroid.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1B101-E222-4C10-82EF-F6588FA0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95047-EFF0-43FF-BDAF-B1235E0D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9B3AF-D4C2-4BDB-B64D-5EE62F4C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39 | Neck, thyroid and cervical rib</a:t>
            </a:r>
          </a:p>
        </p:txBody>
      </p:sp>
    </p:spTree>
    <p:extLst>
      <p:ext uri="{BB962C8B-B14F-4D97-AF65-F5344CB8AC3E}">
        <p14:creationId xmlns:p14="http://schemas.microsoft.com/office/powerpoint/2010/main" val="136978333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83165-360B-4BC2-9194-BFB47047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E973C-E012-442C-93B9-0FA8850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Salmon patch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74291-A4C5-4244-BAE2-46FFA83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4 times asked across 0 Write Notes and 4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15E6B-8844-46B7-ABE3-7BD093AA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1A809-AB28-4CF3-B5C2-44AF6A8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F92E6-7FDF-49A0-B286-DD2FA29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F7322-B2B7-4D2D-AD5B-7A59E810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291B1-5FED-4BB3-9803-7864AEDB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93C81-D52A-4934-A981-710AB890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0BDAE-BB6A-4189-8253-74BEB3CE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5D035-1513-4650-9364-A86E266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33A20-D41D-4B39-BEDC-3B1CB96D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4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18794227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0E482C-4EDE-432E-B80F-D471D10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40. Salmon patch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5639-1D30-409D-B680-B1D5680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 times asked | 0 Write Notes | 4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F1543-4C66-4A50-BC53-58BA7646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77770-181B-424D-92F9-221A3317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B541E-065D-499C-BB87-D731644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5F72F-8157-454F-8810-97626860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7EA54-1648-40E8-A80E-8B468243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5CF44-BC98-4E39-8915-B9458855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BEDAC-3082-4342-80F1-E08B6AE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8B46F-9F8E-4208-B2A2-63BD4856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Salmon patch.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4FB98-035D-41EA-BF76-19F382FE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88EC8-96FD-4D5B-B8F9-84D38E14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B7EEA-212B-4F3C-A604-3DDE1FE3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1858C-956E-46C9-A411-C806C37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37053-D675-4724-93C4-5A22A94F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E00EE-C329-4625-B570-C8CC7438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Salmon Patch.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14B7C-2B08-414C-A994-BB6F2007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27D80-5751-4AB8-80E8-DA748C56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16782-1179-4800-B7DC-66001002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E0550-CBAE-4815-903D-3E492E6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E4F8E-D8CC-4ECE-BA7B-5FAD2BE4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B1EB7-06F5-4289-84AC-6096DD4A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Salmon patch.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0A9A3-DF2F-4FEE-A753-2744A7B7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48685-809D-443F-8CBA-13D9851E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74B6EC-9368-4F99-B072-1AC803C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14D1A5-5995-47FF-8635-95AC51EF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85DFF-A2D0-4202-BA45-3325E120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7730DB-18FE-41B7-8342-E740237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Salmon patch.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6FB601-85B5-458E-8AEF-6C31EB65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989993-3CF5-411C-BE8A-2CBF78A2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6704E-162F-4914-BFE1-DB6B04AB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40 | Salmon patch</a:t>
            </a:r>
          </a:p>
        </p:txBody>
      </p:sp>
    </p:spTree>
    <p:extLst>
      <p:ext uri="{BB962C8B-B14F-4D97-AF65-F5344CB8AC3E}">
        <p14:creationId xmlns:p14="http://schemas.microsoft.com/office/powerpoint/2010/main" val="181167776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73AED-FBA2-4CA0-80F9-D6789B8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998E-86EE-4866-83CE-B24A62B3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Thromboangiitis obliterans / Buerger disease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4097E-231E-438D-98B4-B87C76B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4 times asked across 2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CEE5F-A929-4718-B663-4F386C7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8B965-279D-434D-8B3F-17DFBC1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9F238-0938-4F6E-8B79-C75A4939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DF183-CFE2-41A5-91F3-72E6C70D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E3046-5D91-48EB-95A8-17C926F5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6BEF0-2404-4E67-883A-721A05C1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97AFB-D89F-494C-8114-0177A676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7BA22-801F-4343-892C-4148E7C6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C8916-E371-4D70-9678-2FD09F7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4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921666486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9CD23-84ED-4C80-8F8F-692BB64C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41. Thromboangiitis obliterans / Buerger disease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1D323-73C4-447D-9BDB-740EF090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 times asked | 2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D7E8-4623-4979-B500-7B9704AB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34971-4A1C-4977-954E-362CC4A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258FB-1638-4EB1-8EA4-6188C70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4267A-4DBC-4620-B0AE-C877F2A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A0884-B34C-4C1A-91AE-DD89FBD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6D839-8D5A-46ED-A1BF-F2BCCE95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DB403-EC8F-44F6-83E7-67828B31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6AB-95BA-4AD1-B157-6F7D2C72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Thromboangiitis obliterans.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4B600-34FC-4A62-A88F-30AEBE0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E0182-A0AA-4D5F-BBD7-F2C29EB5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3BCAF-447F-42DD-B1D4-FB78FD15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43E4A-3B13-46D9-8214-F3011679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2011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12620-E8BC-4683-989C-46D9871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5BA0E-EC13-441B-A219-45183795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Buerger's Disease.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8F7DF-82E6-42DF-A2A3-053C2DF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B1431-57FD-4C8F-8B85-5A94B14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04537-B09B-4683-BC53-E6EF6862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2C142-7D68-44DB-982F-260A31E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62F64-3749-4888-A18B-39476351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57529-DBD7-4516-BBFA-24F5F38F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for TAO.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0F55F-5FB2-4227-868F-75F49FB0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1D8EB-D58E-46E2-AA2F-833B255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89159-F230-45D6-ADBA-9CE3731A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70A98-D09F-4B3A-ADE7-AF33FF3E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6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B08A7-B45D-40C4-8503-1C9F88E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41201-A9B6-49E2-916D-225664D7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053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Thromboangitis Obliterans.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382FF-4E18-4107-B648-8E4BE2C2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AA1F5-C9EB-4944-B2FD-885CE06A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9A08E-D105-40EA-AFBB-F322CE25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41 | Thromboangiitis obliterans / Buerger disease</a:t>
            </a:r>
          </a:p>
        </p:txBody>
      </p:sp>
    </p:spTree>
    <p:extLst>
      <p:ext uri="{BB962C8B-B14F-4D97-AF65-F5344CB8AC3E}">
        <p14:creationId xmlns:p14="http://schemas.microsoft.com/office/powerpoint/2010/main" val="1454669214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F09AA-3A27-474B-B2BB-DB091B78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D2E32-F083-47A6-A24D-9F5D112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Cornea and keratitis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7B4F8-BA23-4DF8-B58C-EA38A487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3 times asked across 1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D4F9F-3556-4361-9016-7255C80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FACA3-11F0-48E8-A4DA-B4B52CB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4CA9B-7879-4F66-80B2-7F50FAF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BF957-AC11-491D-811F-10B60426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A25D2-1E08-4B4A-B766-6A5E28EB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FED7C-43AD-42F9-A2BA-E9E1CD7E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DB518-5B3E-420D-B00B-168C5F3D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D0C17-75D6-42A3-960C-17538978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2ED30-697C-4AC7-A208-A139864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37818700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86D93-1B4C-42E6-99BA-65A6FBB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42. Cornea and keratitis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84C01-7BD0-4F58-B4D7-32AAB418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3 times asked | 1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9DFBD-41C5-46C5-B3F9-E4D7EC5F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AE1AF-2035-4BD7-B356-C7A9994E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FDD91-EACD-4A94-843F-54892525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E5DA3-387C-49C1-A8F0-1EC241C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B0988-8F21-4F25-8F19-AB07D1E8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9E571-8EBD-4C2A-B4E3-A7E437D3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5E68C-5AEE-4554-BC53-202A6180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C4280-FBF9-4AA7-8374-97B1F608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Name the complications of corneal ulcer.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62989-9A74-4734-88DE-221A89D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E61CF-3CD2-4634-B649-E9DF03F9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64AD2-1457-476F-9154-69BCC482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62A77-8E8A-47EF-872A-A8D3406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DE3DD-CB01-43D2-9AA9-F8C90F2D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46FB6-4A32-436D-A408-8660CABB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Corneal reflex.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283B8-3826-4039-8F69-A28A4F7F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9A97D-E166-408B-9D4D-804D62BC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90D16-5648-45F9-BDFD-E57CA0B6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C52A2-4C54-4327-A6ED-8A6E5F67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2019  |  Q9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BC740-5B3F-4199-954C-625A4A6D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EB191-14AD-4429-A2C4-1895B4F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about Corneal Ulcer.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02DD9-434D-4E07-B8DA-7207C8A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77CB4-BDEA-459C-9623-8104DEE3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ABAD6-E603-4D91-A422-9762C1A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42 | Cornea and keratitis</a:t>
            </a:r>
          </a:p>
        </p:txBody>
      </p:sp>
    </p:spTree>
    <p:extLst>
      <p:ext uri="{BB962C8B-B14F-4D97-AF65-F5344CB8AC3E}">
        <p14:creationId xmlns:p14="http://schemas.microsoft.com/office/powerpoint/2010/main" val="1814471536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D7F03-9A1D-4ECF-88AF-0C891F5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41C13-2525-46CC-B1F6-081A698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ENT and airway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50196-6906-4408-8AC3-9B1C7767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3 times asked across 1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5A435-638C-4A02-95B0-7862CE3B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31AB4-CCD4-4B37-91F9-21869124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C2331-7B48-428E-AB65-05BF00A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CA076-C8EE-44B3-BDAF-C8B684E3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DF13F-89E1-4FBC-AFA6-982FAF8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162B2-072B-47CD-817E-4EAFFA60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683F9-072C-4D82-A84C-E8A57AD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6827E-17EB-44AA-8BF1-2678CB00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EA602-8335-42F3-A138-313B6FE7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98408925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5C14F-A061-4C76-9431-F54B1275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43. ENT and airway topics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778A0-354A-429F-A163-95B542F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3 times asked | 1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8C9EB-82CF-47B1-9C72-F1C21777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72093-4AA4-4010-AB80-6199A1B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A3D8D-50C6-4E17-932B-1E6A74D0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99E7D-F70C-442F-882A-C72EC218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0885E-7C54-4019-B453-567C2CEE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3CCD5-4D46-4006-A6F9-27D86341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10988-D8FC-497D-AFAB-651A2FF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A0912-D865-4D5E-B668-0CFA3243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Ryle's Tube.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5A5F7-295A-4301-B642-AE065825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D439D-84F5-4880-B58C-FE0B1257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E9A20-4B80-4AF6-9EDB-520746D2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7C66C-2719-4B5E-A762-47C8E963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A1D4-63A4-48E5-8BA5-1E50512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69EF-CFE8-485E-95A4-E82D6DE1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Glue 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00366-D7E3-4E9F-9144-4ABA5E97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DAA19-12D5-4208-BE5E-39CB9D93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F8FAA-6AB7-467C-ABC6-824A3BC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6C727-2928-419E-9251-6B76A9F4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2015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F68FF-AC0A-41E0-AE05-D4DBF04B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9582D-D119-436E-9934-37CC1BC8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Foreign Body in the larynx.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DA110-DCA9-46A9-9DD6-41CC9959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14D31-20C2-4110-B195-F8E51DCD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006E26-0E30-4AC4-A078-3C380CF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43 | ENT and airway topics</a:t>
            </a:r>
          </a:p>
        </p:txBody>
      </p:sp>
    </p:spTree>
    <p:extLst>
      <p:ext uri="{BB962C8B-B14F-4D97-AF65-F5344CB8AC3E}">
        <p14:creationId xmlns:p14="http://schemas.microsoft.com/office/powerpoint/2010/main" val="1282945662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907CF-3FCF-46B1-8C69-EF02E789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5C59D-2F13-4C13-8363-CC6259B9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Pterygium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A85A1-1A26-4560-8857-2149D489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3 times asked across 3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ADD12-299A-448F-B012-954D1EC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74944-ED45-43A0-BFD2-A641989B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4699D-C0CD-488A-A372-405EBCB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1E878-49AB-416F-B99B-CEB64A43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1C882-6C04-4BA7-8DDB-EABB551C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FDB53-6362-4083-9C6A-716834BD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503C7-C889-4BD6-95FA-99B99D2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BD5B2-729B-40F4-ABF7-868788FE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46417-CAFE-4A1D-8CD5-6B12898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989391493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3341C-F8D3-4D09-B872-58A57E8B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44. Pterygium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E8FC9-6A57-47DB-B18F-257220FE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3 times asked | 3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53EE0-61C4-4E29-93E2-D5CF8475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7EE1A-55ED-47DD-A232-19659C67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8E158-210C-42BE-9349-9A9F9560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3E379-4706-4E52-97C3-13643DE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6DF56-DAF3-498F-8867-DA7E0055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F9616-3D61-4ED8-81C0-915823B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2009  |  Q12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58367-B0BA-43B1-AE96-85600DC0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95768-B850-4873-B310-5A320E1B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Pterygium.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9C9DC-341D-4AB1-B35C-C772C6E4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52C7C-57CE-4AFA-90E1-7B30C8C6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046C1-28E3-4201-91EC-12DBF628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78075-1F8D-44B7-BBCA-F270938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B5B7D-D4FF-4400-B5C9-6B97FE9A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A0065-5C94-402A-936C-B64234F0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 patient complaining about a triangular patch in the conjunctiva as a sign and marked visual impairment as a symptom. Write in detail about the diagnosis.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C2988-BDA0-4EC1-BA99-AA21185B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4FA94-1149-4A77-BE79-8765731A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403BD-05DF-45F7-81D6-B3C43259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46C4B-CFB5-42F8-90E4-99D62A04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004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E70D8-9760-44F3-9764-8714690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81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B3F1C-844E-4ADA-A2CA-E8F550BD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19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in detail about Pterygium.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3791A-787A-4E01-B50A-4EA6C80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5B623-4667-485D-8049-1A4590E5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D796C-7E50-41FA-9869-23E74A68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44 | Pterygium</a:t>
            </a:r>
          </a:p>
        </p:txBody>
      </p:sp>
    </p:spTree>
    <p:extLst>
      <p:ext uri="{BB962C8B-B14F-4D97-AF65-F5344CB8AC3E}">
        <p14:creationId xmlns:p14="http://schemas.microsoft.com/office/powerpoint/2010/main" val="635388734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952B1-B499-43CE-844D-076AFFA3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D9EF8-C725-4B27-93B0-D55C5433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Syphilis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B2F27-2CB2-47E7-A992-ABE71C3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3 times asked across 1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06457-8EBE-4FBF-ACF7-B01FD85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C11BF-6F62-4D7A-885D-726DF87E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60001-0905-4C8D-8F39-780FA3C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90A4D-ACF5-45DE-9170-FC02E9EA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EEE08-62BA-490E-B28A-4FDA51EE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29F90-ED80-40B4-AFE8-957EDF97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42C47-420C-434D-BB3F-4EEE2E5E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DF922-E3E4-4289-B6A5-B3E6175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3459A-6721-4CB4-AC17-C7F387F9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52998068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A763B-D615-4868-966D-FE0B8E27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45. Syphilis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AD7D0-BE89-403F-A7FE-F7A3ABD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3 times asked | 1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E15B2-225B-41F8-A57A-4AA6255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51FBC-A2D4-4F56-A155-B12101CC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C544E-9AEB-4FC2-8772-4E87885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1354C-FF96-42F0-B33B-168FC45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3979C-3F58-434C-AE8A-48208D7E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E7585-03AF-4579-95AB-2C242D67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1F2CE-5B0F-4902-B7EF-D8681BDF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20C90-ACAF-4216-8EFC-70C174A3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and complication of Syphilis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EADBE-2DC8-41EA-977A-BB48F35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3AFB1-C035-4E9F-BD2C-8CBB5DF2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75AB7-9038-43C7-8C27-F2DC570C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BDF6E-3481-4565-BE68-47D08ABF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255A0-61EC-48FB-B7EC-57624D0A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4C668-4AF7-4479-8326-93C41A7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Syphilitic stigma.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C71B4-D832-45E0-B0BB-D0247BB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AFA11-A36B-4899-BAE2-EEEFCFA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50EA8-9437-43FD-B6DA-DA06F9D7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A849C-3544-40A5-8FEB-4214C852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2019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340FC-795D-46DA-9A80-2C09A9E4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6B182-628C-419E-A233-58FE6091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about Syphilis.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E8A14-21EF-4955-A2D8-AFA63F51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E3FE7-F9E1-4812-8AA4-A4BDC0BD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6FA75-8501-4966-9C50-0991D36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45 | Syphilis</a:t>
            </a:r>
          </a:p>
        </p:txBody>
      </p:sp>
    </p:spTree>
    <p:extLst>
      <p:ext uri="{BB962C8B-B14F-4D97-AF65-F5344CB8AC3E}">
        <p14:creationId xmlns:p14="http://schemas.microsoft.com/office/powerpoint/2010/main" val="149192599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B81E6-AE43-49A9-9E80-AAB726CE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1C48A-9EB7-40C4-AE1A-D16B566A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Tetanus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B5885-4ED9-48C0-AD11-E308CF8C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3 times asked across 0 Write Notes and 3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68FB-F92B-447C-844E-7F29689F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4DD6A-5F17-4E96-BDB5-542DCEB2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AC4E2-8468-4921-B315-B38EFFF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CF739-8CC5-4CD7-A9B8-BD52BF4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F60D3-87F9-4604-9FC6-00D0CAEB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D569E-B70D-4D56-8CB5-8CB4A498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DC219-5CF3-4F18-AFEE-73D84CC5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94B55-7434-43E2-B2F4-EDA94E91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3ADE8-137F-4160-A8A8-9EA0E3DF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3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468566164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6ECAD-E5F8-4EA2-982F-22E98292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46. Tetanus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EC384-9891-491B-9470-95604967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3 times asked | 0 Write Notes | 3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CDB28-935D-410B-9C42-55A09EBA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2D7DF-F167-40B7-82EB-D35A1BD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A1C61-0CA4-4944-9006-687B7067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DF2D1-B77F-410A-8929-EBA8F5B6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05BDA-0F5F-4A60-BE32-00E22DF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5BA8C-4E7A-4B52-985E-1183F45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7BBAA-4908-4ECE-AC17-70BACA4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087B8-7575-400B-832E-5A03CA32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Tetanus causes and its clinical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78187-C7D5-4F07-AA32-8CF79908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EACA4-AE4D-47B5-A491-AAA4334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438D5-A33B-4D0E-99E5-1AD10F6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56C76-0A4B-498B-9A7B-D1E179A0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2015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061FE-9468-4B8A-B9E0-8AC23B95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63ADA-7AAE-44AA-BCB2-430ECCBE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Tetanus causative organism and clinical features.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5E171-070B-4C4E-B600-AA16C7A6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6BDB9-F9D6-47B0-9F23-0D833B6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795C9-D762-43EE-ADBB-1A57EF09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F5C74-A6FF-4505-8CD9-1A538437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480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39A0A-111E-4E75-99EC-909BF2E9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28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A017ED-DEC6-4517-B290-461D704D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Tetanus.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C5AD0F-B767-4598-A351-3DD15B8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0FD40-006A-49CE-BFC5-A99AC4E2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3095A-0243-4140-9761-869F395E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46 | Tetanus</a:t>
            </a:r>
          </a:p>
        </p:txBody>
      </p:sp>
    </p:spTree>
    <p:extLst>
      <p:ext uri="{BB962C8B-B14F-4D97-AF65-F5344CB8AC3E}">
        <p14:creationId xmlns:p14="http://schemas.microsoft.com/office/powerpoint/2010/main" val="1724981578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CC0F9-5ABA-4352-B258-6A547A84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B42F-D9A9-4F25-8C1B-A24568C3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Iritis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A2B35-1136-4989-AF2C-C0CADC8F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2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29D33D-C3C8-4CD1-99D3-EF2A24C5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D20D4-432F-47C9-9E22-94E6937E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9D1BA-5854-4C80-AF8A-4A69B4C0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B3573-CF2D-4166-83C0-B411F704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AA896-3A00-4F4B-A625-C29521EA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0EF25-B5DF-4CB2-87C3-5C3668B8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6358A-386F-46A1-BAE2-9387899B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2764F-41BF-42AF-BC16-22613EE1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B83BA-F30C-45DD-AF52-319BEE2F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0808182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FA1B5-D1F7-402D-AE1D-2B986E7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47. Iritis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822CD-7587-47A0-BC1A-C25D8C81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2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97237-D948-48BB-9923-3C6367D3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EB3E1-89B5-4844-89B1-76E8E0BA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D33C-4E45-4392-BC68-CCD0E0C0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B4CE5-C432-4369-9063-2A08D31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9A0F8-F654-4647-8318-1830A72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93EA0-B57E-41A6-8D74-C969C727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00601-8AA9-4FB0-986B-250150C5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A1DA7-DD5D-4AF1-AE57-E020FAC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Iritis.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B9F4F-2AA5-4979-B3BE-5A365D80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F438A-52E1-47E4-8BE7-E23E3DE0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C90DE-884A-4ACE-8266-E9FE0A48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71D32-54A5-4D29-B541-60EEC85F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040BA-8C0F-4FAB-BADA-415DC56F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735B2-259C-4B4A-A240-F40B4867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Iritis.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F412C-40AA-408D-82CA-C1AB3021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403C4-9BF8-4D19-9135-ECB8AC5F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304D5-1D86-4842-A34B-DFEAC9A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47 | Iritis</a:t>
            </a:r>
          </a:p>
        </p:txBody>
      </p:sp>
    </p:spTree>
    <p:extLst>
      <p:ext uri="{BB962C8B-B14F-4D97-AF65-F5344CB8AC3E}">
        <p14:creationId xmlns:p14="http://schemas.microsoft.com/office/powerpoint/2010/main" val="166925261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0454-C963-4D81-A348-2BA8FC35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B450A-2A4A-48F1-8BD5-E339E63D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Metabolic and acid-base disorders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AC4BB-A784-48E5-B19B-BA38D48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1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F1135-EAAD-4137-B15C-34A1F6E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24018-7AB2-496C-9355-3D276E99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D2F2D-9598-4588-93FC-DD7147B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5B514-1C1C-46C2-BD25-12189F8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835B0-5479-4DE0-A9F9-F855108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DE78B-28F6-4C43-9DAF-ACAE4608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6F393-D153-40EE-AEF9-7EFDFD16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678AE-B6D6-4724-AC08-E476407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E4651-821B-4D0C-B8A4-1EA3A35B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672627212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66786-5F6B-4C5C-92DF-0D42804E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48. Metabolic and acid-base disorders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52C60-1AE3-4889-B0E7-1830CC7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1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4A057-698D-44FF-B8D8-CB60714F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B85C-E189-483B-B09E-BF2546F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F4C8D-9181-4AF2-9734-9766AF29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C78E2-EC9D-40C9-95CC-15434E57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4EBED-C7FB-4F72-90C8-005BC659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208F1-8B96-46A4-9853-DD7F274C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998CC-2D86-415A-83F1-ED91121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81E98-928C-43FB-98E0-5340E4AF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Causes of Hypocalcaemia.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E7FB6-EAE6-44B1-ABEA-151A32B7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A6294-DE05-467E-AD27-248FE3BD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E25F3-88EA-4F3F-AA92-20BE49BF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405B1-E7CC-42E4-BB52-917067F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E98AB-5AC7-4365-952B-821859C3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93DFB-1C4B-4EE0-A534-753120D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Metabolic Acidosis.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96B1F-DABE-4234-A2CF-A9D8FB14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5B665F-79C5-4E7C-9EFD-E0338DFC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88B56-0238-4E09-B5DC-D0F456FF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48 | Metabolic and acid-base disorders</a:t>
            </a:r>
          </a:p>
        </p:txBody>
      </p:sp>
    </p:spTree>
    <p:extLst>
      <p:ext uri="{BB962C8B-B14F-4D97-AF65-F5344CB8AC3E}">
        <p14:creationId xmlns:p14="http://schemas.microsoft.com/office/powerpoint/2010/main" val="855912551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37837-DE2F-49ED-9686-E3741A1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49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FCDAD-0474-439E-9F98-4CC58E46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Paget disease and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55CA9-E673-4008-AD8E-0CC78A6F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1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F2DA5-DCA3-4DA4-84C8-8D0BD42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42F3F-0E3D-4402-AEE6-8233D2D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6AAFE-F44A-4B4F-AC16-B2739448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958D4-0DF4-45D9-8907-FA3ACEF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3609E-0EFB-4041-AD7D-9E0E9E2E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DC19C-2D78-412B-A887-9A553EC7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E82D7-DEF6-40B7-B9F6-3ED1C9E9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EFC35-678B-4539-B9A2-4B746637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04281-FE8A-471A-A91F-D66BCF4E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353605631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30F6D-644D-4E74-95A8-D1869FA9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49. Paget disease and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BA4D4-B1C1-4C10-875B-EE6B995B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1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9A00D-440D-4958-A38B-A4EAD752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EC7E6-14E5-4DFC-A710-16C73412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D4A32-3A04-439C-8476-56A9401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69B8D-08CC-4FAE-B8C4-05C53E5D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C3D3B-16AE-41A2-905E-DE71BAF7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0123C-E1C2-4EB5-99E6-1D4AC0B0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6F4ED-CB74-4540-AD06-172F4E0B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5DD68-CD65-4F88-A15F-76CA09C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Paget's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9982-C568-4482-BF0A-B7F8A98C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508D2-7932-40B8-A269-0D44C891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D1CD9-7A7F-446E-A6BF-AF46DC3B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2F646-F770-40B5-990D-0139713E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33AA7-9A24-44F9-88E9-2BDCD2D1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496A9-19F9-482C-BB86-D3827EC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Paget's disease.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ECAF0-0056-4E6C-9B6E-ED50B09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783DC-C7FF-46F7-8E3D-899F7B81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89D2E-4D69-4F54-A2A4-7A46A40F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49 | Paget disease and test</a:t>
            </a:r>
          </a:p>
        </p:txBody>
      </p:sp>
    </p:spTree>
    <p:extLst>
      <p:ext uri="{BB962C8B-B14F-4D97-AF65-F5344CB8AC3E}">
        <p14:creationId xmlns:p14="http://schemas.microsoft.com/office/powerpoint/2010/main" val="1351232101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0A255-DF45-43B5-B085-AE1D3C22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94BF2-0CD9-49A8-8856-942BA07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Pleural effusion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E5D4D-9F09-4CC2-B638-A942A1F0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2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D71C7-4D77-4686-B543-4CC888C2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C82CC-B9FF-411D-BF6C-490547A5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45D80-40AE-4E4E-8DCF-BEB1A9A7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370DA-5A2B-41E5-957D-1BFE219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75784-2954-4A1B-BE80-88932A1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7F72B-B061-4E85-825F-9EE5213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30D83-50B8-4CBA-ADC6-402A499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5A625-C9FC-453E-B90B-C850BFD3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9DA8F-B2EB-45F6-9B40-C79164FA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713742539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87A52-62AB-4F71-A3A4-D410706F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50. Pleural effusion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D7F3F-8F8A-4598-ACCE-005DE80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2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222F0-371B-467D-B812-A5EB2F5C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033B7-3C5A-40BE-B2E5-E456731D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2FDB9-BA4B-4753-9A12-06F07D2F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4BCE6-9353-433E-B603-9C56949E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5DB5E-E320-494C-864C-B7E4AD1E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1A364-8FA4-43B0-AEC3-B4C7131C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2014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7AD14-0F96-4D23-9F7E-8B8F9649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1524F-9563-421B-B501-4A4F7209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Pleural effusion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1E430-0433-4748-A89E-B6DE478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8CE0-EA36-496F-AA00-B771483D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61643-5679-4E58-B972-581E6EAD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D9A92-7367-458E-8D9A-C6936653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2022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9B7DE-1867-4E28-BED8-F2F5E75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18DAF-FB6B-4E00-AA82-78546B7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Pleural effusion.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1647B-4D40-4165-B51F-F1079936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26A9C-3935-46C8-BF23-5450009C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9B1E1-A82D-4E0F-8414-DF7746E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50 | Pleural effusion</a:t>
            </a:r>
          </a:p>
        </p:txBody>
      </p:sp>
    </p:spTree>
    <p:extLst>
      <p:ext uri="{BB962C8B-B14F-4D97-AF65-F5344CB8AC3E}">
        <p14:creationId xmlns:p14="http://schemas.microsoft.com/office/powerpoint/2010/main" val="158249723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E98A4-7893-4409-A3F2-62E380EA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87C511-9776-4415-9837-A94D117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Salivary and dental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05AF7-A15E-4DFE-AD53-DE42BE70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1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F019D-58DF-448D-8F39-BD7C666E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C0C82-45E0-435B-A42C-98A2B6ED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76934-FFD9-4653-B974-62A256F3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18B6E-FB6F-48EF-BADD-0032E1F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68E41-B162-45E2-8D20-CD583224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F039D-7FAF-45EE-96AF-E894A753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2B510-7C6E-48B5-BA63-144D9346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AC806-080E-4793-AB82-01AA6A4D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353DF-EDAA-48B8-B7F7-756F2648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47682401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95271-BF53-4AF7-A9E1-80A9A5E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51. Salivary and dental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76257-041F-4434-B2ED-4CC1B6A3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1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9DE35-2CCC-405D-8982-328910C8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28C28-F5D6-4739-9423-ACAC6A7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5D10E-88AC-4419-9D92-768BA4DF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44939-5E4F-4CE8-888C-EE7A744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DF4CE-DF5D-4DC2-A073-6C430954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89FF3-F185-41FE-8F45-3B36E6B3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04898-C3ED-45F2-918F-114CFD67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F80BD-8B3D-4B89-A3B5-58F76DA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Virchow's nodes.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21FD4-5B16-40B7-9517-BDC2542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BF0B9-EC13-46A7-88C5-0473CEC6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C00B9-76B5-49AB-B4DC-555D17FD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28A17-532F-4C20-BC4F-2559FE97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2008  |  Q4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3484F-A407-47BB-A7CF-B9EA8155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80585-C244-44CA-816D-E870B511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Salivary calculus.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D7492-41D6-4478-8703-6E4905DE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7AB19-A579-46E3-AA65-EEEC113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F205C-BC34-42C6-94AE-04656D2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51 | Salivary and dental conditions</a:t>
            </a:r>
          </a:p>
        </p:txBody>
      </p:sp>
    </p:spTree>
    <p:extLst>
      <p:ext uri="{BB962C8B-B14F-4D97-AF65-F5344CB8AC3E}">
        <p14:creationId xmlns:p14="http://schemas.microsoft.com/office/powerpoint/2010/main" val="1896622670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DFBB21-911B-46EE-9995-05CAFA5F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A75D6-110E-4726-92C2-A9AA9B2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Staphyloma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AFEA1-3050-41E6-AE7D-1CF950E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0 Write Notes and 2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6E5B6-525A-4789-99BF-E5215B80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A0E69-3022-4506-ABE1-5D4555C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2FCF6-9ABA-426E-B509-10FDD387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BD7AC-CCB8-482A-BBCB-F28874F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848DA-51E1-4971-806E-8EF934E1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20639-A00C-480F-B47F-9FEBC2C6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2F85B-17CF-4726-9234-5BD4178E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43E6E-9763-4573-B247-CC58D5AE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06E0C-6EC9-4BF8-8F60-D4F18AC2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289008849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7DDA54-E3F4-4DBF-8B69-49C7A0C5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52. Staphyloma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AC7F4-B734-4AAA-8737-2412FE4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0 Write Notes | 2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4ADF0-5BFE-4659-BEEB-23E04A0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BEFC4-D6D1-40A5-BBB5-014A9B08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29BBE-56FD-48C6-A52E-B5AB0777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01F04-39AE-442B-9F77-CCA6A92C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CF462-4AFB-48B7-A2F8-2C50378B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003DE-628F-4DA9-AEC1-169D8B3C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2009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8F340-02E8-47EC-9A70-FA84359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498F6-632E-469D-82CC-71EF7987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Staphyloma.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467DF-FA2C-4544-A565-951E3A21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ECECA-3F55-4AAB-B30C-026B089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A2663-41EE-4983-9979-7D86E7C3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C3C01-6A9F-4C2B-B7AD-2C9FC5E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2012  |  Q10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7CEC2-4229-4A35-ADA3-FEE8830A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F1634-DC74-4B95-98FE-84A01B41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Staphyloma.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D0512-4AC9-4479-B738-5AD885FA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6EE98-DF20-426B-9B1D-F997C212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0D9D4-827C-4A28-B400-B2394CD2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52 | Staphyloma</a:t>
            </a:r>
          </a:p>
        </p:txBody>
      </p:sp>
    </p:spTree>
    <p:extLst>
      <p:ext uri="{BB962C8B-B14F-4D97-AF65-F5344CB8AC3E}">
        <p14:creationId xmlns:p14="http://schemas.microsoft.com/office/powerpoint/2010/main" val="972058035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DF25D-B911-4F3B-88D8-57E96698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D8D71-BDCB-4EF3-BD77-F1A78083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Trachoma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01203-C3D3-4EF1-9AA7-889F03C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2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414AE-2760-41B4-906B-ABFF5C8A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7E109-E5B4-40A6-A912-A1698D85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533AD-873D-4F3A-B64E-97783FA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8F67F-7519-4829-8F3E-FBD73C5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82939-9C74-447A-BF9C-F1F46C8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7D991-57A3-441F-BB8A-9246004C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11DCD-DFE5-4625-A430-F565363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76907-026E-4D51-91D8-DA23726A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413F4-708F-4CDB-9061-262B501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985859516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2F990-F07E-4B59-B4B1-42DEC3D6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53. Trachoma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01046-FA9C-456A-8E0D-346981F2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2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6296A-D55E-4AEE-AF8C-6637F689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D1317-0365-490D-B10F-80410EB3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88D34-4690-4B3E-8CFA-54264A7E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6980D-BDFD-4E6C-90EA-F95A4A1C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D293B-5C0B-42BA-AC4C-2F41294A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DCE66-8171-4566-A344-D1E9DF97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2018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F0AC3-6C9B-47CD-926F-56C26D4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EB5EE-AF8C-4BDF-9474-2D417BF0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Trachoma.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7357B-F0A1-4929-92C4-CACD2B9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2D188-86EA-48A5-AD41-4CAE9058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B16A1-4C03-4A91-8DFC-F49DE54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F2479-C381-4A2D-939A-BA4845B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AD8BD-23AE-48DF-A67D-D756B11D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546FD-CFE2-40FC-80E3-AC5662A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Trachoma.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703FB-EF07-4521-A6A9-2E9980AA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396AB-170E-4CA1-8CD7-FDD32C5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DF67A-6163-4E9B-86D1-68F46B81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53 | Trachoma</a:t>
            </a:r>
          </a:p>
        </p:txBody>
      </p:sp>
    </p:spTree>
    <p:extLst>
      <p:ext uri="{BB962C8B-B14F-4D97-AF65-F5344CB8AC3E}">
        <p14:creationId xmlns:p14="http://schemas.microsoft.com/office/powerpoint/2010/main" val="72563424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03C55-CE64-48BC-A904-70E81E8B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1D3BA-AC22-4105-A467-743C7350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Warts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7E3F4-137C-4390-925B-345458A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2 times asked across 1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7B5A4-27B8-4F12-9A55-9EBA46E9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A4CD0-3C8B-4FC6-BC2B-0CDEEC5C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CECC9-77B9-4F5A-A363-BC8B3FA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FA823-99F6-449E-9FA8-6BB8E9C1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E4D58-CBC8-4A46-9153-83F7E77E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10D31-E2B2-4943-8931-55E3D796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51B01-B363-4CEF-A760-7B14F8B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83945-8468-49F6-B7A5-DF1B181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E0987-FD74-4ADD-80F0-C5FC089A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2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732408813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3547E-94D0-4C2E-8956-99CC0DB6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54. Warts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B8558-FC50-4AAC-A2E6-10BBF6B3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2 times asked | 1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B0AAC-0C1C-4EFA-83BA-5324A4BF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6DAC5-A29A-49C6-BA89-C8E7727E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7D270-CC51-43F6-9C59-AB10D41E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4154C-5F3B-4C06-B3F1-EB62047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37780-E090-4BAA-BDE2-C65C691A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581F4-B0FA-47FE-A8B3-777D120B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EC2AB-19B8-4F84-B3FC-41DF6BDB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AC0E5-6BA1-4D63-8FF6-24D802FB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Warts.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9638D-C787-469E-94DA-8776F9E0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0B8AF-D65B-4DD0-99DC-48F3052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9D1EE-3459-4F26-AF56-E822C7DF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B98B8-2B3D-420A-8AA3-49DE3E3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79981-2647-49E8-999B-DD82603C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90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02D96-014E-41F7-AABA-0273BEA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28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Warts.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BD891-265A-44B0-8398-3ADE9B6A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4FEDE-F5C8-44FC-8220-30866C40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B2627-EF66-4250-9047-538ADA5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54 | Warts</a:t>
            </a:r>
          </a:p>
        </p:txBody>
      </p:sp>
    </p:spTree>
    <p:extLst>
      <p:ext uri="{BB962C8B-B14F-4D97-AF65-F5344CB8AC3E}">
        <p14:creationId xmlns:p14="http://schemas.microsoft.com/office/powerpoint/2010/main" val="780610140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02387-D0C6-41FB-A493-F3D0C02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5E33C-1270-4807-A8F7-851CE5F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Differential diagnosis of blindness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538FE-383C-46A5-AAB6-98400A2F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1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453B7-CCBF-42D6-A335-963AC25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D275F-F554-4052-9A71-6A5C659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D4452-3B70-42E2-B93A-43D642EA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6837C-5C93-4F30-84E0-09E2F994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10C9-7A0F-40F3-A3ED-2CC29A77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D01D5-B913-45B3-BC1E-BA4781F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A10B4-F0C6-4C13-AF5A-9E71F9F5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0F2BE-A794-447E-9FD0-D5EB6FD0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68538-5B01-49D2-AA84-164C96F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896187879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B051E3-3489-496C-BFE5-CE1CE4A6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55. Differential diagnosis of blindness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45DFA-957A-470C-8723-6D37617D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1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6A603-B7BE-4EA3-9BDC-821A6BE2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861C2-73A1-4DF0-8E4B-D93B3B3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92555-563D-421B-99C9-BA2D2D1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35F82-1D93-444C-AB1A-DE5D3B0B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48FAD-C21D-48B5-BCA1-DB7752D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8C50-F240-452F-9896-45D781C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2014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A9758-2AC1-45C6-998D-83BA617E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5A3D5-7C49-4EBD-AD37-00D275D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Differential diagnosis of blindness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CA4B3-B921-42E4-839E-12857CD3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AF901-72CF-49A3-94BE-1267219B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E5C37-138E-4133-A215-F7472D4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55 | Differential diagnosis of blindness</a:t>
            </a:r>
          </a:p>
        </p:txBody>
      </p:sp>
    </p:spTree>
    <p:extLst>
      <p:ext uri="{BB962C8B-B14F-4D97-AF65-F5344CB8AC3E}">
        <p14:creationId xmlns:p14="http://schemas.microsoft.com/office/powerpoint/2010/main" val="1158594868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7029F-6088-45CE-AD8C-1D26C6C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4E943-2A22-4717-B228-DAB0BEF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Explain dysphagia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EE4BD-794D-45A0-9EAF-9B9D578C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1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4EDBC-1443-4617-80B7-14C440F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3C81A-E655-4303-9C32-423DA005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1364A-8C1D-4033-B011-4B2BCA59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9164F-1BAB-41AF-8842-B605880E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CA895-2299-4246-9AF3-0AF5022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EB149-9F14-4421-B0A6-9D2E1E12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86DAC-B537-4171-B2A2-514899C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98FCF-6DFA-4EBE-A70D-9F7B9805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03ACA-2CE4-48CD-9171-84644998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992497949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08F57A-9D18-43EC-8992-192D3DDF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56. Explain dysphagia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8B91A-B8AF-40D6-ADC0-962B02D5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1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91E55-B687-40A5-B995-85C68661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F2879-6C59-418E-B838-95E4512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99B45-E271-4E82-BBCB-E7F26641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9B554-9127-4C2E-9DDD-386C0AF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155D5-E35F-4E41-A8D4-C48D4E9E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E90AC-3624-4B60-84F6-D13E64A9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8E7A6-4388-43F0-AC71-CD505D5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B6469-F540-42E5-B004-137575B1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Explain dysphagia.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D8CD3-DD26-429B-ABC8-4252830B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30BBA-5DC2-4FDA-A7BA-8B810B03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B2B96-5FFE-4450-8CBE-30159D9B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56 | Explain dysphagia</a:t>
            </a:r>
          </a:p>
        </p:txBody>
      </p:sp>
    </p:spTree>
    <p:extLst>
      <p:ext uri="{BB962C8B-B14F-4D97-AF65-F5344CB8AC3E}">
        <p14:creationId xmlns:p14="http://schemas.microsoft.com/office/powerpoint/2010/main" val="1769211437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43B002-B1FC-448E-BFE6-43AC15F2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E2C09-5253-4C42-ACA1-46502374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Fick's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188D1-D958-4A3D-A056-DAB66F6F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EE47F-E10F-4192-A603-57765617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BAA4-20F8-480B-AD2B-1C60609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4D9F3-F2D9-4941-BA00-39DE0EDD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74445-68F7-4F0E-AFE3-204D086A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7B7EC-324F-49F2-B53B-19723F7A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F1025-0A68-4ED1-A0AB-B09D5D5D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A6B1A-F713-4478-9958-807DF921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702C4-8AA8-4908-9FF9-EE75BF30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C4D15-97C5-4854-A6E8-A5A441EE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58699822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0A86A-8359-4BD8-9EB0-147E28B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57. Fick's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E66A0-F9C1-4738-8947-D0DA78AC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F779-9E0A-4998-8548-0EF8B62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BA8B3-8209-4ABB-8DE5-C37109A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1A60E-D938-4191-9011-C3C9E625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B8B84-F0D0-40F5-9E57-D8052831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0EACE-6760-42E0-A05F-91EFB071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30F02-29DF-45DD-9FA5-C1B0E9D1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2017  |  Q3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BBAB3-B8C2-450A-AFC9-47FA2CE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36807-2561-4F5C-8D1B-111D889C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Fick's principle.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29BF7-0BA6-46C3-A4E7-9EE5C68E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AC471-92E7-4D97-B893-1FDB65AC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F6B64B-8507-491A-B335-E7A727F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57 | Fick's principle</a:t>
            </a:r>
          </a:p>
        </p:txBody>
      </p:sp>
    </p:spTree>
    <p:extLst>
      <p:ext uri="{BB962C8B-B14F-4D97-AF65-F5344CB8AC3E}">
        <p14:creationId xmlns:p14="http://schemas.microsoft.com/office/powerpoint/2010/main" val="2106573986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934FA-156B-4745-AE58-FB9C4F41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FB357-CA5E-4201-B30B-79F85E9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Heterophoria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1F9C8-E8B2-47AC-AB43-3A975D2C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1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E7382-2043-461B-B8E0-97428059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A3686-1C75-49F8-BF96-C788F869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781ED-C954-4C7D-B844-D5CB8A81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FE618-51B1-4E71-85AA-577F4BC0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C21B6-6C13-4E08-A0B7-2CCF7D6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A3FE-9FF3-4BCC-8BE4-C144926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F8B4A-6FB9-4D55-B1E0-0D54140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DF41D-6F1A-448E-AB3C-56F7BE62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06E64-E111-4CCB-98EC-609F4707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957971607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FB14D9-7155-4CE7-8E42-652C8868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58. Heterophoria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DCBDF-6027-4A1E-828F-ABA6BE0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1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04650-E6A6-4CB9-9CD9-31011F9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BAD4D-EBD6-4B1F-BE6E-1B6954B9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06780-6051-4EF3-8D2B-AD888F5A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13261-BC14-48BA-8F14-DCDC6489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930B3-36EA-41F7-AA41-3FEE4DBE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6C544-86C5-4272-8C4F-516E6340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D5DEC-6176-41C8-B461-E52F6BBC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9F33D-417F-4185-B454-85F799C0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Heterophoria.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37255-E086-4712-AD9D-A3666B42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C460-3C9C-4B9A-BE07-61098A2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37F92-644C-4A98-9716-9CE5BC8C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58 | Heterophoria</a:t>
            </a:r>
          </a:p>
        </p:txBody>
      </p:sp>
    </p:spTree>
    <p:extLst>
      <p:ext uri="{BB962C8B-B14F-4D97-AF65-F5344CB8AC3E}">
        <p14:creationId xmlns:p14="http://schemas.microsoft.com/office/powerpoint/2010/main" val="843713142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78297-4AD5-4AAE-9C7F-6D52EAE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28E85-D9F1-429D-8282-532E8201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Isograft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B1E2D-87D9-4A87-930C-DB327A96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31251-5474-4402-99D4-FBAE677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9D33E-240B-40EE-87DF-AD95645C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2777C-27C0-4B1D-A699-EDDFDE51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ED73F-0107-4977-A2C8-C5EDFBF2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64D12-E5B5-4E85-B488-F255E62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DDD02-DF13-4ADD-B51D-7A6E203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7E7B8-7326-4401-91DF-4B2E8F88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25116-1C7F-43D1-8E5B-6CAF5545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0EDC5-3C84-4B04-A8A6-766D017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228455966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B8BA86-9A00-47D8-9D53-B8A89A4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59. Isograft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845C0-8D11-489E-8380-4D984B94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8B44C-C61A-4144-AABB-FBA04717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E794-903D-4D4B-B63C-B47AFD47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92976-780B-4F82-8ADD-CD4525A1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79DAD-8E86-4DCF-B95A-325FCBCE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26100-B52C-46DE-B042-F0D1E87C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4CF9C-9719-4F33-90F8-896786B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2018  |  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542A4-82E4-4D2D-BC89-274E4C1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A3034-5DA7-4D08-941E-E90AF88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Isograft.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EDCCC-3930-4E1D-B551-4CD3FE61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90585-F4CE-4C1E-AB67-30DD6230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D9523-0BB3-44BC-AF8C-868FBA1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59 | Isograft</a:t>
            </a:r>
          </a:p>
        </p:txBody>
      </p:sp>
    </p:spTree>
    <p:extLst>
      <p:ext uri="{BB962C8B-B14F-4D97-AF65-F5344CB8AC3E}">
        <p14:creationId xmlns:p14="http://schemas.microsoft.com/office/powerpoint/2010/main" val="2002631703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F0056-770D-4BAC-8F5E-4DEB0C6B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C2855-B853-4574-800C-883854D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Leucoplakia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B05A7-C1FC-432D-AB17-5D130C7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B4EA2-D184-4A3D-BAF4-DF5D066E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DE8C-6E75-4F78-AC75-0AC5708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AF830-8B82-4C98-8E15-7F78107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CCC4E-11E4-4E22-B923-504481B9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F124E-5EB2-4C34-8316-91FA1581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8CA08-741C-4AB4-AEDC-8B4EF13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7D1D4-82CD-4BF3-A30C-DF3C175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02A9B-E03A-4777-8983-0FF05D0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A9DA0-17BB-4F4B-9BC1-3DCFA39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364245213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8CB90A-DD32-4085-9705-910FA47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60. Leucoplakia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21ECD-5E2B-446E-A961-889C6C8B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A15C-FF48-4AC9-B186-57098C50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923E8-C3A5-4E2B-84CD-122402D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8BC2C-478D-499F-8C17-DC8D9900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ABA93-9724-4022-A7ED-0366B3BC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57390-5186-43F3-8077-47ABD33B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D0E6B-6F85-4C8E-BE2C-F2865158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2016  |  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ADEEB-4693-408C-AA8F-931C3D38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707EB-1F6F-4905-B5BB-8F55949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Leucoplakia.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A75E2-EF00-40E1-A52C-BAC46FC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960FD-0F24-41E4-90ED-B075E20C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5B6AC-BA71-4257-9810-9AC3E5E6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60 | Leucoplakia</a:t>
            </a:r>
          </a:p>
        </p:txBody>
      </p:sp>
    </p:spTree>
    <p:extLst>
      <p:ext uri="{BB962C8B-B14F-4D97-AF65-F5344CB8AC3E}">
        <p14:creationId xmlns:p14="http://schemas.microsoft.com/office/powerpoint/2010/main" val="1787790744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5E0EC-7436-4E4D-AECA-4BE356F9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3C626-637C-484D-A7D9-FEBCF655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Madura foot / mycetoma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2A189-8329-4A7A-BD53-07A4B36C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1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0D709-2B76-455C-9D05-FA4376A2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FE047-380E-4883-8ACA-982FED1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76939-9F4A-4AC8-B5AE-8688DC5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49D8A-BC9D-4533-8A4B-55D92C6F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FF37C-778E-46A1-83B4-978E0D7A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E0B77-A855-47B8-A430-C2AF956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3C68BE-25BA-4DA1-AF4B-D27D14CF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CE40C-63CB-45A2-8691-82B465C7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DB9CB-5837-4B67-AF8B-8316B88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763115308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EA20A-3234-4D5D-BACF-762D2169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61. Madura foot / mycetoma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38150-8F23-4E52-AE29-70B93745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1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44F4B-5A5F-479A-BD5F-E2FE95D8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4DB19-6511-44D8-9E76-3AE0CD9D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6316D-373F-4B63-9563-97918AD5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4A3FC-1195-4DDC-9153-1276AEC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8CCD7-99BC-4BFD-9C7D-74D9471B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7D3B0-94E9-4733-B076-5539AF7F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2010  |  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A505D-E880-48A7-9C1D-E8200DA4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D81ED-7B3C-4805-BC4F-FA9270B7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Write the cause, pathogenesis, differential diagnosis and investigation of madura foot.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E209-3A11-4FCA-ACE8-9A6C7E7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7AE07-E475-466A-80BE-CEB68727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69994-619E-40ED-919E-DA131EC9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61 | Madura foot / mycetoma</a:t>
            </a:r>
          </a:p>
        </p:txBody>
      </p:sp>
    </p:spTree>
    <p:extLst>
      <p:ext uri="{BB962C8B-B14F-4D97-AF65-F5344CB8AC3E}">
        <p14:creationId xmlns:p14="http://schemas.microsoft.com/office/powerpoint/2010/main" val="631464900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9BAC86-7A3E-4485-8625-98A25E7B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DF869-8914-419C-8C7A-BFF6A9AB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Papillitis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27D76-C055-4471-938F-5B14960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1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774B6-6AFD-4602-8859-D14051FE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CEC6B-4751-4307-A1B9-62883A26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436C5-327D-4262-B85B-D6E76860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DAE86-8A0A-4ADB-8803-1A42F5C2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918BB-4E18-4040-8F19-0826B46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79DBC-1E02-459D-AE7D-A53B61C0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0DC1D-8D75-4C82-B2B2-503E1665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1DFA9-5609-45DC-AACB-2D51E45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E9FBA-49A6-4D01-858F-A09EB7C3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425424930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78BF0-D540-42B3-BE40-732C9E1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62. Papillitis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AE411-1E96-4A12-AB86-C4782CE2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1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655A2-2054-446F-9AC4-1E28A107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02DB3-1B71-479C-8A1B-07B434AD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B776B-D38A-416B-9A70-1453DEA0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0E278-44E6-4381-AE72-A19194D1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911DA-9A06-441E-AF04-7CCE724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19261-CDB6-40D4-880E-7F5BECBB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2017  |  Q5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0C086-9311-488A-ABF5-EE09CEF6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72E4-C0E2-4966-AE6E-123268D2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Papillitis.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FCA06-BAAE-4DCA-9E49-619CB5E6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0AFB7-A4E3-405F-87FC-F0F02CF3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6F7C7-26CC-49DC-ADF9-D3DA9A14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62 | Papillitis</a:t>
            </a:r>
          </a:p>
        </p:txBody>
      </p:sp>
    </p:spTree>
    <p:extLst>
      <p:ext uri="{BB962C8B-B14F-4D97-AF65-F5344CB8AC3E}">
        <p14:creationId xmlns:p14="http://schemas.microsoft.com/office/powerpoint/2010/main" val="1487927239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DB744-6FA0-4B2C-A880-7AADC62B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D5377-22CE-4405-A9BD-ED89E024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Phthisis Bulbi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0606A-0491-45D2-AD74-0DBAA826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7BB8-C1E1-4564-9409-30D6E54C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0F59B-E3BB-45C4-9D92-965269F3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DDA88-D59F-4D77-97B7-544C07F3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14E0C-50C7-49A1-B0C1-895475FA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2DB17-428F-4649-94ED-BACE79A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AF7E7-99D7-4F4D-A58C-B058B72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C7BF-5D7D-4C10-89AB-160DCAB0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A86DA-730F-4771-9855-1DF7796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DAF52-CD2B-4081-91B5-C9CA0B5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961833712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8213B-A567-4955-BD56-A27294C8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63. Phthisis Bulbi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DBBC3-244E-4030-9A9A-F66FD649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1A03-6BC5-4AF9-835C-35030244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9DE70-182B-4A29-9256-F9BEC477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22366-1A1E-4B37-94C7-EAE61327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910C7-FC0F-46F9-BADA-FA660B87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D9FFF-4940-4D56-83D8-578ACACE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1ECB5-675F-4562-9CD8-9C1611CF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2020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7FFE4-987A-43F1-B682-1B73D9EC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4A06-14D3-43CF-AA17-8528656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Phthisis Bulbi.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A98B4-EFF0-4744-B40F-010577C9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2B7E89-A61F-4142-8A2C-B07963B9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7235B-DB00-4E05-BE59-62051C3D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63 | Phthisis Bulbi</a:t>
            </a:r>
          </a:p>
        </p:txBody>
      </p:sp>
    </p:spTree>
    <p:extLst>
      <p:ext uri="{BB962C8B-B14F-4D97-AF65-F5344CB8AC3E}">
        <p14:creationId xmlns:p14="http://schemas.microsoft.com/office/powerpoint/2010/main" val="932144556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C7F0C1-29B9-44B6-BE30-70E06BFB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37EE3-E21D-4DAE-8035-6F8CFD4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Slip 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90D1F-FEB8-42FD-9770-6760554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9D0F-006A-4CC7-9415-13794E79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009E3-F787-468C-A919-F5BF6992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9D4DB-D5B6-4157-8E45-78E4B201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F0A29-E7AB-4789-90AF-B55E29A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705BD-38E9-43B6-887A-2E34F80A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C99D4-6147-4671-8E08-A4164244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60407-612D-4F44-A318-D6376D0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94E1B-B35D-4E09-84D4-AB6CBC50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7DE82-78D5-4D04-B3AE-38D3B1D5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990299755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6CFF9-CACA-4C8B-B551-679A66BC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64. Slip 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87E8B-EFF2-4C65-BBDB-E4593D4B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C30B9-7D56-4008-A44C-3CB7D83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B238F-C17E-4110-98D9-14FD61B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A6771-9FE4-43E0-9E98-65A2B1AF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AE70C-BD4D-401C-BEB7-BF269C74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37FDF-743C-4326-945B-E2D6E5B7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F3D67-4060-4DBB-B53A-DC5DA7B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MAR 2021  |  Q10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313F0-1241-488C-B102-2E1B9B69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B9C13-6888-483A-B05D-3E4EDE85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Slip 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A2A0F-6E45-43F1-9242-2AE82101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B2824-0A0F-45A3-91FA-7A24E40B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52B16-1305-4439-8C56-8DD3FA4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64 | Slip sign</a:t>
            </a:r>
          </a:p>
        </p:txBody>
      </p:sp>
    </p:spTree>
    <p:extLst>
      <p:ext uri="{BB962C8B-B14F-4D97-AF65-F5344CB8AC3E}">
        <p14:creationId xmlns:p14="http://schemas.microsoft.com/office/powerpoint/2010/main" val="482736160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FB2D3-CE79-4CBC-9ACD-6A7B79C6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83DC0-2903-4B87-A0E0-CAD5B276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Vitamin A Deficiency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2BCE4-F35A-48F4-B099-E4AF4E31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1 Write Notes and 0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EFDC9-85FB-4B40-929A-71732CC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C4B10-1E8D-4783-A3EB-8E6D142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29B68-06AD-4C08-B2FE-B63EC54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BC08-A2C3-4F38-8794-35AFCF22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69627-9264-4FE8-AD6F-C1771441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308FD-B38A-4983-8FA6-ABE58171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18B7F-B7F9-4EFF-8B16-DC83C34B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6E561-347A-4747-A5AC-10E5ACAF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D8079-E0AE-443A-BA8A-944B889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045416498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F9562-F3BB-4F34-B2AA-D37345A0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65. Vitamin A Deficiency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4E7C3-60DE-48EF-8251-730CE4D6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1 Write Notes | 0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A81A1-68BE-495E-9138-08D65715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F9975-EF8D-4BC0-A721-CC4535D0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1B769-57B0-4318-BAEA-324ED8E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CC0F8-46AC-4B4C-9807-0BDC7BB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D75B8-BEC0-4C30-BF3D-2424677B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7C524-5A91-442B-985A-C0822FF2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AUG 2010  |  Q6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80C45-2106-41B9-A3DF-7EBF3B91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56466-81CB-4729-819E-3BBCF34E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Vitamin A Deficiency.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D608A-DFE3-4784-A69B-CEF63582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F434B-781E-4201-A868-95676EED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A25C6-8166-431E-9BB1-DBA32EF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65 | Vitamin A Deficiency</a:t>
            </a:r>
          </a:p>
        </p:txBody>
      </p:sp>
    </p:spTree>
    <p:extLst>
      <p:ext uri="{BB962C8B-B14F-4D97-AF65-F5344CB8AC3E}">
        <p14:creationId xmlns:p14="http://schemas.microsoft.com/office/powerpoint/2010/main" val="352138860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39E40D-ACAF-47FD-A2B1-96BAB769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E1C31-DBD3-4816-A5B2-290FF03D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What is a macule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0E8EE-81B0-4F67-8734-7D7F3FC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60916-94E9-4D78-BAB9-94A626E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4FA5-4D20-40FF-A819-375D73EE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6BD5A-A720-4B84-884B-0B53E072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80E6B-A9B6-4546-8A89-4A2F5E7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0D9AC-B0F0-4B97-B4BC-D6CCF592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1E3EC-EB57-4695-9796-8F80381B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AD108-0278-4756-B175-477CC8E6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BF472-6E39-41B8-8BBF-608A2AD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B30DF-99DC-44ED-AE2B-70A93CE0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872698761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45EC7-9223-46CA-9B6A-3BA8C583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66. What is a macule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1EA57-197C-4261-9B56-3151D54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6C0A6-0C0B-45F8-ACD4-D5B9FC28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AEC90-B9B7-44F5-A57C-52A4693A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BB90E-0CDA-474B-B48F-B807239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A0AFA-D984-4C4E-BF27-7FD5ED26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2A8A0-4877-4A7E-A853-7B5EDBDA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5AB07-F7F6-4B1D-852F-D7FC542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E22B2-97AE-41A8-BE92-82B73017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76A38-CAA7-4E8B-BB7C-EE4E838B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a macule?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6A8A8-9A85-4C5B-A5E8-B20E51FB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C2FF9-6133-4EF1-A065-042B051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9ECAD-1CD7-44DF-B36B-EEBF07A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66 | What is a macule</a:t>
            </a:r>
          </a:p>
        </p:txBody>
      </p:sp>
    </p:spTree>
    <p:extLst>
      <p:ext uri="{BB962C8B-B14F-4D97-AF65-F5344CB8AC3E}">
        <p14:creationId xmlns:p14="http://schemas.microsoft.com/office/powerpoint/2010/main" val="1355417430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3F63F-72BA-49AB-B07B-EBC82D9E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Rank 67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19104-CC42-4E1A-BE82-AF58F62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What is Kangri Cancer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05CD3-835E-466E-B06E-1669B21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1 times asked across 0 Write Notes and 1 Short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9817A-1855-48F9-B28E-63C14427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B8D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2D490-A571-4DF7-AA50-94EF0EBF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2B22D-6503-4E03-98AB-4E33F8C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Write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D167F-7A47-40CB-B996-AFE10C30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1476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F2C8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BC923-9F2A-44F1-B1FB-71F1B5A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6675"/>
            <a:ext cx="112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59E0B"/>
                </a:solidFill>
              </a:defRPr>
            </a:pPr>
            <a:r>
              <a:rPr sz="2700" b="1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6217C-5B6E-4201-A5E7-CA416037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01A83-F50A-4F15-9201-00AB0236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2C52B-DFCF-41DD-8F73-3823FC9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F47D5-D4FB-4FBA-ACC2-20D3907A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1 highlighted questions follow</a:t>
            </a:r>
          </a:p>
        </p:txBody>
      </p:sp>
    </p:spTree>
    <p:extLst>
      <p:ext uri="{BB962C8B-B14F-4D97-AF65-F5344CB8AC3E}">
        <p14:creationId xmlns:p14="http://schemas.microsoft.com/office/powerpoint/2010/main" val="1173747956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4FED9-2223-4A75-9F01-3F0FF57C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67. What is Kangri Cancer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6DCD6-3789-401E-9045-CDA6D17B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1 times asked | 0 Write Notes | 1 Short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BFE61-8AD7-4BF8-88BB-8E09C410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"/>
            <a:ext cx="2857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420DE-11BB-431C-B3E3-1680754C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292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B56"/>
                </a:solidFill>
              </a:defRPr>
            </a:pPr>
            <a:r>
              <a:rPr sz="1350" b="1">
                <a:solidFill>
                  <a:srgbClr val="183B56"/>
                </a:solidFill>
              </a:rPr>
              <a:t>Part 1 of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8084F-AE94-4FD2-887C-F6505E24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706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E2B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6C91-9563-4797-93C1-1CE6D6B5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257B6-30A6-47F1-B7C9-D2F0F347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16002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FCA56-6082-4D94-AD1F-BD827C11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716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FEB 2016  |  Q7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4CE6-9459-46E3-85E8-EC640E6B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2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Short Answers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D6B1A-6037-4B44-B66E-9F6FA6CA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What is Kangri Cancer?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9EA35-01EB-4777-B4B2-EB7F754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47CF4-CDF6-4298-94B3-BB49284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C5B61-943E-4941-8CD8-D903CE49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Rank 67 | What is Kangri Cancer</a:t>
            </a:r>
          </a:p>
        </p:txBody>
      </p:sp>
    </p:spTree>
    <p:extLst>
      <p:ext uri="{BB962C8B-B14F-4D97-AF65-F5344CB8AC3E}">
        <p14:creationId xmlns:p14="http://schemas.microsoft.com/office/powerpoint/2010/main" val="1478446489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8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97892-26A6-4EDD-A111-D1276483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Revision order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B493B-46F5-4DB8-987C-B5ACB98E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Start with the highest-frequency categories, then move downward. Every printed Write Notes and Short Answer question is preserved in the highlighted detail slides.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433D3-DE55-4B32-A8B1-FAA5C1AC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8191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8F5"/>
          </a:solidFill>
          <a:ln xmlns:a="http://schemas.openxmlformats.org/drawingml/2006/main" w="9525">
            <a:solidFill>
              <a:srgbClr val="9ED8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87FDF-8EF1-4C96-9B95-7B4C46F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1. Ulcers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11792-3F36-41D7-9914-65D3E4C0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29 times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F3951-FCC2-40D0-A356-FC6BEDF1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8191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85F0E-25B4-46AC-90FA-43E61BA4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2. Abscess, boils, carbuncle and felon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B0676-48F2-4960-B958-3030C72D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24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9E0DA-1A04-4B48-81B2-49131472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8191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B2479-3CFF-46BB-860E-17B27A4D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3. Eyelid, lacrimal and orbital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F016F-EF98-49B9-9370-1B6AE5B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24 times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E9CCD-D73A-43C8-BF03-D207EFE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8191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1CED3-14E0-47CC-B809-82248F03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4. Tumours, carcinomas and sarcomas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0A359-D1FE-4293-ABE9-DED3B50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52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23 times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AB1C4-7AB0-4DB6-9DA7-E639310C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8191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9D4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042F1-164D-4503-BADC-D1F351B5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863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5. Burns and scalds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F7BE0-FE70-4A7B-8277-FD2D58A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863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20 times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DC6DA-230C-41A9-8465-60CB1B56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24D32-685A-4EC0-A899-38AE2476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Surgery-I question bank | Write Notes + Short Answers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2C109-E406-477A-BECE-213123C2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End of deck</a:t>
            </a:r>
          </a:p>
        </p:txBody>
      </p:sp>
    </p:spTree>
    <p:extLst>
      <p:ext uri="{BB962C8B-B14F-4D97-AF65-F5344CB8AC3E}">
        <p14:creationId xmlns:p14="http://schemas.microsoft.com/office/powerpoint/2010/main" val="421966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2026-07-03T21:01:46.4610000Z</dcterms:created>
  <dcterms:modified xsi:type="dcterms:W3CDTF">2026-07-03T21:01:46.4610000Z</dcterms:modified>
</coreProperties>
</file>