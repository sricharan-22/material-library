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9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2" d="100"/>
          <a:sy n="102" d="100"/>
        </p:scale>
        <p:origin x="918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tableStyles" Target="tableStyles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presProps" Target="presProps.xml"/><Relationship Id="rId10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notesMaster" Target="notesMasters/notesMaster1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5.xml"/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1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1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1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1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1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1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1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1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1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1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1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1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1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1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1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1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1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4.xml"/><Relationship Id="rId1" Type="http://schemas.openxmlformats.org/officeDocument/2006/relationships/slideLayout" Target="../slideLayouts/slideLayout1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5.xml"/><Relationship Id="rId1" Type="http://schemas.openxmlformats.org/officeDocument/2006/relationships/slideLayout" Target="../slideLayouts/slideLayout1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6.xml"/><Relationship Id="rId1" Type="http://schemas.openxmlformats.org/officeDocument/2006/relationships/slideLayout" Target="../slideLayouts/slideLayout1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7.xml"/><Relationship Id="rId1" Type="http://schemas.openxmlformats.org/officeDocument/2006/relationships/slideLayout" Target="../slideLayouts/slideLayout1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8.xml"/><Relationship Id="rId1" Type="http://schemas.openxmlformats.org/officeDocument/2006/relationships/slideLayout" Target="../slideLayouts/slideLayout1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9.xml"/><Relationship Id="rId1" Type="http://schemas.openxmlformats.org/officeDocument/2006/relationships/slideLayout" Target="../slideLayouts/slideLayout1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0.xml"/><Relationship Id="rId1" Type="http://schemas.openxmlformats.org/officeDocument/2006/relationships/slideLayout" Target="../slideLayouts/slideLayout1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1.xml"/><Relationship Id="rId1" Type="http://schemas.openxmlformats.org/officeDocument/2006/relationships/slideLayout" Target="../slideLayouts/slideLayout1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2.xml"/><Relationship Id="rId1" Type="http://schemas.openxmlformats.org/officeDocument/2006/relationships/slideLayout" Target="../slideLayouts/slideLayout1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3.xml"/><Relationship Id="rId1" Type="http://schemas.openxmlformats.org/officeDocument/2006/relationships/slideLayout" Target="../slideLayouts/slideLayout1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4.xml"/><Relationship Id="rId1" Type="http://schemas.openxmlformats.org/officeDocument/2006/relationships/slideLayout" Target="../slideLayouts/slideLayout1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5.xml"/><Relationship Id="rId1" Type="http://schemas.openxmlformats.org/officeDocument/2006/relationships/slideLayout" Target="../slideLayouts/slideLayout1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809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val 7">
            <a:extLst>
              <a:ext uri="{FF2B5EF4-FFF2-40B4-BE49-F238E27FC236}">
                <a16:creationId xmlns:a16="http://schemas.microsoft.com/office/drawing/2014/main" id="{C2851D2E-B1CC-4548-8783-E3E7FCA1FCCF}"/>
              </a:ext>
            </a:extLst>
          </p:cNvPr>
          <p:cNvSpPr>
            <a:spLocks noGrp="1"/>
          </p:cNvSpPr>
          <p:nvPr/>
        </p:nvSpPr>
        <p:spPr>
          <a:xfrm>
            <a:off x="8763000" y="-2095500"/>
            <a:ext cx="5524500" cy="5524500"/>
          </a:xfrm>
          <a:prstGeom prst="ellipse">
            <a:avLst/>
          </a:prstGeom>
          <a:solidFill>
            <a:srgbClr val="00A896">
              <a:alpha val="30000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9D583770-8EF0-4EEC-9FFE-66983951C00E}"/>
              </a:ext>
            </a:extLst>
          </p:cNvPr>
          <p:cNvSpPr>
            <a:spLocks noGrp="1"/>
          </p:cNvSpPr>
          <p:nvPr/>
        </p:nvSpPr>
        <p:spPr>
          <a:xfrm>
            <a:off x="-2381250" y="4476750"/>
            <a:ext cx="4762500" cy="4762500"/>
          </a:xfrm>
          <a:prstGeom prst="ellipse">
            <a:avLst/>
          </a:prstGeom>
          <a:solidFill>
            <a:srgbClr val="02C39A">
              <a:alpha val="25000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C1DDF4D-E78A-46E4-9F42-6D60FB927145}"/>
              </a:ext>
            </a:extLst>
          </p:cNvPr>
          <p:cNvSpPr>
            <a:spLocks noGrp="1"/>
          </p:cNvSpPr>
          <p:nvPr/>
        </p:nvSpPr>
        <p:spPr>
          <a:xfrm>
            <a:off x="819150" y="1828800"/>
            <a:ext cx="5715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650" b="1" i="0">
                <a:solidFill>
                  <a:srgbClr val="02C39A"/>
                </a:solidFill>
                <a:latin typeface="Calibri"/>
                <a:ea typeface="Calibri"/>
                <a:cs typeface="Calibri"/>
              </a:defRPr>
            </a:pPr>
            <a:r>
              <a:rPr sz="1650" b="1" i="0">
                <a:solidFill>
                  <a:srgbClr val="02C39A"/>
                </a:solidFill>
                <a:latin typeface="Calibri"/>
                <a:ea typeface="Calibri"/>
                <a:cs typeface="Calibri"/>
              </a:rPr>
              <a:t>SURGERY-1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A7A58C6-7FA1-4E69-B3D9-CA4169F836AB}"/>
              </a:ext>
            </a:extLst>
          </p:cNvPr>
          <p:cNvSpPr>
            <a:spLocks noGrp="1"/>
          </p:cNvSpPr>
          <p:nvPr/>
        </p:nvSpPr>
        <p:spPr>
          <a:xfrm>
            <a:off x="819150" y="2343150"/>
            <a:ext cx="9906000" cy="904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3750" b="1" i="0">
                <a:solidFill>
                  <a:srgbClr val="FFFFFF"/>
                </a:solidFill>
                <a:latin typeface="Cambria"/>
                <a:ea typeface="Cambria"/>
                <a:cs typeface="Cambria"/>
              </a:defRPr>
            </a:pPr>
            <a:r>
              <a:rPr sz="3750" b="1" i="0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Detailed Questions by Frequency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E28E006-BCED-4635-9091-053EA261FA30}"/>
              </a:ext>
            </a:extLst>
          </p:cNvPr>
          <p:cNvSpPr>
            <a:spLocks noGrp="1"/>
          </p:cNvSpPr>
          <p:nvPr/>
        </p:nvSpPr>
        <p:spPr>
          <a:xfrm>
            <a:off x="838200" y="3352800"/>
            <a:ext cx="7048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 b="0" i="1">
                <a:solidFill>
                  <a:srgbClr val="E6F5F3"/>
                </a:solidFill>
                <a:latin typeface="Calibri"/>
                <a:ea typeface="Calibri"/>
                <a:cs typeface="Calibri"/>
              </a:defRPr>
            </a:pPr>
            <a:r>
              <a:rPr sz="1650" b="0" i="1">
                <a:solidFill>
                  <a:srgbClr val="E6F5F3"/>
                </a:solidFill>
                <a:latin typeface="Calibri"/>
                <a:ea typeface="Calibri"/>
                <a:cs typeface="Calibri"/>
              </a:rPr>
              <a:t>Write Notes and Short Answers only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E1AE5736-FCBF-4C82-864C-7DD8B294F488}"/>
              </a:ext>
            </a:extLst>
          </p:cNvPr>
          <p:cNvSpPr>
            <a:spLocks noGrp="1"/>
          </p:cNvSpPr>
          <p:nvPr/>
        </p:nvSpPr>
        <p:spPr>
          <a:xfrm>
            <a:off x="838200" y="4095750"/>
            <a:ext cx="3238500" cy="285750"/>
          </a:xfrm>
          <a:prstGeom prst="roundRect">
            <a:avLst>
              <a:gd name="adj" fmla="val 40000"/>
            </a:avLst>
          </a:prstGeom>
          <a:solidFill>
            <a:srgbClr val="FFFFFF">
              <a:alpha val="12000"/>
            </a:srgbClr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280 questions | 55 categories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264CFC8-445D-4689-92FE-205B3A70C1E9}"/>
              </a:ext>
            </a:extLst>
          </p:cNvPr>
          <p:cNvSpPr>
            <a:spLocks noGrp="1"/>
          </p:cNvSpPr>
          <p:nvPr/>
        </p:nvSpPr>
        <p:spPr>
          <a:xfrm>
            <a:off x="838200" y="6057900"/>
            <a:ext cx="7239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125" b="0" i="1">
                <a:solidFill>
                  <a:srgbClr val="E6F5F3"/>
                </a:solidFill>
                <a:latin typeface="Calibri"/>
                <a:ea typeface="Calibri"/>
                <a:cs typeface="Calibri"/>
              </a:defRPr>
            </a:pPr>
            <a:r>
              <a:rPr sz="1125" b="0" i="1">
                <a:solidFill>
                  <a:srgbClr val="E6F5F3"/>
                </a:solidFill>
                <a:latin typeface="Calibri"/>
                <a:ea typeface="Calibri"/>
                <a:cs typeface="Calibri"/>
              </a:rPr>
              <a:t>Every asked question is highlighted as a separate revision card.</a:t>
            </a:r>
          </a:p>
        </p:txBody>
      </p:sp>
    </p:spTree>
    <p:extLst>
      <p:ext uri="{BB962C8B-B14F-4D97-AF65-F5344CB8AC3E}">
        <p14:creationId xmlns:p14="http://schemas.microsoft.com/office/powerpoint/2010/main" val="1797817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Rectangle 55">
            <a:extLst>
              <a:ext uri="{FF2B5EF4-FFF2-40B4-BE49-F238E27FC236}">
                <a16:creationId xmlns:a16="http://schemas.microsoft.com/office/drawing/2014/main" id="{8027B112-3792-4F68-96A9-44B14919D1A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066800"/>
          </a:xfrm>
          <a:prstGeom prst="rect">
            <a:avLst/>
          </a:prstGeom>
          <a:solidFill>
            <a:srgbClr val="028090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40A38EA3-7307-4A6B-9B0E-2C4EA619BAB9}"/>
              </a:ext>
            </a:extLst>
          </p:cNvPr>
          <p:cNvSpPr>
            <a:spLocks noGrp="1"/>
          </p:cNvSpPr>
          <p:nvPr/>
        </p:nvSpPr>
        <p:spPr>
          <a:xfrm>
            <a:off x="457200" y="285750"/>
            <a:ext cx="533400" cy="533400"/>
          </a:xfrm>
          <a:prstGeom prst="ellipse">
            <a:avLst/>
          </a:prstGeom>
          <a:solidFill>
            <a:srgbClr val="00A896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BFF801A-E42B-4100-9B7B-9249F83B89A7}"/>
              </a:ext>
            </a:extLst>
          </p:cNvPr>
          <p:cNvSpPr>
            <a:spLocks noGrp="1"/>
          </p:cNvSpPr>
          <p:nvPr/>
        </p:nvSpPr>
        <p:spPr>
          <a:xfrm>
            <a:off x="457200" y="381000"/>
            <a:ext cx="5334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57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7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D8AFD72-AFF2-409B-B82C-34BC39E86860}"/>
              </a:ext>
            </a:extLst>
          </p:cNvPr>
          <p:cNvSpPr>
            <a:spLocks noGrp="1"/>
          </p:cNvSpPr>
          <p:nvPr/>
        </p:nvSpPr>
        <p:spPr>
          <a:xfrm>
            <a:off x="1219200" y="209550"/>
            <a:ext cx="8382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400" b="1" i="0">
                <a:solidFill>
                  <a:srgbClr val="FFFFFF"/>
                </a:solidFill>
                <a:latin typeface="Cambria"/>
                <a:ea typeface="Cambria"/>
                <a:cs typeface="Cambria"/>
              </a:defRPr>
            </a:pPr>
            <a:r>
              <a:rPr sz="2400" b="1" i="0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Start with the most repeated question families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D10DF82-DCAC-41BE-91EF-1DFB5D8594C1}"/>
              </a:ext>
            </a:extLst>
          </p:cNvPr>
          <p:cNvSpPr>
            <a:spLocks noGrp="1"/>
          </p:cNvSpPr>
          <p:nvPr/>
        </p:nvSpPr>
        <p:spPr>
          <a:xfrm>
            <a:off x="1219200" y="666750"/>
            <a:ext cx="8382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125" b="0" i="1">
                <a:solidFill>
                  <a:srgbClr val="E6F5F3"/>
                </a:solidFill>
                <a:latin typeface="Calibri"/>
                <a:ea typeface="Calibri"/>
                <a:cs typeface="Calibri"/>
              </a:defRPr>
            </a:pPr>
            <a:r>
              <a:rPr sz="1125" b="0" i="1">
                <a:solidFill>
                  <a:srgbClr val="E6F5F3"/>
                </a:solidFill>
                <a:latin typeface="Calibri"/>
                <a:ea typeface="Calibri"/>
                <a:cs typeface="Calibri"/>
              </a:rPr>
              <a:t>Use this deck in rank order for focused revision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91AA5FD1-120A-41FF-BE5F-536BF9417C96}"/>
              </a:ext>
            </a:extLst>
          </p:cNvPr>
          <p:cNvSpPr>
            <a:spLocks noGrp="1"/>
          </p:cNvSpPr>
          <p:nvPr/>
        </p:nvSpPr>
        <p:spPr>
          <a:xfrm>
            <a:off x="9886950" y="381000"/>
            <a:ext cx="1714500" cy="285750"/>
          </a:xfrm>
          <a:prstGeom prst="roundRect">
            <a:avLst>
              <a:gd name="adj" fmla="val 40000"/>
            </a:avLst>
          </a:prstGeom>
          <a:solidFill>
            <a:srgbClr val="016B78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Overview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B8271402-8B18-46C6-B0FA-F3083CDB9C0A}"/>
              </a:ext>
            </a:extLst>
          </p:cNvPr>
          <p:cNvSpPr>
            <a:spLocks noGrp="1"/>
          </p:cNvSpPr>
          <p:nvPr/>
        </p:nvSpPr>
        <p:spPr>
          <a:xfrm>
            <a:off x="552450" y="1352550"/>
            <a:ext cx="2476500" cy="914400"/>
          </a:xfrm>
          <a:prstGeom prst="roundRect">
            <a:avLst>
              <a:gd name="adj" fmla="val 8333"/>
            </a:avLst>
          </a:prstGeom>
          <a:solidFill>
            <a:srgbClr val="F0F9F8"/>
          </a:solidFill>
          <a:ln w="9525">
            <a:solidFill>
              <a:srgbClr val="D5E9E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CB970EC-49C7-46DA-9350-DEDE0802F8FA}"/>
              </a:ext>
            </a:extLst>
          </p:cNvPr>
          <p:cNvSpPr>
            <a:spLocks noGrp="1"/>
          </p:cNvSpPr>
          <p:nvPr/>
        </p:nvSpPr>
        <p:spPr>
          <a:xfrm>
            <a:off x="742950" y="1495425"/>
            <a:ext cx="2095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2325" b="1" i="0">
                <a:solidFill>
                  <a:srgbClr val="028090"/>
                </a:solidFill>
                <a:latin typeface="Cambria"/>
                <a:ea typeface="Cambria"/>
                <a:cs typeface="Cambria"/>
              </a:defRPr>
            </a:pPr>
            <a:r>
              <a:rPr sz="2325" b="1" i="0">
                <a:solidFill>
                  <a:srgbClr val="028090"/>
                </a:solidFill>
                <a:latin typeface="Cambria"/>
                <a:ea typeface="Cambria"/>
                <a:cs typeface="Cambria"/>
              </a:rPr>
              <a:t>280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53D2702-18B7-40EF-91AA-A79C04D69BF6}"/>
              </a:ext>
            </a:extLst>
          </p:cNvPr>
          <p:cNvSpPr>
            <a:spLocks noGrp="1"/>
          </p:cNvSpPr>
          <p:nvPr/>
        </p:nvSpPr>
        <p:spPr>
          <a:xfrm>
            <a:off x="742950" y="1924050"/>
            <a:ext cx="2095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125" b="1" i="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Total questions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3A0C796E-5F73-42C8-A7D1-4E7998D1E61D}"/>
              </a:ext>
            </a:extLst>
          </p:cNvPr>
          <p:cNvSpPr>
            <a:spLocks noGrp="1"/>
          </p:cNvSpPr>
          <p:nvPr/>
        </p:nvSpPr>
        <p:spPr>
          <a:xfrm>
            <a:off x="3409950" y="1352550"/>
            <a:ext cx="2476500" cy="914400"/>
          </a:xfrm>
          <a:prstGeom prst="roundRect">
            <a:avLst>
              <a:gd name="adj" fmla="val 8333"/>
            </a:avLst>
          </a:prstGeom>
          <a:solidFill>
            <a:srgbClr val="F0F9F8"/>
          </a:solidFill>
          <a:ln w="9525">
            <a:solidFill>
              <a:srgbClr val="D5E9E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FC3E8F1-3250-434F-BEF7-8638356791A8}"/>
              </a:ext>
            </a:extLst>
          </p:cNvPr>
          <p:cNvSpPr>
            <a:spLocks noGrp="1"/>
          </p:cNvSpPr>
          <p:nvPr/>
        </p:nvSpPr>
        <p:spPr>
          <a:xfrm>
            <a:off x="3600450" y="1495425"/>
            <a:ext cx="2095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2325" b="1" i="0">
                <a:solidFill>
                  <a:srgbClr val="028090"/>
                </a:solidFill>
                <a:latin typeface="Cambria"/>
                <a:ea typeface="Cambria"/>
                <a:cs typeface="Cambria"/>
              </a:defRPr>
            </a:pPr>
            <a:r>
              <a:rPr sz="2325" b="1" i="0">
                <a:solidFill>
                  <a:srgbClr val="028090"/>
                </a:solidFill>
                <a:latin typeface="Cambria"/>
                <a:ea typeface="Cambria"/>
                <a:cs typeface="Cambria"/>
              </a:rPr>
              <a:t>140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9CC4139-D6BB-4BDA-9A3F-255540765136}"/>
              </a:ext>
            </a:extLst>
          </p:cNvPr>
          <p:cNvSpPr>
            <a:spLocks noGrp="1"/>
          </p:cNvSpPr>
          <p:nvPr/>
        </p:nvSpPr>
        <p:spPr>
          <a:xfrm>
            <a:off x="3600450" y="1924050"/>
            <a:ext cx="2095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125" b="1" i="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Write Notes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E27BA750-8E1E-4F79-9052-BC301CC51DA2}"/>
              </a:ext>
            </a:extLst>
          </p:cNvPr>
          <p:cNvSpPr>
            <a:spLocks noGrp="1"/>
          </p:cNvSpPr>
          <p:nvPr/>
        </p:nvSpPr>
        <p:spPr>
          <a:xfrm>
            <a:off x="6267450" y="1352550"/>
            <a:ext cx="2476500" cy="914400"/>
          </a:xfrm>
          <a:prstGeom prst="roundRect">
            <a:avLst>
              <a:gd name="adj" fmla="val 8333"/>
            </a:avLst>
          </a:prstGeom>
          <a:solidFill>
            <a:srgbClr val="F0F9F8"/>
          </a:solidFill>
          <a:ln w="9525">
            <a:solidFill>
              <a:srgbClr val="D5E9E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AFB1BD7-58C7-4A64-B2C0-944AEFE47866}"/>
              </a:ext>
            </a:extLst>
          </p:cNvPr>
          <p:cNvSpPr>
            <a:spLocks noGrp="1"/>
          </p:cNvSpPr>
          <p:nvPr/>
        </p:nvSpPr>
        <p:spPr>
          <a:xfrm>
            <a:off x="6457950" y="1495425"/>
            <a:ext cx="2095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2325" b="1" i="0">
                <a:solidFill>
                  <a:srgbClr val="028090"/>
                </a:solidFill>
                <a:latin typeface="Cambria"/>
                <a:ea typeface="Cambria"/>
                <a:cs typeface="Cambria"/>
              </a:defRPr>
            </a:pPr>
            <a:r>
              <a:rPr sz="2325" b="1" i="0">
                <a:solidFill>
                  <a:srgbClr val="028090"/>
                </a:solidFill>
                <a:latin typeface="Cambria"/>
                <a:ea typeface="Cambria"/>
                <a:cs typeface="Cambria"/>
              </a:rPr>
              <a:t>140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2B05465-DBD6-4A49-8E94-A686A51EC5DF}"/>
              </a:ext>
            </a:extLst>
          </p:cNvPr>
          <p:cNvSpPr>
            <a:spLocks noGrp="1"/>
          </p:cNvSpPr>
          <p:nvPr/>
        </p:nvSpPr>
        <p:spPr>
          <a:xfrm>
            <a:off x="6457950" y="1924050"/>
            <a:ext cx="2095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125" b="1" i="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Short Answers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164F2300-2F7B-42D4-9799-58589FFB29A5}"/>
              </a:ext>
            </a:extLst>
          </p:cNvPr>
          <p:cNvSpPr>
            <a:spLocks noGrp="1"/>
          </p:cNvSpPr>
          <p:nvPr/>
        </p:nvSpPr>
        <p:spPr>
          <a:xfrm>
            <a:off x="9124950" y="1352550"/>
            <a:ext cx="2476500" cy="914400"/>
          </a:xfrm>
          <a:prstGeom prst="roundRect">
            <a:avLst>
              <a:gd name="adj" fmla="val 8333"/>
            </a:avLst>
          </a:prstGeom>
          <a:solidFill>
            <a:srgbClr val="F0F9F8"/>
          </a:solidFill>
          <a:ln w="9525">
            <a:solidFill>
              <a:srgbClr val="D5E9E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5E545F9-FB22-4FF8-8B36-FF04E87A99FF}"/>
              </a:ext>
            </a:extLst>
          </p:cNvPr>
          <p:cNvSpPr>
            <a:spLocks noGrp="1"/>
          </p:cNvSpPr>
          <p:nvPr/>
        </p:nvSpPr>
        <p:spPr>
          <a:xfrm>
            <a:off x="9315450" y="1495425"/>
            <a:ext cx="2095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2325" b="1" i="0">
                <a:solidFill>
                  <a:srgbClr val="028090"/>
                </a:solidFill>
                <a:latin typeface="Cambria"/>
                <a:ea typeface="Cambria"/>
                <a:cs typeface="Cambria"/>
              </a:defRPr>
            </a:pPr>
            <a:r>
              <a:rPr sz="2325" b="1" i="0">
                <a:solidFill>
                  <a:srgbClr val="028090"/>
                </a:solidFill>
                <a:latin typeface="Cambria"/>
                <a:ea typeface="Cambria"/>
                <a:cs typeface="Cambria"/>
              </a:rPr>
              <a:t>55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0ABA193-BC3E-44E3-B277-919D3CDA0FB2}"/>
              </a:ext>
            </a:extLst>
          </p:cNvPr>
          <p:cNvSpPr>
            <a:spLocks noGrp="1"/>
          </p:cNvSpPr>
          <p:nvPr/>
        </p:nvSpPr>
        <p:spPr>
          <a:xfrm>
            <a:off x="9315450" y="1924050"/>
            <a:ext cx="2095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125" b="1" i="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Topic groups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B018D54-D0DF-4323-ADEC-E31D17A8812F}"/>
              </a:ext>
            </a:extLst>
          </p:cNvPr>
          <p:cNvSpPr>
            <a:spLocks noGrp="1"/>
          </p:cNvSpPr>
          <p:nvPr/>
        </p:nvSpPr>
        <p:spPr>
          <a:xfrm>
            <a:off x="552450" y="2628900"/>
            <a:ext cx="4762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950" b="1" i="0">
                <a:solidFill>
                  <a:srgbClr val="1E293B"/>
                </a:solidFill>
                <a:latin typeface="Cambria"/>
                <a:ea typeface="Cambria"/>
                <a:cs typeface="Cambria"/>
              </a:defRPr>
            </a:pPr>
            <a:r>
              <a:rPr sz="1950" b="1" i="0">
                <a:solidFill>
                  <a:srgbClr val="1E293B"/>
                </a:solidFill>
                <a:latin typeface="Cambria"/>
                <a:ea typeface="Cambria"/>
                <a:cs typeface="Cambria"/>
              </a:rPr>
              <a:t>Top repeated categories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5F104731-C21E-49B6-9FC2-569DCBFA48DE}"/>
              </a:ext>
            </a:extLst>
          </p:cNvPr>
          <p:cNvSpPr>
            <a:spLocks noGrp="1"/>
          </p:cNvSpPr>
          <p:nvPr/>
        </p:nvSpPr>
        <p:spPr>
          <a:xfrm>
            <a:off x="552450" y="3105150"/>
            <a:ext cx="5257800" cy="400050"/>
          </a:xfrm>
          <a:prstGeom prst="roundRect">
            <a:avLst>
              <a:gd name="adj" fmla="val 14286"/>
            </a:avLst>
          </a:prstGeom>
          <a:solidFill>
            <a:srgbClr val="E8F7F4"/>
          </a:solidFill>
          <a:ln w="9525">
            <a:solidFill>
              <a:srgbClr val="D5E9E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5C90CE7-F002-4DC4-AFAA-1BE880390E70}"/>
              </a:ext>
            </a:extLst>
          </p:cNvPr>
          <p:cNvSpPr>
            <a:spLocks noGrp="1"/>
          </p:cNvSpPr>
          <p:nvPr/>
        </p:nvSpPr>
        <p:spPr>
          <a:xfrm>
            <a:off x="704850" y="3181350"/>
            <a:ext cx="3810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125" b="1" i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1. Ulcers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E4F907A9-8352-4717-BFD1-B18A7CFE2156}"/>
              </a:ext>
            </a:extLst>
          </p:cNvPr>
          <p:cNvSpPr>
            <a:spLocks noGrp="1"/>
          </p:cNvSpPr>
          <p:nvPr/>
        </p:nvSpPr>
        <p:spPr>
          <a:xfrm>
            <a:off x="4895850" y="3171825"/>
            <a:ext cx="647700" cy="285750"/>
          </a:xfrm>
          <a:prstGeom prst="roundRect">
            <a:avLst>
              <a:gd name="adj" fmla="val 40000"/>
            </a:avLst>
          </a:prstGeom>
          <a:solidFill>
            <a:srgbClr val="02809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20x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79A62BCF-DB21-4B1C-822F-279A62F5FF01}"/>
              </a:ext>
            </a:extLst>
          </p:cNvPr>
          <p:cNvSpPr>
            <a:spLocks noGrp="1"/>
          </p:cNvSpPr>
          <p:nvPr/>
        </p:nvSpPr>
        <p:spPr>
          <a:xfrm>
            <a:off x="552450" y="3629025"/>
            <a:ext cx="5257800" cy="400050"/>
          </a:xfrm>
          <a:prstGeom prst="roundRect">
            <a:avLst>
              <a:gd name="adj" fmla="val 14286"/>
            </a:avLst>
          </a:prstGeom>
          <a:solidFill>
            <a:srgbClr val="E8F7F4"/>
          </a:solidFill>
          <a:ln w="9525">
            <a:solidFill>
              <a:srgbClr val="D5E9E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127213C-C171-4AC1-816D-A565004FD0EB}"/>
              </a:ext>
            </a:extLst>
          </p:cNvPr>
          <p:cNvSpPr>
            <a:spLocks noGrp="1"/>
          </p:cNvSpPr>
          <p:nvPr/>
        </p:nvSpPr>
        <p:spPr>
          <a:xfrm>
            <a:off x="704850" y="3705225"/>
            <a:ext cx="3810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125" b="1" i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2. Tumours and carcinomas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6AFD4DD4-D721-40D7-A94B-BC8D12E7CBD3}"/>
              </a:ext>
            </a:extLst>
          </p:cNvPr>
          <p:cNvSpPr>
            <a:spLocks noGrp="1"/>
          </p:cNvSpPr>
          <p:nvPr/>
        </p:nvSpPr>
        <p:spPr>
          <a:xfrm>
            <a:off x="4895850" y="3695700"/>
            <a:ext cx="647700" cy="285750"/>
          </a:xfrm>
          <a:prstGeom prst="roundRect">
            <a:avLst>
              <a:gd name="adj" fmla="val 40000"/>
            </a:avLst>
          </a:prstGeom>
          <a:solidFill>
            <a:srgbClr val="02809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16x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C78E3689-6A2A-4ADF-980E-C4652EBF50E3}"/>
              </a:ext>
            </a:extLst>
          </p:cNvPr>
          <p:cNvSpPr>
            <a:spLocks noGrp="1"/>
          </p:cNvSpPr>
          <p:nvPr/>
        </p:nvSpPr>
        <p:spPr>
          <a:xfrm>
            <a:off x="552450" y="4152900"/>
            <a:ext cx="5257800" cy="400050"/>
          </a:xfrm>
          <a:prstGeom prst="roundRect">
            <a:avLst>
              <a:gd name="adj" fmla="val 14286"/>
            </a:avLst>
          </a:prstGeom>
          <a:solidFill>
            <a:srgbClr val="E8F7F4"/>
          </a:solidFill>
          <a:ln w="9525">
            <a:solidFill>
              <a:srgbClr val="D5E9E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6D49EFD-D6AB-4135-B571-F412E6D3F5CC}"/>
              </a:ext>
            </a:extLst>
          </p:cNvPr>
          <p:cNvSpPr>
            <a:spLocks noGrp="1"/>
          </p:cNvSpPr>
          <p:nvPr/>
        </p:nvSpPr>
        <p:spPr>
          <a:xfrm>
            <a:off x="704850" y="4229100"/>
            <a:ext cx="3810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125" b="1" i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3. Carbuncle, boils, abscess and felon</a:t>
            </a: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1CDDE835-5CBB-4643-A07E-411A4703392F}"/>
              </a:ext>
            </a:extLst>
          </p:cNvPr>
          <p:cNvSpPr>
            <a:spLocks noGrp="1"/>
          </p:cNvSpPr>
          <p:nvPr/>
        </p:nvSpPr>
        <p:spPr>
          <a:xfrm>
            <a:off x="4895850" y="4219575"/>
            <a:ext cx="647700" cy="285750"/>
          </a:xfrm>
          <a:prstGeom prst="roundRect">
            <a:avLst>
              <a:gd name="adj" fmla="val 40000"/>
            </a:avLst>
          </a:prstGeom>
          <a:solidFill>
            <a:srgbClr val="02809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11x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0594823D-F2C5-43B3-8535-951BE92A7A2B}"/>
              </a:ext>
            </a:extLst>
          </p:cNvPr>
          <p:cNvSpPr>
            <a:spLocks noGrp="1"/>
          </p:cNvSpPr>
          <p:nvPr/>
        </p:nvSpPr>
        <p:spPr>
          <a:xfrm>
            <a:off x="552450" y="4676775"/>
            <a:ext cx="5257800" cy="400050"/>
          </a:xfrm>
          <a:prstGeom prst="roundRect">
            <a:avLst>
              <a:gd name="adj" fmla="val 14286"/>
            </a:avLst>
          </a:prstGeom>
          <a:solidFill>
            <a:srgbClr val="F7FBFA"/>
          </a:solidFill>
          <a:ln w="9525">
            <a:solidFill>
              <a:srgbClr val="D5E9E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28C08F7F-6888-41B4-89EB-7B1D5218ED5D}"/>
              </a:ext>
            </a:extLst>
          </p:cNvPr>
          <p:cNvSpPr>
            <a:spLocks noGrp="1"/>
          </p:cNvSpPr>
          <p:nvPr/>
        </p:nvSpPr>
        <p:spPr>
          <a:xfrm>
            <a:off x="704850" y="4752975"/>
            <a:ext cx="3810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125" b="0" i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4. Corns, callosity and warts</a:t>
            </a: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5E540834-A88B-4A46-8B63-AD4D97FAD7FD}"/>
              </a:ext>
            </a:extLst>
          </p:cNvPr>
          <p:cNvSpPr>
            <a:spLocks noGrp="1"/>
          </p:cNvSpPr>
          <p:nvPr/>
        </p:nvSpPr>
        <p:spPr>
          <a:xfrm>
            <a:off x="4895850" y="4743450"/>
            <a:ext cx="647700" cy="285750"/>
          </a:xfrm>
          <a:prstGeom prst="roundRect">
            <a:avLst>
              <a:gd name="adj" fmla="val 40000"/>
            </a:avLst>
          </a:prstGeom>
          <a:solidFill>
            <a:srgbClr val="4B8F99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10x</a:t>
            </a: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F79B6E7F-E191-441B-8076-111FE59F195F}"/>
              </a:ext>
            </a:extLst>
          </p:cNvPr>
          <p:cNvSpPr>
            <a:spLocks noGrp="1"/>
          </p:cNvSpPr>
          <p:nvPr/>
        </p:nvSpPr>
        <p:spPr>
          <a:xfrm>
            <a:off x="552450" y="5200650"/>
            <a:ext cx="5257800" cy="400050"/>
          </a:xfrm>
          <a:prstGeom prst="roundRect">
            <a:avLst>
              <a:gd name="adj" fmla="val 14286"/>
            </a:avLst>
          </a:prstGeom>
          <a:solidFill>
            <a:srgbClr val="F7FBFA"/>
          </a:solidFill>
          <a:ln w="9525">
            <a:solidFill>
              <a:srgbClr val="D5E9E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6BA8382E-0E7D-4F09-AFB2-6952FA3C2FA4}"/>
              </a:ext>
            </a:extLst>
          </p:cNvPr>
          <p:cNvSpPr>
            <a:spLocks noGrp="1"/>
          </p:cNvSpPr>
          <p:nvPr/>
        </p:nvSpPr>
        <p:spPr>
          <a:xfrm>
            <a:off x="704850" y="5276850"/>
            <a:ext cx="3810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125" b="0" i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5. Keloid and scars</a:t>
            </a:r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33AA7643-4087-4B71-B70E-6F007CDE9596}"/>
              </a:ext>
            </a:extLst>
          </p:cNvPr>
          <p:cNvSpPr>
            <a:spLocks noGrp="1"/>
          </p:cNvSpPr>
          <p:nvPr/>
        </p:nvSpPr>
        <p:spPr>
          <a:xfrm>
            <a:off x="4895850" y="5267325"/>
            <a:ext cx="647700" cy="285750"/>
          </a:xfrm>
          <a:prstGeom prst="roundRect">
            <a:avLst>
              <a:gd name="adj" fmla="val 40000"/>
            </a:avLst>
          </a:prstGeom>
          <a:solidFill>
            <a:srgbClr val="4B8F99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10x</a:t>
            </a: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0876F8A0-BA8D-4275-86D2-C616E6FD4DC5}"/>
              </a:ext>
            </a:extLst>
          </p:cNvPr>
          <p:cNvSpPr>
            <a:spLocks noGrp="1"/>
          </p:cNvSpPr>
          <p:nvPr/>
        </p:nvSpPr>
        <p:spPr>
          <a:xfrm>
            <a:off x="552450" y="5724525"/>
            <a:ext cx="5257800" cy="400050"/>
          </a:xfrm>
          <a:prstGeom prst="roundRect">
            <a:avLst>
              <a:gd name="adj" fmla="val 14286"/>
            </a:avLst>
          </a:prstGeom>
          <a:solidFill>
            <a:srgbClr val="F7FBFA"/>
          </a:solidFill>
          <a:ln w="9525">
            <a:solidFill>
              <a:srgbClr val="D5E9E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9EA160B7-A125-4B4E-BCBA-6B1B3DB95786}"/>
              </a:ext>
            </a:extLst>
          </p:cNvPr>
          <p:cNvSpPr>
            <a:spLocks noGrp="1"/>
          </p:cNvSpPr>
          <p:nvPr/>
        </p:nvSpPr>
        <p:spPr>
          <a:xfrm>
            <a:off x="704850" y="5800725"/>
            <a:ext cx="3810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125" b="0" i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6. Nerve, hand and foot lesions</a:t>
            </a:r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A1845FF1-8B77-485C-AB3B-126AD97085F1}"/>
              </a:ext>
            </a:extLst>
          </p:cNvPr>
          <p:cNvSpPr>
            <a:spLocks noGrp="1"/>
          </p:cNvSpPr>
          <p:nvPr/>
        </p:nvSpPr>
        <p:spPr>
          <a:xfrm>
            <a:off x="4895850" y="5791200"/>
            <a:ext cx="647700" cy="285750"/>
          </a:xfrm>
          <a:prstGeom prst="roundRect">
            <a:avLst>
              <a:gd name="adj" fmla="val 40000"/>
            </a:avLst>
          </a:prstGeom>
          <a:solidFill>
            <a:srgbClr val="4B8F99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10x</a:t>
            </a:r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020D8E90-1212-44AB-8032-99FAB8BCF6F9}"/>
              </a:ext>
            </a:extLst>
          </p:cNvPr>
          <p:cNvSpPr>
            <a:spLocks noGrp="1"/>
          </p:cNvSpPr>
          <p:nvPr/>
        </p:nvSpPr>
        <p:spPr>
          <a:xfrm>
            <a:off x="6219825" y="3105150"/>
            <a:ext cx="5257800" cy="400050"/>
          </a:xfrm>
          <a:prstGeom prst="roundRect">
            <a:avLst>
              <a:gd name="adj" fmla="val 14286"/>
            </a:avLst>
          </a:prstGeom>
          <a:solidFill>
            <a:srgbClr val="F7FBFA"/>
          </a:solidFill>
          <a:ln w="9525">
            <a:solidFill>
              <a:srgbClr val="D5E9E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AE5C5D48-C3C7-44A1-8074-75A8A53A2816}"/>
              </a:ext>
            </a:extLst>
          </p:cNvPr>
          <p:cNvSpPr>
            <a:spLocks noGrp="1"/>
          </p:cNvSpPr>
          <p:nvPr/>
        </p:nvSpPr>
        <p:spPr>
          <a:xfrm>
            <a:off x="6372225" y="3181350"/>
            <a:ext cx="3810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125" b="0" i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7. Burns</a:t>
            </a:r>
          </a:p>
        </p:txBody>
      </p: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353C27D7-C72E-4D97-8632-4A6A73AEFDD3}"/>
              </a:ext>
            </a:extLst>
          </p:cNvPr>
          <p:cNvSpPr>
            <a:spLocks noGrp="1"/>
          </p:cNvSpPr>
          <p:nvPr/>
        </p:nvSpPr>
        <p:spPr>
          <a:xfrm>
            <a:off x="10563225" y="3171825"/>
            <a:ext cx="647700" cy="285750"/>
          </a:xfrm>
          <a:prstGeom prst="roundRect">
            <a:avLst>
              <a:gd name="adj" fmla="val 40000"/>
            </a:avLst>
          </a:prstGeom>
          <a:solidFill>
            <a:srgbClr val="4B8F99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9x</a:t>
            </a:r>
          </a:p>
        </p:txBody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E76809DE-7D74-46D3-8945-FDC48AB6AB2A}"/>
              </a:ext>
            </a:extLst>
          </p:cNvPr>
          <p:cNvSpPr>
            <a:spLocks noGrp="1"/>
          </p:cNvSpPr>
          <p:nvPr/>
        </p:nvSpPr>
        <p:spPr>
          <a:xfrm>
            <a:off x="6219825" y="3629025"/>
            <a:ext cx="5257800" cy="400050"/>
          </a:xfrm>
          <a:prstGeom prst="roundRect">
            <a:avLst>
              <a:gd name="adj" fmla="val 14286"/>
            </a:avLst>
          </a:prstGeom>
          <a:solidFill>
            <a:srgbClr val="F7FBFA"/>
          </a:solidFill>
          <a:ln w="9525">
            <a:solidFill>
              <a:srgbClr val="D5E9E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6C1A90CA-01D1-4B94-ACFD-690CC00A0F12}"/>
              </a:ext>
            </a:extLst>
          </p:cNvPr>
          <p:cNvSpPr>
            <a:spLocks noGrp="1"/>
          </p:cNvSpPr>
          <p:nvPr/>
        </p:nvSpPr>
        <p:spPr>
          <a:xfrm>
            <a:off x="6372225" y="3705225"/>
            <a:ext cx="3810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125" b="0" i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8. Blood transfusion and blood products</a:t>
            </a:r>
          </a:p>
        </p:txBody>
      </p: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C08D2C43-BD1C-4F34-BD72-B18B8A6DEA4D}"/>
              </a:ext>
            </a:extLst>
          </p:cNvPr>
          <p:cNvSpPr>
            <a:spLocks noGrp="1"/>
          </p:cNvSpPr>
          <p:nvPr/>
        </p:nvSpPr>
        <p:spPr>
          <a:xfrm>
            <a:off x="10563225" y="3695700"/>
            <a:ext cx="647700" cy="285750"/>
          </a:xfrm>
          <a:prstGeom prst="roundRect">
            <a:avLst>
              <a:gd name="adj" fmla="val 40000"/>
            </a:avLst>
          </a:prstGeom>
          <a:solidFill>
            <a:srgbClr val="4B8F99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8x</a:t>
            </a:r>
          </a:p>
        </p:txBody>
      </p: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B4C6C01E-C689-459E-ABE4-1B11C3BB546D}"/>
              </a:ext>
            </a:extLst>
          </p:cNvPr>
          <p:cNvSpPr>
            <a:spLocks noGrp="1"/>
          </p:cNvSpPr>
          <p:nvPr/>
        </p:nvSpPr>
        <p:spPr>
          <a:xfrm>
            <a:off x="6219825" y="4152900"/>
            <a:ext cx="5257800" cy="400050"/>
          </a:xfrm>
          <a:prstGeom prst="roundRect">
            <a:avLst>
              <a:gd name="adj" fmla="val 14286"/>
            </a:avLst>
          </a:prstGeom>
          <a:solidFill>
            <a:srgbClr val="F7FBFA"/>
          </a:solidFill>
          <a:ln w="9525">
            <a:solidFill>
              <a:srgbClr val="D5E9E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64CC1C24-1FC2-4096-9956-5C46B8CE7C96}"/>
              </a:ext>
            </a:extLst>
          </p:cNvPr>
          <p:cNvSpPr>
            <a:spLocks noGrp="1"/>
          </p:cNvSpPr>
          <p:nvPr/>
        </p:nvSpPr>
        <p:spPr>
          <a:xfrm>
            <a:off x="6372225" y="4229100"/>
            <a:ext cx="3810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125" b="0" i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9. Lipoma</a:t>
            </a:r>
          </a:p>
        </p:txBody>
      </p:sp>
      <p:sp>
        <p:nvSpPr>
          <p:cNvPr id="46" name="Rectangle: Rounded Corners 45">
            <a:extLst>
              <a:ext uri="{FF2B5EF4-FFF2-40B4-BE49-F238E27FC236}">
                <a16:creationId xmlns:a16="http://schemas.microsoft.com/office/drawing/2014/main" id="{F4090A1C-4CC4-42E6-9F79-09970C21B447}"/>
              </a:ext>
            </a:extLst>
          </p:cNvPr>
          <p:cNvSpPr>
            <a:spLocks noGrp="1"/>
          </p:cNvSpPr>
          <p:nvPr/>
        </p:nvSpPr>
        <p:spPr>
          <a:xfrm>
            <a:off x="10563225" y="4219575"/>
            <a:ext cx="647700" cy="285750"/>
          </a:xfrm>
          <a:prstGeom prst="roundRect">
            <a:avLst>
              <a:gd name="adj" fmla="val 40000"/>
            </a:avLst>
          </a:prstGeom>
          <a:solidFill>
            <a:srgbClr val="4B8F99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8x</a:t>
            </a:r>
          </a:p>
        </p:txBody>
      </p:sp>
      <p:sp>
        <p:nvSpPr>
          <p:cNvPr id="47" name="Rectangle: Rounded Corners 46">
            <a:extLst>
              <a:ext uri="{FF2B5EF4-FFF2-40B4-BE49-F238E27FC236}">
                <a16:creationId xmlns:a16="http://schemas.microsoft.com/office/drawing/2014/main" id="{6B43DB1F-199F-4B49-9273-FD18D521D1C5}"/>
              </a:ext>
            </a:extLst>
          </p:cNvPr>
          <p:cNvSpPr>
            <a:spLocks noGrp="1"/>
          </p:cNvSpPr>
          <p:nvPr/>
        </p:nvSpPr>
        <p:spPr>
          <a:xfrm>
            <a:off x="6219825" y="4676775"/>
            <a:ext cx="5257800" cy="400050"/>
          </a:xfrm>
          <a:prstGeom prst="roundRect">
            <a:avLst>
              <a:gd name="adj" fmla="val 14286"/>
            </a:avLst>
          </a:prstGeom>
          <a:solidFill>
            <a:srgbClr val="F7FBFA"/>
          </a:solidFill>
          <a:ln w="9525">
            <a:solidFill>
              <a:srgbClr val="D5E9E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70756BC4-A760-47AC-8608-191C9148D725}"/>
              </a:ext>
            </a:extLst>
          </p:cNvPr>
          <p:cNvSpPr>
            <a:spLocks noGrp="1"/>
          </p:cNvSpPr>
          <p:nvPr/>
        </p:nvSpPr>
        <p:spPr>
          <a:xfrm>
            <a:off x="6372225" y="4752975"/>
            <a:ext cx="3810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125" b="0" i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10. Musculoskeletal and spine</a:t>
            </a:r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33883874-36DD-4AEE-8E88-5D11DDEB050F}"/>
              </a:ext>
            </a:extLst>
          </p:cNvPr>
          <p:cNvSpPr>
            <a:spLocks noGrp="1"/>
          </p:cNvSpPr>
          <p:nvPr/>
        </p:nvSpPr>
        <p:spPr>
          <a:xfrm>
            <a:off x="10563225" y="4743450"/>
            <a:ext cx="647700" cy="285750"/>
          </a:xfrm>
          <a:prstGeom prst="roundRect">
            <a:avLst>
              <a:gd name="adj" fmla="val 40000"/>
            </a:avLst>
          </a:prstGeom>
          <a:solidFill>
            <a:srgbClr val="4B8F99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8x</a:t>
            </a: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F211BB95-4534-4B10-803C-E6DC08F576B8}"/>
              </a:ext>
            </a:extLst>
          </p:cNvPr>
          <p:cNvSpPr>
            <a:spLocks noGrp="1"/>
          </p:cNvSpPr>
          <p:nvPr/>
        </p:nvSpPr>
        <p:spPr>
          <a:xfrm>
            <a:off x="6219825" y="5200650"/>
            <a:ext cx="5257800" cy="400050"/>
          </a:xfrm>
          <a:prstGeom prst="roundRect">
            <a:avLst>
              <a:gd name="adj" fmla="val 14286"/>
            </a:avLst>
          </a:prstGeom>
          <a:solidFill>
            <a:srgbClr val="F7FBFA"/>
          </a:solidFill>
          <a:ln w="9525">
            <a:solidFill>
              <a:srgbClr val="D5E9E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16579F8F-3262-46E8-81BA-DB72AC2009D0}"/>
              </a:ext>
            </a:extLst>
          </p:cNvPr>
          <p:cNvSpPr>
            <a:spLocks noGrp="1"/>
          </p:cNvSpPr>
          <p:nvPr/>
        </p:nvSpPr>
        <p:spPr>
          <a:xfrm>
            <a:off x="6372225" y="5276850"/>
            <a:ext cx="3810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125" b="0" i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11. Sepsis and septicaemia</a:t>
            </a: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75EAD609-BB26-4BD7-9F28-3673415257AC}"/>
              </a:ext>
            </a:extLst>
          </p:cNvPr>
          <p:cNvSpPr>
            <a:spLocks noGrp="1"/>
          </p:cNvSpPr>
          <p:nvPr/>
        </p:nvSpPr>
        <p:spPr>
          <a:xfrm>
            <a:off x="10563225" y="5267325"/>
            <a:ext cx="647700" cy="285750"/>
          </a:xfrm>
          <a:prstGeom prst="roundRect">
            <a:avLst>
              <a:gd name="adj" fmla="val 40000"/>
            </a:avLst>
          </a:prstGeom>
          <a:solidFill>
            <a:srgbClr val="4B8F99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8x</a:t>
            </a:r>
          </a:p>
        </p:txBody>
      </p:sp>
      <p:sp>
        <p:nvSpPr>
          <p:cNvPr id="53" name="Rectangle: Rounded Corners 52">
            <a:extLst>
              <a:ext uri="{FF2B5EF4-FFF2-40B4-BE49-F238E27FC236}">
                <a16:creationId xmlns:a16="http://schemas.microsoft.com/office/drawing/2014/main" id="{14B0B037-A6C0-40C9-BB91-BEE354A946B3}"/>
              </a:ext>
            </a:extLst>
          </p:cNvPr>
          <p:cNvSpPr>
            <a:spLocks noGrp="1"/>
          </p:cNvSpPr>
          <p:nvPr/>
        </p:nvSpPr>
        <p:spPr>
          <a:xfrm>
            <a:off x="6219825" y="5724525"/>
            <a:ext cx="5257800" cy="400050"/>
          </a:xfrm>
          <a:prstGeom prst="roundRect">
            <a:avLst>
              <a:gd name="adj" fmla="val 14286"/>
            </a:avLst>
          </a:prstGeom>
          <a:solidFill>
            <a:srgbClr val="F7FBFA"/>
          </a:solidFill>
          <a:ln w="9525">
            <a:solidFill>
              <a:srgbClr val="D5E9E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8A205BFE-5728-495D-BBA9-ED89214EBFA6}"/>
              </a:ext>
            </a:extLst>
          </p:cNvPr>
          <p:cNvSpPr>
            <a:spLocks noGrp="1"/>
          </p:cNvSpPr>
          <p:nvPr/>
        </p:nvSpPr>
        <p:spPr>
          <a:xfrm>
            <a:off x="6372225" y="5800725"/>
            <a:ext cx="3810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125" b="0" i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12. Raynaud disease and cold injury</a:t>
            </a:r>
          </a:p>
        </p:txBody>
      </p:sp>
      <p:sp>
        <p:nvSpPr>
          <p:cNvPr id="55" name="Rectangle: Rounded Corners 54">
            <a:extLst>
              <a:ext uri="{FF2B5EF4-FFF2-40B4-BE49-F238E27FC236}">
                <a16:creationId xmlns:a16="http://schemas.microsoft.com/office/drawing/2014/main" id="{CA9A3F15-CDB2-43DD-99F3-A97FFABD0CD1}"/>
              </a:ext>
            </a:extLst>
          </p:cNvPr>
          <p:cNvSpPr>
            <a:spLocks noGrp="1"/>
          </p:cNvSpPr>
          <p:nvPr/>
        </p:nvSpPr>
        <p:spPr>
          <a:xfrm>
            <a:off x="10563225" y="5791200"/>
            <a:ext cx="647700" cy="285750"/>
          </a:xfrm>
          <a:prstGeom prst="roundRect">
            <a:avLst>
              <a:gd name="adj" fmla="val 40000"/>
            </a:avLst>
          </a:prstGeom>
          <a:solidFill>
            <a:srgbClr val="4B8F99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7x</a:t>
            </a:r>
          </a:p>
        </p:txBody>
      </p:sp>
    </p:spTree>
    <p:extLst>
      <p:ext uri="{BB962C8B-B14F-4D97-AF65-F5344CB8AC3E}">
        <p14:creationId xmlns:p14="http://schemas.microsoft.com/office/powerpoint/2010/main" val="1787407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674A69DE-32AD-4ECF-B0A3-4C9CC9653C6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066800"/>
          </a:xfrm>
          <a:prstGeom prst="rect">
            <a:avLst/>
          </a:prstGeom>
          <a:solidFill>
            <a:srgbClr val="028090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C0D9ADCB-3D54-4963-9D88-1554C8E55415}"/>
              </a:ext>
            </a:extLst>
          </p:cNvPr>
          <p:cNvSpPr>
            <a:spLocks noGrp="1"/>
          </p:cNvSpPr>
          <p:nvPr/>
        </p:nvSpPr>
        <p:spPr>
          <a:xfrm>
            <a:off x="457200" y="285750"/>
            <a:ext cx="533400" cy="533400"/>
          </a:xfrm>
          <a:prstGeom prst="ellipse">
            <a:avLst/>
          </a:prstGeom>
          <a:solidFill>
            <a:srgbClr val="00A896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586434B-D9E8-42A4-8B3C-5F3164CE9A89}"/>
              </a:ext>
            </a:extLst>
          </p:cNvPr>
          <p:cNvSpPr>
            <a:spLocks noGrp="1"/>
          </p:cNvSpPr>
          <p:nvPr/>
        </p:nvSpPr>
        <p:spPr>
          <a:xfrm>
            <a:off x="457200" y="381000"/>
            <a:ext cx="5334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57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7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i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6B05C67-A6BA-40F1-BABF-ED0B5A62B1FD}"/>
              </a:ext>
            </a:extLst>
          </p:cNvPr>
          <p:cNvSpPr>
            <a:spLocks noGrp="1"/>
          </p:cNvSpPr>
          <p:nvPr/>
        </p:nvSpPr>
        <p:spPr>
          <a:xfrm>
            <a:off x="1219200" y="209550"/>
            <a:ext cx="8382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400" b="1" i="0">
                <a:solidFill>
                  <a:srgbClr val="FFFFFF"/>
                </a:solidFill>
                <a:latin typeface="Cambria"/>
                <a:ea typeface="Cambria"/>
                <a:cs typeface="Cambria"/>
              </a:defRPr>
            </a:pPr>
            <a:r>
              <a:rPr sz="2400" b="1" i="0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How each highlighted question card works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01A28B9-71CD-475E-A8AB-C8FAC1EE35F4}"/>
              </a:ext>
            </a:extLst>
          </p:cNvPr>
          <p:cNvSpPr>
            <a:spLocks noGrp="1"/>
          </p:cNvSpPr>
          <p:nvPr/>
        </p:nvSpPr>
        <p:spPr>
          <a:xfrm>
            <a:off x="1219200" y="666750"/>
            <a:ext cx="8382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125" b="0" i="1">
                <a:solidFill>
                  <a:srgbClr val="E6F5F3"/>
                </a:solidFill>
                <a:latin typeface="Calibri"/>
                <a:ea typeface="Calibri"/>
                <a:cs typeface="Calibri"/>
              </a:defRPr>
            </a:pPr>
            <a:r>
              <a:rPr sz="1125" b="0" i="1">
                <a:solidFill>
                  <a:srgbClr val="E6F5F3"/>
                </a:solidFill>
                <a:latin typeface="Calibri"/>
                <a:ea typeface="Calibri"/>
                <a:cs typeface="Calibri"/>
              </a:rPr>
              <a:t>Each card preserves the original exam session, section and question number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C7575B84-D5F0-4E05-B976-99E8FEE1D0E4}"/>
              </a:ext>
            </a:extLst>
          </p:cNvPr>
          <p:cNvSpPr>
            <a:spLocks noGrp="1"/>
          </p:cNvSpPr>
          <p:nvPr/>
        </p:nvSpPr>
        <p:spPr>
          <a:xfrm>
            <a:off x="9886950" y="381000"/>
            <a:ext cx="1714500" cy="285750"/>
          </a:xfrm>
          <a:prstGeom prst="roundRect">
            <a:avLst>
              <a:gd name="adj" fmla="val 40000"/>
            </a:avLst>
          </a:prstGeom>
          <a:solidFill>
            <a:srgbClr val="016B78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Guide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9DE70CBC-EE69-4E1C-9DC6-DF20E2DCC99E}"/>
              </a:ext>
            </a:extLst>
          </p:cNvPr>
          <p:cNvSpPr>
            <a:spLocks noGrp="1"/>
          </p:cNvSpPr>
          <p:nvPr/>
        </p:nvSpPr>
        <p:spPr>
          <a:xfrm>
            <a:off x="857250" y="1571625"/>
            <a:ext cx="10477500" cy="781050"/>
          </a:xfrm>
          <a:prstGeom prst="roundRect">
            <a:avLst>
              <a:gd name="adj" fmla="val 9756"/>
            </a:avLst>
          </a:prstGeom>
          <a:solidFill>
            <a:srgbClr val="FFF8D6"/>
          </a:solidFill>
          <a:ln w="9525">
            <a:solidFill>
              <a:srgbClr val="F2DF9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E4534F0-5E38-4888-8098-74531C2F9F39}"/>
              </a:ext>
            </a:extLst>
          </p:cNvPr>
          <p:cNvSpPr>
            <a:spLocks noGrp="1"/>
          </p:cNvSpPr>
          <p:nvPr/>
        </p:nvSpPr>
        <p:spPr>
          <a:xfrm>
            <a:off x="857250" y="1571625"/>
            <a:ext cx="76200" cy="781050"/>
          </a:xfrm>
          <a:prstGeom prst="rect">
            <a:avLst/>
          </a:prstGeom>
          <a:solidFill>
            <a:srgbClr val="F6C343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95FBF597-F54F-4CB5-8592-2E59B2BD1A72}"/>
              </a:ext>
            </a:extLst>
          </p:cNvPr>
          <p:cNvSpPr>
            <a:spLocks noGrp="1"/>
          </p:cNvSpPr>
          <p:nvPr/>
        </p:nvSpPr>
        <p:spPr>
          <a:xfrm>
            <a:off x="1143000" y="1800225"/>
            <a:ext cx="1428750" cy="285750"/>
          </a:xfrm>
          <a:prstGeom prst="roundRect">
            <a:avLst>
              <a:gd name="adj" fmla="val 40000"/>
            </a:avLst>
          </a:prstGeom>
          <a:solidFill>
            <a:srgbClr val="02809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Session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74DE594-696F-4809-8B70-0BA9F2F23520}"/>
              </a:ext>
            </a:extLst>
          </p:cNvPr>
          <p:cNvSpPr>
            <a:spLocks noGrp="1"/>
          </p:cNvSpPr>
          <p:nvPr/>
        </p:nvSpPr>
        <p:spPr>
          <a:xfrm>
            <a:off x="2895600" y="1771650"/>
            <a:ext cx="7620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0" i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rPr sz="1500" b="0" i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The month and year from the original question paper.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83AF9E01-6A82-485B-8593-32FC0066F911}"/>
              </a:ext>
            </a:extLst>
          </p:cNvPr>
          <p:cNvSpPr>
            <a:spLocks noGrp="1"/>
          </p:cNvSpPr>
          <p:nvPr/>
        </p:nvSpPr>
        <p:spPr>
          <a:xfrm>
            <a:off x="857250" y="2638425"/>
            <a:ext cx="10477500" cy="781050"/>
          </a:xfrm>
          <a:prstGeom prst="roundRect">
            <a:avLst>
              <a:gd name="adj" fmla="val 9756"/>
            </a:avLst>
          </a:prstGeom>
          <a:solidFill>
            <a:srgbClr val="FFF8D6"/>
          </a:solidFill>
          <a:ln w="9525">
            <a:solidFill>
              <a:srgbClr val="F2DF9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1E79D5B-7E06-4148-AE40-0AACF51FE291}"/>
              </a:ext>
            </a:extLst>
          </p:cNvPr>
          <p:cNvSpPr>
            <a:spLocks noGrp="1"/>
          </p:cNvSpPr>
          <p:nvPr/>
        </p:nvSpPr>
        <p:spPr>
          <a:xfrm>
            <a:off x="857250" y="2638425"/>
            <a:ext cx="76200" cy="781050"/>
          </a:xfrm>
          <a:prstGeom prst="rect">
            <a:avLst/>
          </a:prstGeom>
          <a:solidFill>
            <a:srgbClr val="F6C343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706B3715-821F-4BB9-B17A-EB04066766FC}"/>
              </a:ext>
            </a:extLst>
          </p:cNvPr>
          <p:cNvSpPr>
            <a:spLocks noGrp="1"/>
          </p:cNvSpPr>
          <p:nvPr/>
        </p:nvSpPr>
        <p:spPr>
          <a:xfrm>
            <a:off x="1143000" y="2867025"/>
            <a:ext cx="1428750" cy="285750"/>
          </a:xfrm>
          <a:prstGeom prst="roundRect">
            <a:avLst>
              <a:gd name="adj" fmla="val 40000"/>
            </a:avLst>
          </a:prstGeom>
          <a:solidFill>
            <a:srgbClr val="02809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Section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A8B9CF2-DDC4-41C8-A2EB-7CA235C1E7D5}"/>
              </a:ext>
            </a:extLst>
          </p:cNvPr>
          <p:cNvSpPr>
            <a:spLocks noGrp="1"/>
          </p:cNvSpPr>
          <p:nvPr/>
        </p:nvSpPr>
        <p:spPr>
          <a:xfrm>
            <a:off x="2895600" y="2838450"/>
            <a:ext cx="7620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0" i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rPr sz="1500" b="0" i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Write Notes or Short Answers, exactly as extracted from the PDF.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140FA2C5-EF5F-463C-A5A6-EC519ED80579}"/>
              </a:ext>
            </a:extLst>
          </p:cNvPr>
          <p:cNvSpPr>
            <a:spLocks noGrp="1"/>
          </p:cNvSpPr>
          <p:nvPr/>
        </p:nvSpPr>
        <p:spPr>
          <a:xfrm>
            <a:off x="857250" y="3705225"/>
            <a:ext cx="10477500" cy="781050"/>
          </a:xfrm>
          <a:prstGeom prst="roundRect">
            <a:avLst>
              <a:gd name="adj" fmla="val 9756"/>
            </a:avLst>
          </a:prstGeom>
          <a:solidFill>
            <a:srgbClr val="FFF8D6"/>
          </a:solidFill>
          <a:ln w="9525">
            <a:solidFill>
              <a:srgbClr val="F2DF9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04EB232-C9C6-4EFF-9B40-6D3354C54080}"/>
              </a:ext>
            </a:extLst>
          </p:cNvPr>
          <p:cNvSpPr>
            <a:spLocks noGrp="1"/>
          </p:cNvSpPr>
          <p:nvPr/>
        </p:nvSpPr>
        <p:spPr>
          <a:xfrm>
            <a:off x="857250" y="3705225"/>
            <a:ext cx="76200" cy="781050"/>
          </a:xfrm>
          <a:prstGeom prst="rect">
            <a:avLst/>
          </a:prstGeom>
          <a:solidFill>
            <a:srgbClr val="F6C343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6B2D910B-2C23-4A00-9322-451B1D6F54AE}"/>
              </a:ext>
            </a:extLst>
          </p:cNvPr>
          <p:cNvSpPr>
            <a:spLocks noGrp="1"/>
          </p:cNvSpPr>
          <p:nvPr/>
        </p:nvSpPr>
        <p:spPr>
          <a:xfrm>
            <a:off x="1143000" y="3933825"/>
            <a:ext cx="1428750" cy="285750"/>
          </a:xfrm>
          <a:prstGeom prst="roundRect">
            <a:avLst>
              <a:gd name="adj" fmla="val 40000"/>
            </a:avLst>
          </a:prstGeom>
          <a:solidFill>
            <a:srgbClr val="02809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Q number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42073F5-CDBF-4F8F-A8A1-3CBD3088F5D1}"/>
              </a:ext>
            </a:extLst>
          </p:cNvPr>
          <p:cNvSpPr>
            <a:spLocks noGrp="1"/>
          </p:cNvSpPr>
          <p:nvPr/>
        </p:nvSpPr>
        <p:spPr>
          <a:xfrm>
            <a:off x="2895600" y="3905250"/>
            <a:ext cx="7620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0" i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rPr sz="1500" b="0" i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The original section question number from that paper.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71976E40-5015-429D-A689-F982E1E80E00}"/>
              </a:ext>
            </a:extLst>
          </p:cNvPr>
          <p:cNvSpPr>
            <a:spLocks noGrp="1"/>
          </p:cNvSpPr>
          <p:nvPr/>
        </p:nvSpPr>
        <p:spPr>
          <a:xfrm>
            <a:off x="857250" y="4772025"/>
            <a:ext cx="10477500" cy="781050"/>
          </a:xfrm>
          <a:prstGeom prst="roundRect">
            <a:avLst>
              <a:gd name="adj" fmla="val 9756"/>
            </a:avLst>
          </a:prstGeom>
          <a:solidFill>
            <a:srgbClr val="FFF8D6"/>
          </a:solidFill>
          <a:ln w="9525">
            <a:solidFill>
              <a:srgbClr val="F2DF9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AFE28CD-6D50-4561-90D3-B893757BDBA9}"/>
              </a:ext>
            </a:extLst>
          </p:cNvPr>
          <p:cNvSpPr>
            <a:spLocks noGrp="1"/>
          </p:cNvSpPr>
          <p:nvPr/>
        </p:nvSpPr>
        <p:spPr>
          <a:xfrm>
            <a:off x="857250" y="4772025"/>
            <a:ext cx="76200" cy="781050"/>
          </a:xfrm>
          <a:prstGeom prst="rect">
            <a:avLst/>
          </a:prstGeom>
          <a:solidFill>
            <a:srgbClr val="F6C343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D12BA3B5-286A-488C-AF83-8F5B2B33EA80}"/>
              </a:ext>
            </a:extLst>
          </p:cNvPr>
          <p:cNvSpPr>
            <a:spLocks noGrp="1"/>
          </p:cNvSpPr>
          <p:nvPr/>
        </p:nvSpPr>
        <p:spPr>
          <a:xfrm>
            <a:off x="1143000" y="5000625"/>
            <a:ext cx="1428750" cy="285750"/>
          </a:xfrm>
          <a:prstGeom prst="roundRect">
            <a:avLst>
              <a:gd name="adj" fmla="val 40000"/>
            </a:avLst>
          </a:prstGeom>
          <a:solidFill>
            <a:srgbClr val="02809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Question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DCAF439-FE4E-416D-BE50-4B98E0724EBB}"/>
              </a:ext>
            </a:extLst>
          </p:cNvPr>
          <p:cNvSpPr>
            <a:spLocks noGrp="1"/>
          </p:cNvSpPr>
          <p:nvPr/>
        </p:nvSpPr>
        <p:spPr>
          <a:xfrm>
            <a:off x="2895600" y="4972050"/>
            <a:ext cx="7620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0" i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rPr sz="1500" b="0" i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The full asked question, highlighted as its own revision item.</a:t>
            </a:r>
          </a:p>
        </p:txBody>
      </p:sp>
    </p:spTree>
    <p:extLst>
      <p:ext uri="{BB962C8B-B14F-4D97-AF65-F5344CB8AC3E}">
        <p14:creationId xmlns:p14="http://schemas.microsoft.com/office/powerpoint/2010/main" val="3613716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 35">
            <a:extLst>
              <a:ext uri="{FF2B5EF4-FFF2-40B4-BE49-F238E27FC236}">
                <a16:creationId xmlns:a16="http://schemas.microsoft.com/office/drawing/2014/main" id="{E9D48751-3DCA-47D7-A6A1-DDC81319E12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066800"/>
          </a:xfrm>
          <a:prstGeom prst="rect">
            <a:avLst/>
          </a:prstGeom>
          <a:solidFill>
            <a:srgbClr val="028090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1B19089E-9129-4A55-9401-1F93AEDF0642}"/>
              </a:ext>
            </a:extLst>
          </p:cNvPr>
          <p:cNvSpPr>
            <a:spLocks noGrp="1"/>
          </p:cNvSpPr>
          <p:nvPr/>
        </p:nvSpPr>
        <p:spPr>
          <a:xfrm>
            <a:off x="457200" y="285750"/>
            <a:ext cx="533400" cy="533400"/>
          </a:xfrm>
          <a:prstGeom prst="ellipse">
            <a:avLst/>
          </a:prstGeom>
          <a:solidFill>
            <a:srgbClr val="00A896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81DC816-AD2E-4730-A089-E6CC10CD0A52}"/>
              </a:ext>
            </a:extLst>
          </p:cNvPr>
          <p:cNvSpPr>
            <a:spLocks noGrp="1"/>
          </p:cNvSpPr>
          <p:nvPr/>
        </p:nvSpPr>
        <p:spPr>
          <a:xfrm>
            <a:off x="457200" y="381000"/>
            <a:ext cx="5334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57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7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08669ED-318F-4415-B666-FEC8154A85BD}"/>
              </a:ext>
            </a:extLst>
          </p:cNvPr>
          <p:cNvSpPr>
            <a:spLocks noGrp="1"/>
          </p:cNvSpPr>
          <p:nvPr/>
        </p:nvSpPr>
        <p:spPr>
          <a:xfrm>
            <a:off x="1219200" y="209550"/>
            <a:ext cx="8382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400" b="1" i="0">
                <a:solidFill>
                  <a:srgbClr val="FFFFFF"/>
                </a:solidFill>
                <a:latin typeface="Cambria"/>
                <a:ea typeface="Cambria"/>
                <a:cs typeface="Cambria"/>
              </a:defRPr>
            </a:pPr>
            <a:r>
              <a:rPr sz="2400" b="1" i="0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Ulcers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E12F1AB-077F-4A54-B05E-76DDA4D1CB7C}"/>
              </a:ext>
            </a:extLst>
          </p:cNvPr>
          <p:cNvSpPr>
            <a:spLocks noGrp="1"/>
          </p:cNvSpPr>
          <p:nvPr/>
        </p:nvSpPr>
        <p:spPr>
          <a:xfrm>
            <a:off x="1219200" y="666750"/>
            <a:ext cx="8382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125" b="0" i="1">
                <a:solidFill>
                  <a:srgbClr val="E6F5F3"/>
                </a:solidFill>
                <a:latin typeface="Calibri"/>
                <a:ea typeface="Calibri"/>
                <a:cs typeface="Calibri"/>
              </a:defRPr>
            </a:pPr>
            <a:r>
              <a:rPr sz="1125" b="0" i="1">
                <a:solidFill>
                  <a:srgbClr val="E6F5F3"/>
                </a:solidFill>
                <a:latin typeface="Calibri"/>
                <a:ea typeface="Calibri"/>
                <a:cs typeface="Calibri"/>
              </a:rPr>
              <a:t>20 times asked | 9 Write Notes | 11 Short Answers | part 1 of 5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78616759-466E-4878-B6E0-5790D08290E6}"/>
              </a:ext>
            </a:extLst>
          </p:cNvPr>
          <p:cNvSpPr>
            <a:spLocks noGrp="1"/>
          </p:cNvSpPr>
          <p:nvPr/>
        </p:nvSpPr>
        <p:spPr>
          <a:xfrm>
            <a:off x="9886950" y="381000"/>
            <a:ext cx="1714500" cy="285750"/>
          </a:xfrm>
          <a:prstGeom prst="roundRect">
            <a:avLst>
              <a:gd name="adj" fmla="val 40000"/>
            </a:avLst>
          </a:prstGeom>
          <a:solidFill>
            <a:srgbClr val="016B78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Rank 1/55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934FB7D-9894-4D1E-B794-B20132D22710}"/>
              </a:ext>
            </a:extLst>
          </p:cNvPr>
          <p:cNvSpPr>
            <a:spLocks noGrp="1"/>
          </p:cNvSpPr>
          <p:nvPr/>
        </p:nvSpPr>
        <p:spPr>
          <a:xfrm>
            <a:off x="552450" y="1200150"/>
            <a:ext cx="4000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1" i="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pPr>
            <a:r>
              <a:rPr sz="1275" b="1" i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Highlighted asked questions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8DFD2C14-9F82-407E-A831-2D8BA0C7992D}"/>
              </a:ext>
            </a:extLst>
          </p:cNvPr>
          <p:cNvSpPr>
            <a:spLocks noGrp="1"/>
          </p:cNvSpPr>
          <p:nvPr/>
        </p:nvSpPr>
        <p:spPr>
          <a:xfrm>
            <a:off x="552450" y="1562100"/>
            <a:ext cx="11087100" cy="1066800"/>
          </a:xfrm>
          <a:prstGeom prst="roundRect">
            <a:avLst>
              <a:gd name="adj" fmla="val 7143"/>
            </a:avLst>
          </a:prstGeom>
          <a:solidFill>
            <a:srgbClr val="FFF8D6"/>
          </a:solidFill>
          <a:ln w="9525">
            <a:solidFill>
              <a:srgbClr val="F2DF9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CAD38CE-511B-46EE-897D-CF5D9A243C29}"/>
              </a:ext>
            </a:extLst>
          </p:cNvPr>
          <p:cNvSpPr>
            <a:spLocks noGrp="1"/>
          </p:cNvSpPr>
          <p:nvPr/>
        </p:nvSpPr>
        <p:spPr>
          <a:xfrm>
            <a:off x="552450" y="1562100"/>
            <a:ext cx="76200" cy="1066800"/>
          </a:xfrm>
          <a:prstGeom prst="rect">
            <a:avLst/>
          </a:prstGeom>
          <a:solidFill>
            <a:srgbClr val="F6C343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9EF2ACE5-7374-40E1-BBBC-853FF3BD4792}"/>
              </a:ext>
            </a:extLst>
          </p:cNvPr>
          <p:cNvSpPr>
            <a:spLocks noGrp="1"/>
          </p:cNvSpPr>
          <p:nvPr/>
        </p:nvSpPr>
        <p:spPr>
          <a:xfrm>
            <a:off x="762000" y="1733550"/>
            <a:ext cx="990600" cy="285750"/>
          </a:xfrm>
          <a:prstGeom prst="roundRect">
            <a:avLst>
              <a:gd name="adj" fmla="val 40000"/>
            </a:avLst>
          </a:prstGeom>
          <a:solidFill>
            <a:srgbClr val="02809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OCT 2018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286DB4D7-F0DB-48A6-9FBF-D95B8C94A3D3}"/>
              </a:ext>
            </a:extLst>
          </p:cNvPr>
          <p:cNvSpPr>
            <a:spLocks noGrp="1"/>
          </p:cNvSpPr>
          <p:nvPr/>
        </p:nvSpPr>
        <p:spPr>
          <a:xfrm>
            <a:off x="1885950" y="1733550"/>
            <a:ext cx="1219200" cy="285750"/>
          </a:xfrm>
          <a:prstGeom prst="roundRect">
            <a:avLst>
              <a:gd name="adj" fmla="val 40000"/>
            </a:avLst>
          </a:prstGeom>
          <a:solidFill>
            <a:srgbClr val="2563A8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Short Answers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D2F9B9F9-C477-445D-9090-591723176523}"/>
              </a:ext>
            </a:extLst>
          </p:cNvPr>
          <p:cNvSpPr>
            <a:spLocks noGrp="1"/>
          </p:cNvSpPr>
          <p:nvPr/>
        </p:nvSpPr>
        <p:spPr>
          <a:xfrm>
            <a:off x="3238500" y="1733550"/>
            <a:ext cx="514350" cy="285750"/>
          </a:xfrm>
          <a:prstGeom prst="roundRect">
            <a:avLst>
              <a:gd name="adj" fmla="val 40000"/>
            </a:avLst>
          </a:prstGeom>
          <a:solidFill>
            <a:srgbClr val="7C6A0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Q4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CA7AA9E-77C1-4F64-8988-EA12E20DA791}"/>
              </a:ext>
            </a:extLst>
          </p:cNvPr>
          <p:cNvSpPr>
            <a:spLocks noGrp="1"/>
          </p:cNvSpPr>
          <p:nvPr/>
        </p:nvSpPr>
        <p:spPr>
          <a:xfrm>
            <a:off x="10763250" y="1733550"/>
            <a:ext cx="666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pPr>
            <a:r>
              <a: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1 of 20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907703D-19E6-457C-A50B-1506492BC3C5}"/>
              </a:ext>
            </a:extLst>
          </p:cNvPr>
          <p:cNvSpPr>
            <a:spLocks noGrp="1"/>
          </p:cNvSpPr>
          <p:nvPr/>
        </p:nvSpPr>
        <p:spPr>
          <a:xfrm>
            <a:off x="762000" y="2114550"/>
            <a:ext cx="106489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 i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rPr sz="1200" b="0" i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Meleney's ulcer.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D1DF9061-9846-49AA-83DA-DAC3D7BAAA82}"/>
              </a:ext>
            </a:extLst>
          </p:cNvPr>
          <p:cNvSpPr>
            <a:spLocks noGrp="1"/>
          </p:cNvSpPr>
          <p:nvPr/>
        </p:nvSpPr>
        <p:spPr>
          <a:xfrm>
            <a:off x="552450" y="2800350"/>
            <a:ext cx="11087100" cy="1066800"/>
          </a:xfrm>
          <a:prstGeom prst="roundRect">
            <a:avLst>
              <a:gd name="adj" fmla="val 7143"/>
            </a:avLst>
          </a:prstGeom>
          <a:solidFill>
            <a:srgbClr val="FFF8D6"/>
          </a:solidFill>
          <a:ln w="9525">
            <a:solidFill>
              <a:srgbClr val="F2DF9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AD66A18-D67D-43FF-BB5A-52F144000C36}"/>
              </a:ext>
            </a:extLst>
          </p:cNvPr>
          <p:cNvSpPr>
            <a:spLocks noGrp="1"/>
          </p:cNvSpPr>
          <p:nvPr/>
        </p:nvSpPr>
        <p:spPr>
          <a:xfrm>
            <a:off x="552450" y="2800350"/>
            <a:ext cx="76200" cy="1066800"/>
          </a:xfrm>
          <a:prstGeom prst="rect">
            <a:avLst/>
          </a:prstGeom>
          <a:solidFill>
            <a:srgbClr val="F6C343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80AD7053-6F41-4514-B9D5-239A56DF4088}"/>
              </a:ext>
            </a:extLst>
          </p:cNvPr>
          <p:cNvSpPr>
            <a:spLocks noGrp="1"/>
          </p:cNvSpPr>
          <p:nvPr/>
        </p:nvSpPr>
        <p:spPr>
          <a:xfrm>
            <a:off x="762000" y="2971800"/>
            <a:ext cx="990600" cy="285750"/>
          </a:xfrm>
          <a:prstGeom prst="roundRect">
            <a:avLst>
              <a:gd name="adj" fmla="val 40000"/>
            </a:avLst>
          </a:prstGeom>
          <a:solidFill>
            <a:srgbClr val="02809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MAY 2019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248B9E66-8023-47A3-BF30-CF5E938E9E62}"/>
              </a:ext>
            </a:extLst>
          </p:cNvPr>
          <p:cNvSpPr>
            <a:spLocks noGrp="1"/>
          </p:cNvSpPr>
          <p:nvPr/>
        </p:nvSpPr>
        <p:spPr>
          <a:xfrm>
            <a:off x="1885950" y="2971800"/>
            <a:ext cx="1219200" cy="285750"/>
          </a:xfrm>
          <a:prstGeom prst="roundRect">
            <a:avLst>
              <a:gd name="adj" fmla="val 40000"/>
            </a:avLst>
          </a:prstGeom>
          <a:solidFill>
            <a:srgbClr val="02809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Write Notes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13A38667-81C1-4A2A-B3CB-A559215232CD}"/>
              </a:ext>
            </a:extLst>
          </p:cNvPr>
          <p:cNvSpPr>
            <a:spLocks noGrp="1"/>
          </p:cNvSpPr>
          <p:nvPr/>
        </p:nvSpPr>
        <p:spPr>
          <a:xfrm>
            <a:off x="3238500" y="2971800"/>
            <a:ext cx="514350" cy="285750"/>
          </a:xfrm>
          <a:prstGeom prst="roundRect">
            <a:avLst>
              <a:gd name="adj" fmla="val 40000"/>
            </a:avLst>
          </a:prstGeom>
          <a:solidFill>
            <a:srgbClr val="7C6A0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Q9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FB8D481-B1DF-4223-B53E-B4E7C641FFA4}"/>
              </a:ext>
            </a:extLst>
          </p:cNvPr>
          <p:cNvSpPr>
            <a:spLocks noGrp="1"/>
          </p:cNvSpPr>
          <p:nvPr/>
        </p:nvSpPr>
        <p:spPr>
          <a:xfrm>
            <a:off x="10763250" y="2971800"/>
            <a:ext cx="666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pPr>
            <a:r>
              <a: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2 of 20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3F9897F-E36B-45F6-9701-E62C696E37EA}"/>
              </a:ext>
            </a:extLst>
          </p:cNvPr>
          <p:cNvSpPr>
            <a:spLocks noGrp="1"/>
          </p:cNvSpPr>
          <p:nvPr/>
        </p:nvSpPr>
        <p:spPr>
          <a:xfrm>
            <a:off x="762000" y="3352800"/>
            <a:ext cx="106489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 i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rPr sz="1200" b="0" i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Heparsulph and Flouric acid in Ulcer.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D0C884A5-D653-4B08-9603-53A32C191CDB}"/>
              </a:ext>
            </a:extLst>
          </p:cNvPr>
          <p:cNvSpPr>
            <a:spLocks noGrp="1"/>
          </p:cNvSpPr>
          <p:nvPr/>
        </p:nvSpPr>
        <p:spPr>
          <a:xfrm>
            <a:off x="552450" y="4038600"/>
            <a:ext cx="11087100" cy="1066800"/>
          </a:xfrm>
          <a:prstGeom prst="roundRect">
            <a:avLst>
              <a:gd name="adj" fmla="val 7143"/>
            </a:avLst>
          </a:prstGeom>
          <a:solidFill>
            <a:srgbClr val="FFF8D6"/>
          </a:solidFill>
          <a:ln w="9525">
            <a:solidFill>
              <a:srgbClr val="F2DF9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A8C0716-51AF-47F3-A4C8-3F1D00F27B21}"/>
              </a:ext>
            </a:extLst>
          </p:cNvPr>
          <p:cNvSpPr>
            <a:spLocks noGrp="1"/>
          </p:cNvSpPr>
          <p:nvPr/>
        </p:nvSpPr>
        <p:spPr>
          <a:xfrm>
            <a:off x="552450" y="4038600"/>
            <a:ext cx="76200" cy="1066800"/>
          </a:xfrm>
          <a:prstGeom prst="rect">
            <a:avLst/>
          </a:prstGeom>
          <a:solidFill>
            <a:srgbClr val="F6C343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019EC25E-2342-4F6D-9B52-AB37329A1C5A}"/>
              </a:ext>
            </a:extLst>
          </p:cNvPr>
          <p:cNvSpPr>
            <a:spLocks noGrp="1"/>
          </p:cNvSpPr>
          <p:nvPr/>
        </p:nvSpPr>
        <p:spPr>
          <a:xfrm>
            <a:off x="762000" y="4210050"/>
            <a:ext cx="990600" cy="285750"/>
          </a:xfrm>
          <a:prstGeom prst="roundRect">
            <a:avLst>
              <a:gd name="adj" fmla="val 40000"/>
            </a:avLst>
          </a:prstGeom>
          <a:solidFill>
            <a:srgbClr val="02809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OCT 2019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CE63EAB9-C1A2-4176-A713-8B7AFA293DCF}"/>
              </a:ext>
            </a:extLst>
          </p:cNvPr>
          <p:cNvSpPr>
            <a:spLocks noGrp="1"/>
          </p:cNvSpPr>
          <p:nvPr/>
        </p:nvSpPr>
        <p:spPr>
          <a:xfrm>
            <a:off x="1885950" y="4210050"/>
            <a:ext cx="1219200" cy="285750"/>
          </a:xfrm>
          <a:prstGeom prst="roundRect">
            <a:avLst>
              <a:gd name="adj" fmla="val 40000"/>
            </a:avLst>
          </a:prstGeom>
          <a:solidFill>
            <a:srgbClr val="2563A8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Short Answers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5BE9A99B-BE90-419A-810C-30B6662531AD}"/>
              </a:ext>
            </a:extLst>
          </p:cNvPr>
          <p:cNvSpPr>
            <a:spLocks noGrp="1"/>
          </p:cNvSpPr>
          <p:nvPr/>
        </p:nvSpPr>
        <p:spPr>
          <a:xfrm>
            <a:off x="3238500" y="4210050"/>
            <a:ext cx="514350" cy="285750"/>
          </a:xfrm>
          <a:prstGeom prst="roundRect">
            <a:avLst>
              <a:gd name="adj" fmla="val 40000"/>
            </a:avLst>
          </a:prstGeom>
          <a:solidFill>
            <a:srgbClr val="7C6A0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Q1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76D1FC2-6375-4E94-B329-976068E7FE78}"/>
              </a:ext>
            </a:extLst>
          </p:cNvPr>
          <p:cNvSpPr>
            <a:spLocks noGrp="1"/>
          </p:cNvSpPr>
          <p:nvPr/>
        </p:nvSpPr>
        <p:spPr>
          <a:xfrm>
            <a:off x="10763250" y="4210050"/>
            <a:ext cx="666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pPr>
            <a:r>
              <a: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3 of 20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A623F6A8-C6AE-43D0-AA13-527192D63BA4}"/>
              </a:ext>
            </a:extLst>
          </p:cNvPr>
          <p:cNvSpPr>
            <a:spLocks noGrp="1"/>
          </p:cNvSpPr>
          <p:nvPr/>
        </p:nvSpPr>
        <p:spPr>
          <a:xfrm>
            <a:off x="762000" y="4591050"/>
            <a:ext cx="106489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 i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rPr sz="1200" b="0" i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Trophic ulcer.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B21896A1-5C5F-4D5C-8F55-963B60FDE406}"/>
              </a:ext>
            </a:extLst>
          </p:cNvPr>
          <p:cNvSpPr>
            <a:spLocks noGrp="1"/>
          </p:cNvSpPr>
          <p:nvPr/>
        </p:nvSpPr>
        <p:spPr>
          <a:xfrm>
            <a:off x="552450" y="5276850"/>
            <a:ext cx="11087100" cy="1066800"/>
          </a:xfrm>
          <a:prstGeom prst="roundRect">
            <a:avLst>
              <a:gd name="adj" fmla="val 7143"/>
            </a:avLst>
          </a:prstGeom>
          <a:solidFill>
            <a:srgbClr val="FFF8D6"/>
          </a:solidFill>
          <a:ln w="9525">
            <a:solidFill>
              <a:srgbClr val="F2DF9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14A0A78C-061E-4C30-BF11-484B3D8BF052}"/>
              </a:ext>
            </a:extLst>
          </p:cNvPr>
          <p:cNvSpPr>
            <a:spLocks noGrp="1"/>
          </p:cNvSpPr>
          <p:nvPr/>
        </p:nvSpPr>
        <p:spPr>
          <a:xfrm>
            <a:off x="552450" y="5276850"/>
            <a:ext cx="76200" cy="1066800"/>
          </a:xfrm>
          <a:prstGeom prst="rect">
            <a:avLst/>
          </a:prstGeom>
          <a:solidFill>
            <a:srgbClr val="F6C343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0541C4BA-DAED-4DF8-9395-FB164B91981C}"/>
              </a:ext>
            </a:extLst>
          </p:cNvPr>
          <p:cNvSpPr>
            <a:spLocks noGrp="1"/>
          </p:cNvSpPr>
          <p:nvPr/>
        </p:nvSpPr>
        <p:spPr>
          <a:xfrm>
            <a:off x="762000" y="5448300"/>
            <a:ext cx="990600" cy="285750"/>
          </a:xfrm>
          <a:prstGeom prst="roundRect">
            <a:avLst>
              <a:gd name="adj" fmla="val 40000"/>
            </a:avLst>
          </a:prstGeom>
          <a:solidFill>
            <a:srgbClr val="02809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MAR 2021</a:t>
            </a: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3396F366-BC9F-4AB3-BC6E-70D9A2F62D75}"/>
              </a:ext>
            </a:extLst>
          </p:cNvPr>
          <p:cNvSpPr>
            <a:spLocks noGrp="1"/>
          </p:cNvSpPr>
          <p:nvPr/>
        </p:nvSpPr>
        <p:spPr>
          <a:xfrm>
            <a:off x="1885950" y="5448300"/>
            <a:ext cx="1219200" cy="285750"/>
          </a:xfrm>
          <a:prstGeom prst="roundRect">
            <a:avLst>
              <a:gd name="adj" fmla="val 40000"/>
            </a:avLst>
          </a:prstGeom>
          <a:solidFill>
            <a:srgbClr val="2563A8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Short Answers</a:t>
            </a: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A701B1F7-BC82-4798-A304-C9930FE4DF9B}"/>
              </a:ext>
            </a:extLst>
          </p:cNvPr>
          <p:cNvSpPr>
            <a:spLocks noGrp="1"/>
          </p:cNvSpPr>
          <p:nvPr/>
        </p:nvSpPr>
        <p:spPr>
          <a:xfrm>
            <a:off x="3238500" y="5448300"/>
            <a:ext cx="514350" cy="285750"/>
          </a:xfrm>
          <a:prstGeom prst="roundRect">
            <a:avLst>
              <a:gd name="adj" fmla="val 40000"/>
            </a:avLst>
          </a:prstGeom>
          <a:solidFill>
            <a:srgbClr val="7C6A0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Q2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2E79D9DD-0F60-4BDE-87D0-70FD936FB9FE}"/>
              </a:ext>
            </a:extLst>
          </p:cNvPr>
          <p:cNvSpPr>
            <a:spLocks noGrp="1"/>
          </p:cNvSpPr>
          <p:nvPr/>
        </p:nvSpPr>
        <p:spPr>
          <a:xfrm>
            <a:off x="10763250" y="5448300"/>
            <a:ext cx="666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pPr>
            <a:r>
              <a: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4 of 20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A76F314C-C9F7-4C6A-9111-D2B81C2BE507}"/>
              </a:ext>
            </a:extLst>
          </p:cNvPr>
          <p:cNvSpPr>
            <a:spLocks noGrp="1"/>
          </p:cNvSpPr>
          <p:nvPr/>
        </p:nvSpPr>
        <p:spPr>
          <a:xfrm>
            <a:off x="762000" y="5829300"/>
            <a:ext cx="106489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 i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rPr sz="1200" b="0" i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Martorell's ulcer.</a:t>
            </a:r>
          </a:p>
        </p:txBody>
      </p:sp>
    </p:spTree>
    <p:extLst>
      <p:ext uri="{BB962C8B-B14F-4D97-AF65-F5344CB8AC3E}">
        <p14:creationId xmlns:p14="http://schemas.microsoft.com/office/powerpoint/2010/main" val="5220638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 35">
            <a:extLst>
              <a:ext uri="{FF2B5EF4-FFF2-40B4-BE49-F238E27FC236}">
                <a16:creationId xmlns:a16="http://schemas.microsoft.com/office/drawing/2014/main" id="{3DAA7B05-0DA4-4496-BF5F-9E2CC21AC0F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066800"/>
          </a:xfrm>
          <a:prstGeom prst="rect">
            <a:avLst/>
          </a:prstGeom>
          <a:solidFill>
            <a:srgbClr val="028090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C2C200B7-1F1D-4E95-859B-E64F90AA6BF2}"/>
              </a:ext>
            </a:extLst>
          </p:cNvPr>
          <p:cNvSpPr>
            <a:spLocks noGrp="1"/>
          </p:cNvSpPr>
          <p:nvPr/>
        </p:nvSpPr>
        <p:spPr>
          <a:xfrm>
            <a:off x="457200" y="285750"/>
            <a:ext cx="533400" cy="533400"/>
          </a:xfrm>
          <a:prstGeom prst="ellipse">
            <a:avLst/>
          </a:prstGeom>
          <a:solidFill>
            <a:srgbClr val="00A896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DEFF270-C81A-4883-8D07-25B98AD950C0}"/>
              </a:ext>
            </a:extLst>
          </p:cNvPr>
          <p:cNvSpPr>
            <a:spLocks noGrp="1"/>
          </p:cNvSpPr>
          <p:nvPr/>
        </p:nvSpPr>
        <p:spPr>
          <a:xfrm>
            <a:off x="457200" y="381000"/>
            <a:ext cx="5334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57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7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E4BC207-A495-4F14-AFD3-E7D0E8C29A7E}"/>
              </a:ext>
            </a:extLst>
          </p:cNvPr>
          <p:cNvSpPr>
            <a:spLocks noGrp="1"/>
          </p:cNvSpPr>
          <p:nvPr/>
        </p:nvSpPr>
        <p:spPr>
          <a:xfrm>
            <a:off x="1219200" y="209550"/>
            <a:ext cx="8382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400" b="1" i="0">
                <a:solidFill>
                  <a:srgbClr val="FFFFFF"/>
                </a:solidFill>
                <a:latin typeface="Cambria"/>
                <a:ea typeface="Cambria"/>
                <a:cs typeface="Cambria"/>
              </a:defRPr>
            </a:pPr>
            <a:r>
              <a:rPr sz="2400" b="1" i="0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Ulcers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435B163-7A77-4A64-8C1B-FA01409411DF}"/>
              </a:ext>
            </a:extLst>
          </p:cNvPr>
          <p:cNvSpPr>
            <a:spLocks noGrp="1"/>
          </p:cNvSpPr>
          <p:nvPr/>
        </p:nvSpPr>
        <p:spPr>
          <a:xfrm>
            <a:off x="1219200" y="666750"/>
            <a:ext cx="8382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125" b="0" i="1">
                <a:solidFill>
                  <a:srgbClr val="E6F5F3"/>
                </a:solidFill>
                <a:latin typeface="Calibri"/>
                <a:ea typeface="Calibri"/>
                <a:cs typeface="Calibri"/>
              </a:defRPr>
            </a:pPr>
            <a:r>
              <a:rPr sz="1125" b="0" i="1">
                <a:solidFill>
                  <a:srgbClr val="E6F5F3"/>
                </a:solidFill>
                <a:latin typeface="Calibri"/>
                <a:ea typeface="Calibri"/>
                <a:cs typeface="Calibri"/>
              </a:rPr>
              <a:t>20 times asked | 9 Write Notes | 11 Short Answers | part 2 of 5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20AE8424-423E-4B89-ACFD-E9E7B53B4A3D}"/>
              </a:ext>
            </a:extLst>
          </p:cNvPr>
          <p:cNvSpPr>
            <a:spLocks noGrp="1"/>
          </p:cNvSpPr>
          <p:nvPr/>
        </p:nvSpPr>
        <p:spPr>
          <a:xfrm>
            <a:off x="9886950" y="381000"/>
            <a:ext cx="1714500" cy="285750"/>
          </a:xfrm>
          <a:prstGeom prst="roundRect">
            <a:avLst>
              <a:gd name="adj" fmla="val 40000"/>
            </a:avLst>
          </a:prstGeom>
          <a:solidFill>
            <a:srgbClr val="016B78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Rank 1/55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3E3550D-B2F4-4996-9F35-07403C2DC0F9}"/>
              </a:ext>
            </a:extLst>
          </p:cNvPr>
          <p:cNvSpPr>
            <a:spLocks noGrp="1"/>
          </p:cNvSpPr>
          <p:nvPr/>
        </p:nvSpPr>
        <p:spPr>
          <a:xfrm>
            <a:off x="552450" y="1200150"/>
            <a:ext cx="4000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1" i="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pPr>
            <a:r>
              <a:rPr sz="1275" b="1" i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Highlighted asked questions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14958FF5-72C9-4E40-945C-0625C996001D}"/>
              </a:ext>
            </a:extLst>
          </p:cNvPr>
          <p:cNvSpPr>
            <a:spLocks noGrp="1"/>
          </p:cNvSpPr>
          <p:nvPr/>
        </p:nvSpPr>
        <p:spPr>
          <a:xfrm>
            <a:off x="552450" y="1562100"/>
            <a:ext cx="11087100" cy="1066800"/>
          </a:xfrm>
          <a:prstGeom prst="roundRect">
            <a:avLst>
              <a:gd name="adj" fmla="val 7143"/>
            </a:avLst>
          </a:prstGeom>
          <a:solidFill>
            <a:srgbClr val="FFF8D6"/>
          </a:solidFill>
          <a:ln w="9525">
            <a:solidFill>
              <a:srgbClr val="F2DF9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46CE39D-D82B-40EA-9CE3-649CE1A190B9}"/>
              </a:ext>
            </a:extLst>
          </p:cNvPr>
          <p:cNvSpPr>
            <a:spLocks noGrp="1"/>
          </p:cNvSpPr>
          <p:nvPr/>
        </p:nvSpPr>
        <p:spPr>
          <a:xfrm>
            <a:off x="552450" y="1562100"/>
            <a:ext cx="76200" cy="1066800"/>
          </a:xfrm>
          <a:prstGeom prst="rect">
            <a:avLst/>
          </a:prstGeom>
          <a:solidFill>
            <a:srgbClr val="F6C343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50D6650B-6C65-44A5-B902-9314F56C3612}"/>
              </a:ext>
            </a:extLst>
          </p:cNvPr>
          <p:cNvSpPr>
            <a:spLocks noGrp="1"/>
          </p:cNvSpPr>
          <p:nvPr/>
        </p:nvSpPr>
        <p:spPr>
          <a:xfrm>
            <a:off x="762000" y="1733550"/>
            <a:ext cx="990600" cy="285750"/>
          </a:xfrm>
          <a:prstGeom prst="roundRect">
            <a:avLst>
              <a:gd name="adj" fmla="val 40000"/>
            </a:avLst>
          </a:prstGeom>
          <a:solidFill>
            <a:srgbClr val="02809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MAR 2021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60C3794C-F3D7-4169-BD1B-BEAD1889CEEB}"/>
              </a:ext>
            </a:extLst>
          </p:cNvPr>
          <p:cNvSpPr>
            <a:spLocks noGrp="1"/>
          </p:cNvSpPr>
          <p:nvPr/>
        </p:nvSpPr>
        <p:spPr>
          <a:xfrm>
            <a:off x="1885950" y="1733550"/>
            <a:ext cx="1219200" cy="285750"/>
          </a:xfrm>
          <a:prstGeom prst="roundRect">
            <a:avLst>
              <a:gd name="adj" fmla="val 40000"/>
            </a:avLst>
          </a:prstGeom>
          <a:solidFill>
            <a:srgbClr val="2563A8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Short Answers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0BE4B891-EA08-4CA5-898B-00F050D5CB7F}"/>
              </a:ext>
            </a:extLst>
          </p:cNvPr>
          <p:cNvSpPr>
            <a:spLocks noGrp="1"/>
          </p:cNvSpPr>
          <p:nvPr/>
        </p:nvSpPr>
        <p:spPr>
          <a:xfrm>
            <a:off x="3238500" y="1733550"/>
            <a:ext cx="514350" cy="285750"/>
          </a:xfrm>
          <a:prstGeom prst="roundRect">
            <a:avLst>
              <a:gd name="adj" fmla="val 40000"/>
            </a:avLst>
          </a:prstGeom>
          <a:solidFill>
            <a:srgbClr val="7C6A0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Q10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76C74D2-5627-4557-982F-0FAB7EA3D274}"/>
              </a:ext>
            </a:extLst>
          </p:cNvPr>
          <p:cNvSpPr>
            <a:spLocks noGrp="1"/>
          </p:cNvSpPr>
          <p:nvPr/>
        </p:nvSpPr>
        <p:spPr>
          <a:xfrm>
            <a:off x="10763250" y="1733550"/>
            <a:ext cx="666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pPr>
            <a:r>
              <a: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5 of 20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BB28939-F183-4A99-B917-CECE0BCF3F2F}"/>
              </a:ext>
            </a:extLst>
          </p:cNvPr>
          <p:cNvSpPr>
            <a:spLocks noGrp="1"/>
          </p:cNvSpPr>
          <p:nvPr/>
        </p:nvSpPr>
        <p:spPr>
          <a:xfrm>
            <a:off x="762000" y="2114550"/>
            <a:ext cx="106489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 i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rPr sz="1200" b="0" i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Trophic ulcer-two indicated remedies.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736E1308-994F-4DCA-824B-C5F089FA516E}"/>
              </a:ext>
            </a:extLst>
          </p:cNvPr>
          <p:cNvSpPr>
            <a:spLocks noGrp="1"/>
          </p:cNvSpPr>
          <p:nvPr/>
        </p:nvSpPr>
        <p:spPr>
          <a:xfrm>
            <a:off x="552450" y="2800350"/>
            <a:ext cx="11087100" cy="1066800"/>
          </a:xfrm>
          <a:prstGeom prst="roundRect">
            <a:avLst>
              <a:gd name="adj" fmla="val 7143"/>
            </a:avLst>
          </a:prstGeom>
          <a:solidFill>
            <a:srgbClr val="FFF8D6"/>
          </a:solidFill>
          <a:ln w="9525">
            <a:solidFill>
              <a:srgbClr val="F2DF9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420D3CC-B149-4A5B-8C54-DB53461BDD59}"/>
              </a:ext>
            </a:extLst>
          </p:cNvPr>
          <p:cNvSpPr>
            <a:spLocks noGrp="1"/>
          </p:cNvSpPr>
          <p:nvPr/>
        </p:nvSpPr>
        <p:spPr>
          <a:xfrm>
            <a:off x="552450" y="2800350"/>
            <a:ext cx="76200" cy="1066800"/>
          </a:xfrm>
          <a:prstGeom prst="rect">
            <a:avLst/>
          </a:prstGeom>
          <a:solidFill>
            <a:srgbClr val="F6C343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750A3EA-D958-4FC4-9BFD-8DA78A04119E}"/>
              </a:ext>
            </a:extLst>
          </p:cNvPr>
          <p:cNvSpPr>
            <a:spLocks noGrp="1"/>
          </p:cNvSpPr>
          <p:nvPr/>
        </p:nvSpPr>
        <p:spPr>
          <a:xfrm>
            <a:off x="762000" y="2971800"/>
            <a:ext cx="990600" cy="285750"/>
          </a:xfrm>
          <a:prstGeom prst="roundRect">
            <a:avLst>
              <a:gd name="adj" fmla="val 40000"/>
            </a:avLst>
          </a:prstGeom>
          <a:solidFill>
            <a:srgbClr val="02809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MAR 2021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B401FF0D-7A1C-4C08-BAE9-5DB933B964FC}"/>
              </a:ext>
            </a:extLst>
          </p:cNvPr>
          <p:cNvSpPr>
            <a:spLocks noGrp="1"/>
          </p:cNvSpPr>
          <p:nvPr/>
        </p:nvSpPr>
        <p:spPr>
          <a:xfrm>
            <a:off x="1885950" y="2971800"/>
            <a:ext cx="1219200" cy="285750"/>
          </a:xfrm>
          <a:prstGeom prst="roundRect">
            <a:avLst>
              <a:gd name="adj" fmla="val 40000"/>
            </a:avLst>
          </a:prstGeom>
          <a:solidFill>
            <a:srgbClr val="02809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Write Notes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901C7C54-773E-4C6F-A457-66A46D190612}"/>
              </a:ext>
            </a:extLst>
          </p:cNvPr>
          <p:cNvSpPr>
            <a:spLocks noGrp="1"/>
          </p:cNvSpPr>
          <p:nvPr/>
        </p:nvSpPr>
        <p:spPr>
          <a:xfrm>
            <a:off x="3238500" y="2971800"/>
            <a:ext cx="514350" cy="285750"/>
          </a:xfrm>
          <a:prstGeom prst="roundRect">
            <a:avLst>
              <a:gd name="adj" fmla="val 40000"/>
            </a:avLst>
          </a:prstGeom>
          <a:solidFill>
            <a:srgbClr val="7C6A0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Q10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E90B57F-1CE4-4043-ABB6-7432B4E93130}"/>
              </a:ext>
            </a:extLst>
          </p:cNvPr>
          <p:cNvSpPr>
            <a:spLocks noGrp="1"/>
          </p:cNvSpPr>
          <p:nvPr/>
        </p:nvSpPr>
        <p:spPr>
          <a:xfrm>
            <a:off x="10763250" y="2971800"/>
            <a:ext cx="666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pPr>
            <a:r>
              <a: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6 of 20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95CEE38-7ED9-4AB8-A007-07185CB4B74C}"/>
              </a:ext>
            </a:extLst>
          </p:cNvPr>
          <p:cNvSpPr>
            <a:spLocks noGrp="1"/>
          </p:cNvSpPr>
          <p:nvPr/>
        </p:nvSpPr>
        <p:spPr>
          <a:xfrm>
            <a:off x="762000" y="3352800"/>
            <a:ext cx="106489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 i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rPr sz="1200" b="0" i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Two remedies for arterial ulcer.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01FFC288-A734-4F99-8549-D575A50EDA3A}"/>
              </a:ext>
            </a:extLst>
          </p:cNvPr>
          <p:cNvSpPr>
            <a:spLocks noGrp="1"/>
          </p:cNvSpPr>
          <p:nvPr/>
        </p:nvSpPr>
        <p:spPr>
          <a:xfrm>
            <a:off x="552450" y="4038600"/>
            <a:ext cx="11087100" cy="1066800"/>
          </a:xfrm>
          <a:prstGeom prst="roundRect">
            <a:avLst>
              <a:gd name="adj" fmla="val 7143"/>
            </a:avLst>
          </a:prstGeom>
          <a:solidFill>
            <a:srgbClr val="FFF8D6"/>
          </a:solidFill>
          <a:ln w="9525">
            <a:solidFill>
              <a:srgbClr val="F2DF9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7BCA5AD-447C-4227-BD37-18570CDC9AAC}"/>
              </a:ext>
            </a:extLst>
          </p:cNvPr>
          <p:cNvSpPr>
            <a:spLocks noGrp="1"/>
          </p:cNvSpPr>
          <p:nvPr/>
        </p:nvSpPr>
        <p:spPr>
          <a:xfrm>
            <a:off x="552450" y="4038600"/>
            <a:ext cx="76200" cy="1066800"/>
          </a:xfrm>
          <a:prstGeom prst="rect">
            <a:avLst/>
          </a:prstGeom>
          <a:solidFill>
            <a:srgbClr val="F6C343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06C81795-B30A-4A46-975B-2B42F75B8F83}"/>
              </a:ext>
            </a:extLst>
          </p:cNvPr>
          <p:cNvSpPr>
            <a:spLocks noGrp="1"/>
          </p:cNvSpPr>
          <p:nvPr/>
        </p:nvSpPr>
        <p:spPr>
          <a:xfrm>
            <a:off x="762000" y="4210050"/>
            <a:ext cx="990600" cy="285750"/>
          </a:xfrm>
          <a:prstGeom prst="roundRect">
            <a:avLst>
              <a:gd name="adj" fmla="val 40000"/>
            </a:avLst>
          </a:prstGeom>
          <a:solidFill>
            <a:srgbClr val="02809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SEP 2021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B61F4BFF-0D55-4BA1-A82D-B927502B80A7}"/>
              </a:ext>
            </a:extLst>
          </p:cNvPr>
          <p:cNvSpPr>
            <a:spLocks noGrp="1"/>
          </p:cNvSpPr>
          <p:nvPr/>
        </p:nvSpPr>
        <p:spPr>
          <a:xfrm>
            <a:off x="1885950" y="4210050"/>
            <a:ext cx="1219200" cy="285750"/>
          </a:xfrm>
          <a:prstGeom prst="roundRect">
            <a:avLst>
              <a:gd name="adj" fmla="val 40000"/>
            </a:avLst>
          </a:prstGeom>
          <a:solidFill>
            <a:srgbClr val="2563A8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Short Answers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3C3C755C-D0D5-4E07-A3F3-68F82B47993F}"/>
              </a:ext>
            </a:extLst>
          </p:cNvPr>
          <p:cNvSpPr>
            <a:spLocks noGrp="1"/>
          </p:cNvSpPr>
          <p:nvPr/>
        </p:nvSpPr>
        <p:spPr>
          <a:xfrm>
            <a:off x="3238500" y="4210050"/>
            <a:ext cx="514350" cy="285750"/>
          </a:xfrm>
          <a:prstGeom prst="roundRect">
            <a:avLst>
              <a:gd name="adj" fmla="val 40000"/>
            </a:avLst>
          </a:prstGeom>
          <a:solidFill>
            <a:srgbClr val="7C6A0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Q1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3B6A26EF-8F86-4105-89AE-222F7A902FE0}"/>
              </a:ext>
            </a:extLst>
          </p:cNvPr>
          <p:cNvSpPr>
            <a:spLocks noGrp="1"/>
          </p:cNvSpPr>
          <p:nvPr/>
        </p:nvSpPr>
        <p:spPr>
          <a:xfrm>
            <a:off x="10763250" y="4210050"/>
            <a:ext cx="666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pPr>
            <a:r>
              <a: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7 of 20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9724D62A-5459-40CA-83DC-EE270CFC6F75}"/>
              </a:ext>
            </a:extLst>
          </p:cNvPr>
          <p:cNvSpPr>
            <a:spLocks noGrp="1"/>
          </p:cNvSpPr>
          <p:nvPr/>
        </p:nvSpPr>
        <p:spPr>
          <a:xfrm>
            <a:off x="762000" y="4591050"/>
            <a:ext cx="106489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 i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rPr sz="1200" b="0" i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Marjolin's ulcer.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8DA52916-5E88-4E9C-83C5-44DDEAA0A82A}"/>
              </a:ext>
            </a:extLst>
          </p:cNvPr>
          <p:cNvSpPr>
            <a:spLocks noGrp="1"/>
          </p:cNvSpPr>
          <p:nvPr/>
        </p:nvSpPr>
        <p:spPr>
          <a:xfrm>
            <a:off x="552450" y="5276850"/>
            <a:ext cx="11087100" cy="1066800"/>
          </a:xfrm>
          <a:prstGeom prst="roundRect">
            <a:avLst>
              <a:gd name="adj" fmla="val 7143"/>
            </a:avLst>
          </a:prstGeom>
          <a:solidFill>
            <a:srgbClr val="FFF8D6"/>
          </a:solidFill>
          <a:ln w="9525">
            <a:solidFill>
              <a:srgbClr val="F2DF9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C1898513-356C-42F4-AB86-709D68CABCE0}"/>
              </a:ext>
            </a:extLst>
          </p:cNvPr>
          <p:cNvSpPr>
            <a:spLocks noGrp="1"/>
          </p:cNvSpPr>
          <p:nvPr/>
        </p:nvSpPr>
        <p:spPr>
          <a:xfrm>
            <a:off x="552450" y="5276850"/>
            <a:ext cx="76200" cy="1066800"/>
          </a:xfrm>
          <a:prstGeom prst="rect">
            <a:avLst/>
          </a:prstGeom>
          <a:solidFill>
            <a:srgbClr val="F6C343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362CC1DD-0B7A-42F6-ABA3-3081FE3E88FE}"/>
              </a:ext>
            </a:extLst>
          </p:cNvPr>
          <p:cNvSpPr>
            <a:spLocks noGrp="1"/>
          </p:cNvSpPr>
          <p:nvPr/>
        </p:nvSpPr>
        <p:spPr>
          <a:xfrm>
            <a:off x="762000" y="5448300"/>
            <a:ext cx="990600" cy="285750"/>
          </a:xfrm>
          <a:prstGeom prst="roundRect">
            <a:avLst>
              <a:gd name="adj" fmla="val 40000"/>
            </a:avLst>
          </a:prstGeom>
          <a:solidFill>
            <a:srgbClr val="02809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SEP 2021</a:t>
            </a: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7F0095B3-0FE1-493A-BAA7-4438390EF2A2}"/>
              </a:ext>
            </a:extLst>
          </p:cNvPr>
          <p:cNvSpPr>
            <a:spLocks noGrp="1"/>
          </p:cNvSpPr>
          <p:nvPr/>
        </p:nvSpPr>
        <p:spPr>
          <a:xfrm>
            <a:off x="1885950" y="5448300"/>
            <a:ext cx="1219200" cy="285750"/>
          </a:xfrm>
          <a:prstGeom prst="roundRect">
            <a:avLst>
              <a:gd name="adj" fmla="val 40000"/>
            </a:avLst>
          </a:prstGeom>
          <a:solidFill>
            <a:srgbClr val="02809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Write Notes</a:t>
            </a: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4E178821-7A46-4166-B443-EC0BBDA1A5C0}"/>
              </a:ext>
            </a:extLst>
          </p:cNvPr>
          <p:cNvSpPr>
            <a:spLocks noGrp="1"/>
          </p:cNvSpPr>
          <p:nvPr/>
        </p:nvSpPr>
        <p:spPr>
          <a:xfrm>
            <a:off x="3238500" y="5448300"/>
            <a:ext cx="514350" cy="285750"/>
          </a:xfrm>
          <a:prstGeom prst="roundRect">
            <a:avLst>
              <a:gd name="adj" fmla="val 40000"/>
            </a:avLst>
          </a:prstGeom>
          <a:solidFill>
            <a:srgbClr val="7C6A0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Q2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FA0B579F-DC31-41CB-BBE6-ADA513E7FFA5}"/>
              </a:ext>
            </a:extLst>
          </p:cNvPr>
          <p:cNvSpPr>
            <a:spLocks noGrp="1"/>
          </p:cNvSpPr>
          <p:nvPr/>
        </p:nvSpPr>
        <p:spPr>
          <a:xfrm>
            <a:off x="10763250" y="5448300"/>
            <a:ext cx="666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pPr>
            <a:r>
              <a: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8 of 20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5E497B29-15C5-430C-BFA2-BC60841613F2}"/>
              </a:ext>
            </a:extLst>
          </p:cNvPr>
          <p:cNvSpPr>
            <a:spLocks noGrp="1"/>
          </p:cNvSpPr>
          <p:nvPr/>
        </p:nvSpPr>
        <p:spPr>
          <a:xfrm>
            <a:off x="762000" y="5829300"/>
            <a:ext cx="106489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 i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rPr sz="1200" b="0" i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Arterial ulcer and venous ulcer-Differentiate.</a:t>
            </a:r>
          </a:p>
        </p:txBody>
      </p:sp>
    </p:spTree>
    <p:extLst>
      <p:ext uri="{BB962C8B-B14F-4D97-AF65-F5344CB8AC3E}">
        <p14:creationId xmlns:p14="http://schemas.microsoft.com/office/powerpoint/2010/main" val="3518405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 35">
            <a:extLst>
              <a:ext uri="{FF2B5EF4-FFF2-40B4-BE49-F238E27FC236}">
                <a16:creationId xmlns:a16="http://schemas.microsoft.com/office/drawing/2014/main" id="{CF7ED54A-1851-44BA-92A1-E9A97FF3E46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066800"/>
          </a:xfrm>
          <a:prstGeom prst="rect">
            <a:avLst/>
          </a:prstGeom>
          <a:solidFill>
            <a:srgbClr val="028090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26BC1B54-39BD-4209-9B0B-0B9E4E3A51DE}"/>
              </a:ext>
            </a:extLst>
          </p:cNvPr>
          <p:cNvSpPr>
            <a:spLocks noGrp="1"/>
          </p:cNvSpPr>
          <p:nvPr/>
        </p:nvSpPr>
        <p:spPr>
          <a:xfrm>
            <a:off x="457200" y="285750"/>
            <a:ext cx="533400" cy="533400"/>
          </a:xfrm>
          <a:prstGeom prst="ellipse">
            <a:avLst/>
          </a:prstGeom>
          <a:solidFill>
            <a:srgbClr val="00A896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12B45BB-5742-4C02-82D3-932D05984E35}"/>
              </a:ext>
            </a:extLst>
          </p:cNvPr>
          <p:cNvSpPr>
            <a:spLocks noGrp="1"/>
          </p:cNvSpPr>
          <p:nvPr/>
        </p:nvSpPr>
        <p:spPr>
          <a:xfrm>
            <a:off x="457200" y="381000"/>
            <a:ext cx="5334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57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7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F6E7A97-D361-4925-AAFD-872CFF11F8D3}"/>
              </a:ext>
            </a:extLst>
          </p:cNvPr>
          <p:cNvSpPr>
            <a:spLocks noGrp="1"/>
          </p:cNvSpPr>
          <p:nvPr/>
        </p:nvSpPr>
        <p:spPr>
          <a:xfrm>
            <a:off x="1219200" y="209550"/>
            <a:ext cx="8382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400" b="1" i="0">
                <a:solidFill>
                  <a:srgbClr val="FFFFFF"/>
                </a:solidFill>
                <a:latin typeface="Cambria"/>
                <a:ea typeface="Cambria"/>
                <a:cs typeface="Cambria"/>
              </a:defRPr>
            </a:pPr>
            <a:r>
              <a:rPr sz="2400" b="1" i="0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Ulcers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2DBA86F-1E70-4DCF-AA0D-D3CD857CDCF7}"/>
              </a:ext>
            </a:extLst>
          </p:cNvPr>
          <p:cNvSpPr>
            <a:spLocks noGrp="1"/>
          </p:cNvSpPr>
          <p:nvPr/>
        </p:nvSpPr>
        <p:spPr>
          <a:xfrm>
            <a:off x="1219200" y="666750"/>
            <a:ext cx="8382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125" b="0" i="1">
                <a:solidFill>
                  <a:srgbClr val="E6F5F3"/>
                </a:solidFill>
                <a:latin typeface="Calibri"/>
                <a:ea typeface="Calibri"/>
                <a:cs typeface="Calibri"/>
              </a:defRPr>
            </a:pPr>
            <a:r>
              <a:rPr sz="1125" b="0" i="1">
                <a:solidFill>
                  <a:srgbClr val="E6F5F3"/>
                </a:solidFill>
                <a:latin typeface="Calibri"/>
                <a:ea typeface="Calibri"/>
                <a:cs typeface="Calibri"/>
              </a:rPr>
              <a:t>20 times asked | 9 Write Notes | 11 Short Answers | part 3 of 5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A7A09C37-DF8B-48B2-97A5-A487271DB6B6}"/>
              </a:ext>
            </a:extLst>
          </p:cNvPr>
          <p:cNvSpPr>
            <a:spLocks noGrp="1"/>
          </p:cNvSpPr>
          <p:nvPr/>
        </p:nvSpPr>
        <p:spPr>
          <a:xfrm>
            <a:off x="9886950" y="381000"/>
            <a:ext cx="1714500" cy="285750"/>
          </a:xfrm>
          <a:prstGeom prst="roundRect">
            <a:avLst>
              <a:gd name="adj" fmla="val 40000"/>
            </a:avLst>
          </a:prstGeom>
          <a:solidFill>
            <a:srgbClr val="016B78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Rank 1/55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647D129-656A-49EC-AE5E-6CC2F722CE0D}"/>
              </a:ext>
            </a:extLst>
          </p:cNvPr>
          <p:cNvSpPr>
            <a:spLocks noGrp="1"/>
          </p:cNvSpPr>
          <p:nvPr/>
        </p:nvSpPr>
        <p:spPr>
          <a:xfrm>
            <a:off x="552450" y="1200150"/>
            <a:ext cx="4000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1" i="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pPr>
            <a:r>
              <a:rPr sz="1275" b="1" i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Highlighted asked questions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69AD66D1-067B-447E-94DE-472E28FB5485}"/>
              </a:ext>
            </a:extLst>
          </p:cNvPr>
          <p:cNvSpPr>
            <a:spLocks noGrp="1"/>
          </p:cNvSpPr>
          <p:nvPr/>
        </p:nvSpPr>
        <p:spPr>
          <a:xfrm>
            <a:off x="552450" y="1562100"/>
            <a:ext cx="11087100" cy="1066800"/>
          </a:xfrm>
          <a:prstGeom prst="roundRect">
            <a:avLst>
              <a:gd name="adj" fmla="val 7143"/>
            </a:avLst>
          </a:prstGeom>
          <a:solidFill>
            <a:srgbClr val="FFF8D6"/>
          </a:solidFill>
          <a:ln w="9525">
            <a:solidFill>
              <a:srgbClr val="F2DF9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62406D6-FAD4-4B7C-B3C4-A6840CB9768D}"/>
              </a:ext>
            </a:extLst>
          </p:cNvPr>
          <p:cNvSpPr>
            <a:spLocks noGrp="1"/>
          </p:cNvSpPr>
          <p:nvPr/>
        </p:nvSpPr>
        <p:spPr>
          <a:xfrm>
            <a:off x="552450" y="1562100"/>
            <a:ext cx="76200" cy="1066800"/>
          </a:xfrm>
          <a:prstGeom prst="rect">
            <a:avLst/>
          </a:prstGeom>
          <a:solidFill>
            <a:srgbClr val="F6C343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C0756EDD-5B3E-474C-8EC8-B04F92EEEDC8}"/>
              </a:ext>
            </a:extLst>
          </p:cNvPr>
          <p:cNvSpPr>
            <a:spLocks noGrp="1"/>
          </p:cNvSpPr>
          <p:nvPr/>
        </p:nvSpPr>
        <p:spPr>
          <a:xfrm>
            <a:off x="762000" y="1733550"/>
            <a:ext cx="990600" cy="285750"/>
          </a:xfrm>
          <a:prstGeom prst="roundRect">
            <a:avLst>
              <a:gd name="adj" fmla="val 40000"/>
            </a:avLst>
          </a:prstGeom>
          <a:solidFill>
            <a:srgbClr val="02809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SEP 2021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BE30472-0E61-4F0A-B3CB-7264AFA52151}"/>
              </a:ext>
            </a:extLst>
          </p:cNvPr>
          <p:cNvSpPr>
            <a:spLocks noGrp="1"/>
          </p:cNvSpPr>
          <p:nvPr/>
        </p:nvSpPr>
        <p:spPr>
          <a:xfrm>
            <a:off x="1885950" y="1733550"/>
            <a:ext cx="1219200" cy="285750"/>
          </a:xfrm>
          <a:prstGeom prst="roundRect">
            <a:avLst>
              <a:gd name="adj" fmla="val 40000"/>
            </a:avLst>
          </a:prstGeom>
          <a:solidFill>
            <a:srgbClr val="02809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Write Notes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A20F480E-A2EC-4761-9D99-A6FC0FE14DE1}"/>
              </a:ext>
            </a:extLst>
          </p:cNvPr>
          <p:cNvSpPr>
            <a:spLocks noGrp="1"/>
          </p:cNvSpPr>
          <p:nvPr/>
        </p:nvSpPr>
        <p:spPr>
          <a:xfrm>
            <a:off x="3238500" y="1733550"/>
            <a:ext cx="514350" cy="285750"/>
          </a:xfrm>
          <a:prstGeom prst="roundRect">
            <a:avLst>
              <a:gd name="adj" fmla="val 40000"/>
            </a:avLst>
          </a:prstGeom>
          <a:solidFill>
            <a:srgbClr val="7C6A0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Q8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FDBB1BD-52B7-4895-AEA7-667D22695B48}"/>
              </a:ext>
            </a:extLst>
          </p:cNvPr>
          <p:cNvSpPr>
            <a:spLocks noGrp="1"/>
          </p:cNvSpPr>
          <p:nvPr/>
        </p:nvSpPr>
        <p:spPr>
          <a:xfrm>
            <a:off x="10763250" y="1733550"/>
            <a:ext cx="666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pPr>
            <a:r>
              <a: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9 of 20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8DC3E63-EA35-47A1-A2BA-5DE1BADF5B26}"/>
              </a:ext>
            </a:extLst>
          </p:cNvPr>
          <p:cNvSpPr>
            <a:spLocks noGrp="1"/>
          </p:cNvSpPr>
          <p:nvPr/>
        </p:nvSpPr>
        <p:spPr>
          <a:xfrm>
            <a:off x="762000" y="2114550"/>
            <a:ext cx="106489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 i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rPr sz="1200" b="0" i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Acid phos and lactic acid in Diabetic ulcer.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B188C30F-F5B1-4179-BEDE-B9B93910C351}"/>
              </a:ext>
            </a:extLst>
          </p:cNvPr>
          <p:cNvSpPr>
            <a:spLocks noGrp="1"/>
          </p:cNvSpPr>
          <p:nvPr/>
        </p:nvSpPr>
        <p:spPr>
          <a:xfrm>
            <a:off x="552450" y="2800350"/>
            <a:ext cx="11087100" cy="1066800"/>
          </a:xfrm>
          <a:prstGeom prst="roundRect">
            <a:avLst>
              <a:gd name="adj" fmla="val 7143"/>
            </a:avLst>
          </a:prstGeom>
          <a:solidFill>
            <a:srgbClr val="FFF8D6"/>
          </a:solidFill>
          <a:ln w="9525">
            <a:solidFill>
              <a:srgbClr val="F2DF9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1ACCF6F-F1F2-4229-A6C3-305AF096DA39}"/>
              </a:ext>
            </a:extLst>
          </p:cNvPr>
          <p:cNvSpPr>
            <a:spLocks noGrp="1"/>
          </p:cNvSpPr>
          <p:nvPr/>
        </p:nvSpPr>
        <p:spPr>
          <a:xfrm>
            <a:off x="552450" y="2800350"/>
            <a:ext cx="76200" cy="1066800"/>
          </a:xfrm>
          <a:prstGeom prst="rect">
            <a:avLst/>
          </a:prstGeom>
          <a:solidFill>
            <a:srgbClr val="F6C343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557569B5-7941-4263-967F-956AF25F5B22}"/>
              </a:ext>
            </a:extLst>
          </p:cNvPr>
          <p:cNvSpPr>
            <a:spLocks noGrp="1"/>
          </p:cNvSpPr>
          <p:nvPr/>
        </p:nvSpPr>
        <p:spPr>
          <a:xfrm>
            <a:off x="762000" y="2971800"/>
            <a:ext cx="990600" cy="285750"/>
          </a:xfrm>
          <a:prstGeom prst="roundRect">
            <a:avLst>
              <a:gd name="adj" fmla="val 40000"/>
            </a:avLst>
          </a:prstGeom>
          <a:solidFill>
            <a:srgbClr val="02809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SEP 2021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AC49FDD4-94E5-4EB2-9F3B-080E2411190F}"/>
              </a:ext>
            </a:extLst>
          </p:cNvPr>
          <p:cNvSpPr>
            <a:spLocks noGrp="1"/>
          </p:cNvSpPr>
          <p:nvPr/>
        </p:nvSpPr>
        <p:spPr>
          <a:xfrm>
            <a:off x="1885950" y="2971800"/>
            <a:ext cx="1219200" cy="285750"/>
          </a:xfrm>
          <a:prstGeom prst="roundRect">
            <a:avLst>
              <a:gd name="adj" fmla="val 40000"/>
            </a:avLst>
          </a:prstGeom>
          <a:solidFill>
            <a:srgbClr val="02809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Write Notes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0AE71F1A-B60C-4E8E-BB16-67A2342AF269}"/>
              </a:ext>
            </a:extLst>
          </p:cNvPr>
          <p:cNvSpPr>
            <a:spLocks noGrp="1"/>
          </p:cNvSpPr>
          <p:nvPr/>
        </p:nvSpPr>
        <p:spPr>
          <a:xfrm>
            <a:off x="3238500" y="2971800"/>
            <a:ext cx="514350" cy="285750"/>
          </a:xfrm>
          <a:prstGeom prst="roundRect">
            <a:avLst>
              <a:gd name="adj" fmla="val 40000"/>
            </a:avLst>
          </a:prstGeom>
          <a:solidFill>
            <a:srgbClr val="7C6A0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Q10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8BA1A26-42B3-4A20-A80C-AF78E58D91C6}"/>
              </a:ext>
            </a:extLst>
          </p:cNvPr>
          <p:cNvSpPr>
            <a:spLocks noGrp="1"/>
          </p:cNvSpPr>
          <p:nvPr/>
        </p:nvSpPr>
        <p:spPr>
          <a:xfrm>
            <a:off x="10763250" y="2971800"/>
            <a:ext cx="666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pPr>
            <a:r>
              <a: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10 of 20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02359CA-6E1D-4066-8329-1CF15B52FA65}"/>
              </a:ext>
            </a:extLst>
          </p:cNvPr>
          <p:cNvSpPr>
            <a:spLocks noGrp="1"/>
          </p:cNvSpPr>
          <p:nvPr/>
        </p:nvSpPr>
        <p:spPr>
          <a:xfrm>
            <a:off x="762000" y="3352800"/>
            <a:ext cx="106489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 i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rPr sz="1200" b="0" i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Nitric acid and kali chloricum in ulcer.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B2220D44-F2DD-4452-9783-D66307C17639}"/>
              </a:ext>
            </a:extLst>
          </p:cNvPr>
          <p:cNvSpPr>
            <a:spLocks noGrp="1"/>
          </p:cNvSpPr>
          <p:nvPr/>
        </p:nvSpPr>
        <p:spPr>
          <a:xfrm>
            <a:off x="552450" y="4038600"/>
            <a:ext cx="11087100" cy="1066800"/>
          </a:xfrm>
          <a:prstGeom prst="roundRect">
            <a:avLst>
              <a:gd name="adj" fmla="val 7143"/>
            </a:avLst>
          </a:prstGeom>
          <a:solidFill>
            <a:srgbClr val="FFF8D6"/>
          </a:solidFill>
          <a:ln w="9525">
            <a:solidFill>
              <a:srgbClr val="F2DF9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DF8D626-7BA7-4E28-9B2C-3FBD8C3CBED0}"/>
              </a:ext>
            </a:extLst>
          </p:cNvPr>
          <p:cNvSpPr>
            <a:spLocks noGrp="1"/>
          </p:cNvSpPr>
          <p:nvPr/>
        </p:nvSpPr>
        <p:spPr>
          <a:xfrm>
            <a:off x="552450" y="4038600"/>
            <a:ext cx="76200" cy="1066800"/>
          </a:xfrm>
          <a:prstGeom prst="rect">
            <a:avLst/>
          </a:prstGeom>
          <a:solidFill>
            <a:srgbClr val="F6C343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2AA24B98-0943-49B5-A03D-7F3B7F38C287}"/>
              </a:ext>
            </a:extLst>
          </p:cNvPr>
          <p:cNvSpPr>
            <a:spLocks noGrp="1"/>
          </p:cNvSpPr>
          <p:nvPr/>
        </p:nvSpPr>
        <p:spPr>
          <a:xfrm>
            <a:off x="762000" y="4210050"/>
            <a:ext cx="990600" cy="285750"/>
          </a:xfrm>
          <a:prstGeom prst="roundRect">
            <a:avLst>
              <a:gd name="adj" fmla="val 40000"/>
            </a:avLst>
          </a:prstGeom>
          <a:solidFill>
            <a:srgbClr val="02809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FEB 2022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9D899955-67D5-4D08-8F04-CA27F886C556}"/>
              </a:ext>
            </a:extLst>
          </p:cNvPr>
          <p:cNvSpPr>
            <a:spLocks noGrp="1"/>
          </p:cNvSpPr>
          <p:nvPr/>
        </p:nvSpPr>
        <p:spPr>
          <a:xfrm>
            <a:off x="1885950" y="4210050"/>
            <a:ext cx="1219200" cy="285750"/>
          </a:xfrm>
          <a:prstGeom prst="roundRect">
            <a:avLst>
              <a:gd name="adj" fmla="val 40000"/>
            </a:avLst>
          </a:prstGeom>
          <a:solidFill>
            <a:srgbClr val="2563A8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Short Answers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507A5774-A952-4983-9527-31C6B16E2D7B}"/>
              </a:ext>
            </a:extLst>
          </p:cNvPr>
          <p:cNvSpPr>
            <a:spLocks noGrp="1"/>
          </p:cNvSpPr>
          <p:nvPr/>
        </p:nvSpPr>
        <p:spPr>
          <a:xfrm>
            <a:off x="3238500" y="4210050"/>
            <a:ext cx="514350" cy="285750"/>
          </a:xfrm>
          <a:prstGeom prst="roundRect">
            <a:avLst>
              <a:gd name="adj" fmla="val 40000"/>
            </a:avLst>
          </a:prstGeom>
          <a:solidFill>
            <a:srgbClr val="7C6A0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Q6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F8F6238B-593D-4A95-983D-C8DE37C84E50}"/>
              </a:ext>
            </a:extLst>
          </p:cNvPr>
          <p:cNvSpPr>
            <a:spLocks noGrp="1"/>
          </p:cNvSpPr>
          <p:nvPr/>
        </p:nvSpPr>
        <p:spPr>
          <a:xfrm>
            <a:off x="10763250" y="4210050"/>
            <a:ext cx="666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pPr>
            <a:r>
              <a: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11 of 20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BB586C69-F35B-42E4-955E-89785E6845AE}"/>
              </a:ext>
            </a:extLst>
          </p:cNvPr>
          <p:cNvSpPr>
            <a:spLocks noGrp="1"/>
          </p:cNvSpPr>
          <p:nvPr/>
        </p:nvSpPr>
        <p:spPr>
          <a:xfrm>
            <a:off x="762000" y="4591050"/>
            <a:ext cx="106489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 i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rPr sz="1200" b="0" i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Kreosote - Gummatous ulcer.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694CECA5-02FE-4C70-9D13-652E02FA0692}"/>
              </a:ext>
            </a:extLst>
          </p:cNvPr>
          <p:cNvSpPr>
            <a:spLocks noGrp="1"/>
          </p:cNvSpPr>
          <p:nvPr/>
        </p:nvSpPr>
        <p:spPr>
          <a:xfrm>
            <a:off x="552450" y="5276850"/>
            <a:ext cx="11087100" cy="1066800"/>
          </a:xfrm>
          <a:prstGeom prst="roundRect">
            <a:avLst>
              <a:gd name="adj" fmla="val 7143"/>
            </a:avLst>
          </a:prstGeom>
          <a:solidFill>
            <a:srgbClr val="FFF8D6"/>
          </a:solidFill>
          <a:ln w="9525">
            <a:solidFill>
              <a:srgbClr val="F2DF9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8AB2395E-B066-4B8E-95DC-9879CF009373}"/>
              </a:ext>
            </a:extLst>
          </p:cNvPr>
          <p:cNvSpPr>
            <a:spLocks noGrp="1"/>
          </p:cNvSpPr>
          <p:nvPr/>
        </p:nvSpPr>
        <p:spPr>
          <a:xfrm>
            <a:off x="552450" y="5276850"/>
            <a:ext cx="76200" cy="1066800"/>
          </a:xfrm>
          <a:prstGeom prst="rect">
            <a:avLst/>
          </a:prstGeom>
          <a:solidFill>
            <a:srgbClr val="F6C343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098D98F3-62D1-40CC-8B3B-C09DB3F9745C}"/>
              </a:ext>
            </a:extLst>
          </p:cNvPr>
          <p:cNvSpPr>
            <a:spLocks noGrp="1"/>
          </p:cNvSpPr>
          <p:nvPr/>
        </p:nvSpPr>
        <p:spPr>
          <a:xfrm>
            <a:off x="762000" y="5448300"/>
            <a:ext cx="990600" cy="285750"/>
          </a:xfrm>
          <a:prstGeom prst="roundRect">
            <a:avLst>
              <a:gd name="adj" fmla="val 40000"/>
            </a:avLst>
          </a:prstGeom>
          <a:solidFill>
            <a:srgbClr val="02809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MAY 2022</a:t>
            </a: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4FFE0E87-A68D-47CF-BDF0-B621B13FD127}"/>
              </a:ext>
            </a:extLst>
          </p:cNvPr>
          <p:cNvSpPr>
            <a:spLocks noGrp="1"/>
          </p:cNvSpPr>
          <p:nvPr/>
        </p:nvSpPr>
        <p:spPr>
          <a:xfrm>
            <a:off x="1885950" y="5448300"/>
            <a:ext cx="1219200" cy="285750"/>
          </a:xfrm>
          <a:prstGeom prst="roundRect">
            <a:avLst>
              <a:gd name="adj" fmla="val 40000"/>
            </a:avLst>
          </a:prstGeom>
          <a:solidFill>
            <a:srgbClr val="2563A8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Short Answers</a:t>
            </a: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53E9A159-16E6-4B82-934A-D98FF3B2DE21}"/>
              </a:ext>
            </a:extLst>
          </p:cNvPr>
          <p:cNvSpPr>
            <a:spLocks noGrp="1"/>
          </p:cNvSpPr>
          <p:nvPr/>
        </p:nvSpPr>
        <p:spPr>
          <a:xfrm>
            <a:off x="3238500" y="5448300"/>
            <a:ext cx="514350" cy="285750"/>
          </a:xfrm>
          <a:prstGeom prst="roundRect">
            <a:avLst>
              <a:gd name="adj" fmla="val 40000"/>
            </a:avLst>
          </a:prstGeom>
          <a:solidFill>
            <a:srgbClr val="7C6A0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Q2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70991A8F-8DB4-4756-9968-BFB025921F31}"/>
              </a:ext>
            </a:extLst>
          </p:cNvPr>
          <p:cNvSpPr>
            <a:spLocks noGrp="1"/>
          </p:cNvSpPr>
          <p:nvPr/>
        </p:nvSpPr>
        <p:spPr>
          <a:xfrm>
            <a:off x="10763250" y="5448300"/>
            <a:ext cx="666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pPr>
            <a:r>
              <a: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12 of 20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7CF3DC90-D851-44E3-B0FE-907FF9C3D040}"/>
              </a:ext>
            </a:extLst>
          </p:cNvPr>
          <p:cNvSpPr>
            <a:spLocks noGrp="1"/>
          </p:cNvSpPr>
          <p:nvPr/>
        </p:nvSpPr>
        <p:spPr>
          <a:xfrm>
            <a:off x="762000" y="5829300"/>
            <a:ext cx="106489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 i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rPr sz="1200" b="0" i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Arterial ulcer - two drugs.</a:t>
            </a:r>
          </a:p>
        </p:txBody>
      </p:sp>
    </p:spTree>
    <p:extLst>
      <p:ext uri="{BB962C8B-B14F-4D97-AF65-F5344CB8AC3E}">
        <p14:creationId xmlns:p14="http://schemas.microsoft.com/office/powerpoint/2010/main" val="9495279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 35">
            <a:extLst>
              <a:ext uri="{FF2B5EF4-FFF2-40B4-BE49-F238E27FC236}">
                <a16:creationId xmlns:a16="http://schemas.microsoft.com/office/drawing/2014/main" id="{64510D78-BFEB-4DB6-AA2E-E351BBB716E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066800"/>
          </a:xfrm>
          <a:prstGeom prst="rect">
            <a:avLst/>
          </a:prstGeom>
          <a:solidFill>
            <a:srgbClr val="028090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CA3ADF77-3E3D-4298-99C6-7CEA106DDB08}"/>
              </a:ext>
            </a:extLst>
          </p:cNvPr>
          <p:cNvSpPr>
            <a:spLocks noGrp="1"/>
          </p:cNvSpPr>
          <p:nvPr/>
        </p:nvSpPr>
        <p:spPr>
          <a:xfrm>
            <a:off x="457200" y="285750"/>
            <a:ext cx="533400" cy="533400"/>
          </a:xfrm>
          <a:prstGeom prst="ellipse">
            <a:avLst/>
          </a:prstGeom>
          <a:solidFill>
            <a:srgbClr val="00A896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60355C8-DE2C-48E6-9361-251C618F967C}"/>
              </a:ext>
            </a:extLst>
          </p:cNvPr>
          <p:cNvSpPr>
            <a:spLocks noGrp="1"/>
          </p:cNvSpPr>
          <p:nvPr/>
        </p:nvSpPr>
        <p:spPr>
          <a:xfrm>
            <a:off x="457200" y="381000"/>
            <a:ext cx="5334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57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7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F369CD5-CEDC-4102-B86C-6F954D33E311}"/>
              </a:ext>
            </a:extLst>
          </p:cNvPr>
          <p:cNvSpPr>
            <a:spLocks noGrp="1"/>
          </p:cNvSpPr>
          <p:nvPr/>
        </p:nvSpPr>
        <p:spPr>
          <a:xfrm>
            <a:off x="1219200" y="209550"/>
            <a:ext cx="8382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400" b="1" i="0">
                <a:solidFill>
                  <a:srgbClr val="FFFFFF"/>
                </a:solidFill>
                <a:latin typeface="Cambria"/>
                <a:ea typeface="Cambria"/>
                <a:cs typeface="Cambria"/>
              </a:defRPr>
            </a:pPr>
            <a:r>
              <a:rPr sz="2400" b="1" i="0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Ulcers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B66E2F0-49D4-4E21-8A40-915A4E867B3B}"/>
              </a:ext>
            </a:extLst>
          </p:cNvPr>
          <p:cNvSpPr>
            <a:spLocks noGrp="1"/>
          </p:cNvSpPr>
          <p:nvPr/>
        </p:nvSpPr>
        <p:spPr>
          <a:xfrm>
            <a:off x="1219200" y="666750"/>
            <a:ext cx="8382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125" b="0" i="1">
                <a:solidFill>
                  <a:srgbClr val="E6F5F3"/>
                </a:solidFill>
                <a:latin typeface="Calibri"/>
                <a:ea typeface="Calibri"/>
                <a:cs typeface="Calibri"/>
              </a:defRPr>
            </a:pPr>
            <a:r>
              <a:rPr sz="1125" b="0" i="1">
                <a:solidFill>
                  <a:srgbClr val="E6F5F3"/>
                </a:solidFill>
                <a:latin typeface="Calibri"/>
                <a:ea typeface="Calibri"/>
                <a:cs typeface="Calibri"/>
              </a:rPr>
              <a:t>20 times asked | 9 Write Notes | 11 Short Answers | part 4 of 5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24AF760B-5408-4EE9-96CF-821B73B3EDD8}"/>
              </a:ext>
            </a:extLst>
          </p:cNvPr>
          <p:cNvSpPr>
            <a:spLocks noGrp="1"/>
          </p:cNvSpPr>
          <p:nvPr/>
        </p:nvSpPr>
        <p:spPr>
          <a:xfrm>
            <a:off x="9886950" y="381000"/>
            <a:ext cx="1714500" cy="285750"/>
          </a:xfrm>
          <a:prstGeom prst="roundRect">
            <a:avLst>
              <a:gd name="adj" fmla="val 40000"/>
            </a:avLst>
          </a:prstGeom>
          <a:solidFill>
            <a:srgbClr val="016B78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Rank 1/55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F246820-F445-4495-B137-C04340A3DE11}"/>
              </a:ext>
            </a:extLst>
          </p:cNvPr>
          <p:cNvSpPr>
            <a:spLocks noGrp="1"/>
          </p:cNvSpPr>
          <p:nvPr/>
        </p:nvSpPr>
        <p:spPr>
          <a:xfrm>
            <a:off x="552450" y="1200150"/>
            <a:ext cx="4000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1" i="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pPr>
            <a:r>
              <a:rPr sz="1275" b="1" i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Highlighted asked questions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097D3322-7666-44E7-BCFC-B6D3359A0AE3}"/>
              </a:ext>
            </a:extLst>
          </p:cNvPr>
          <p:cNvSpPr>
            <a:spLocks noGrp="1"/>
          </p:cNvSpPr>
          <p:nvPr/>
        </p:nvSpPr>
        <p:spPr>
          <a:xfrm>
            <a:off x="552450" y="1562100"/>
            <a:ext cx="11087100" cy="1066800"/>
          </a:xfrm>
          <a:prstGeom prst="roundRect">
            <a:avLst>
              <a:gd name="adj" fmla="val 7143"/>
            </a:avLst>
          </a:prstGeom>
          <a:solidFill>
            <a:srgbClr val="FFF8D6"/>
          </a:solidFill>
          <a:ln w="9525">
            <a:solidFill>
              <a:srgbClr val="F2DF9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63C4610-F4F3-4BF8-A4E2-C27E8B3BD31F}"/>
              </a:ext>
            </a:extLst>
          </p:cNvPr>
          <p:cNvSpPr>
            <a:spLocks noGrp="1"/>
          </p:cNvSpPr>
          <p:nvPr/>
        </p:nvSpPr>
        <p:spPr>
          <a:xfrm>
            <a:off x="552450" y="1562100"/>
            <a:ext cx="76200" cy="1066800"/>
          </a:xfrm>
          <a:prstGeom prst="rect">
            <a:avLst/>
          </a:prstGeom>
          <a:solidFill>
            <a:srgbClr val="F6C343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A9E7AD5C-8F7F-49D1-834C-34C53FC54F9E}"/>
              </a:ext>
            </a:extLst>
          </p:cNvPr>
          <p:cNvSpPr>
            <a:spLocks noGrp="1"/>
          </p:cNvSpPr>
          <p:nvPr/>
        </p:nvSpPr>
        <p:spPr>
          <a:xfrm>
            <a:off x="762000" y="1733550"/>
            <a:ext cx="990600" cy="285750"/>
          </a:xfrm>
          <a:prstGeom prst="roundRect">
            <a:avLst>
              <a:gd name="adj" fmla="val 40000"/>
            </a:avLst>
          </a:prstGeom>
          <a:solidFill>
            <a:srgbClr val="02809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MAR 2023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2133FD4E-F1D8-4B2F-BF57-70A5193BD2AD}"/>
              </a:ext>
            </a:extLst>
          </p:cNvPr>
          <p:cNvSpPr>
            <a:spLocks noGrp="1"/>
          </p:cNvSpPr>
          <p:nvPr/>
        </p:nvSpPr>
        <p:spPr>
          <a:xfrm>
            <a:off x="1885950" y="1733550"/>
            <a:ext cx="1219200" cy="285750"/>
          </a:xfrm>
          <a:prstGeom prst="roundRect">
            <a:avLst>
              <a:gd name="adj" fmla="val 40000"/>
            </a:avLst>
          </a:prstGeom>
          <a:solidFill>
            <a:srgbClr val="2563A8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Short Answers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57DFE465-0CDE-4684-91F3-E8832DE36F7C}"/>
              </a:ext>
            </a:extLst>
          </p:cNvPr>
          <p:cNvSpPr>
            <a:spLocks noGrp="1"/>
          </p:cNvSpPr>
          <p:nvPr/>
        </p:nvSpPr>
        <p:spPr>
          <a:xfrm>
            <a:off x="3238500" y="1733550"/>
            <a:ext cx="514350" cy="285750"/>
          </a:xfrm>
          <a:prstGeom prst="roundRect">
            <a:avLst>
              <a:gd name="adj" fmla="val 40000"/>
            </a:avLst>
          </a:prstGeom>
          <a:solidFill>
            <a:srgbClr val="7C6A0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Q2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1995A81-699C-4ABD-B714-87EBD9593535}"/>
              </a:ext>
            </a:extLst>
          </p:cNvPr>
          <p:cNvSpPr>
            <a:spLocks noGrp="1"/>
          </p:cNvSpPr>
          <p:nvPr/>
        </p:nvSpPr>
        <p:spPr>
          <a:xfrm>
            <a:off x="10763250" y="1733550"/>
            <a:ext cx="666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pPr>
            <a:r>
              <a: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13 of 20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ABC70CE-5C96-4DC0-BA70-ABF20DDFC958}"/>
              </a:ext>
            </a:extLst>
          </p:cNvPr>
          <p:cNvSpPr>
            <a:spLocks noGrp="1"/>
          </p:cNvSpPr>
          <p:nvPr/>
        </p:nvSpPr>
        <p:spPr>
          <a:xfrm>
            <a:off x="762000" y="2114550"/>
            <a:ext cx="106489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 i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rPr sz="1200" b="0" i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Martorell's ulcer.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16D42885-866E-4C25-B10E-E81C12EA6428}"/>
              </a:ext>
            </a:extLst>
          </p:cNvPr>
          <p:cNvSpPr>
            <a:spLocks noGrp="1"/>
          </p:cNvSpPr>
          <p:nvPr/>
        </p:nvSpPr>
        <p:spPr>
          <a:xfrm>
            <a:off x="552450" y="2800350"/>
            <a:ext cx="11087100" cy="1066800"/>
          </a:xfrm>
          <a:prstGeom prst="roundRect">
            <a:avLst>
              <a:gd name="adj" fmla="val 7143"/>
            </a:avLst>
          </a:prstGeom>
          <a:solidFill>
            <a:srgbClr val="FFF8D6"/>
          </a:solidFill>
          <a:ln w="9525">
            <a:solidFill>
              <a:srgbClr val="F2DF9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C230A76-0E49-4149-97A6-FEC782AB5B1E}"/>
              </a:ext>
            </a:extLst>
          </p:cNvPr>
          <p:cNvSpPr>
            <a:spLocks noGrp="1"/>
          </p:cNvSpPr>
          <p:nvPr/>
        </p:nvSpPr>
        <p:spPr>
          <a:xfrm>
            <a:off x="552450" y="2800350"/>
            <a:ext cx="76200" cy="1066800"/>
          </a:xfrm>
          <a:prstGeom prst="rect">
            <a:avLst/>
          </a:prstGeom>
          <a:solidFill>
            <a:srgbClr val="F6C343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8A877261-BD75-4D05-8F06-C2FB5D431F69}"/>
              </a:ext>
            </a:extLst>
          </p:cNvPr>
          <p:cNvSpPr>
            <a:spLocks noGrp="1"/>
          </p:cNvSpPr>
          <p:nvPr/>
        </p:nvSpPr>
        <p:spPr>
          <a:xfrm>
            <a:off x="762000" y="2971800"/>
            <a:ext cx="990600" cy="285750"/>
          </a:xfrm>
          <a:prstGeom prst="roundRect">
            <a:avLst>
              <a:gd name="adj" fmla="val 40000"/>
            </a:avLst>
          </a:prstGeom>
          <a:solidFill>
            <a:srgbClr val="02809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SEP 2023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443914A3-C018-4566-A8DE-B04466EC90F7}"/>
              </a:ext>
            </a:extLst>
          </p:cNvPr>
          <p:cNvSpPr>
            <a:spLocks noGrp="1"/>
          </p:cNvSpPr>
          <p:nvPr/>
        </p:nvSpPr>
        <p:spPr>
          <a:xfrm>
            <a:off x="1885950" y="2971800"/>
            <a:ext cx="1219200" cy="285750"/>
          </a:xfrm>
          <a:prstGeom prst="roundRect">
            <a:avLst>
              <a:gd name="adj" fmla="val 40000"/>
            </a:avLst>
          </a:prstGeom>
          <a:solidFill>
            <a:srgbClr val="02809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Write Notes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854F5767-DC97-42F2-BE98-7EA909BB43CE}"/>
              </a:ext>
            </a:extLst>
          </p:cNvPr>
          <p:cNvSpPr>
            <a:spLocks noGrp="1"/>
          </p:cNvSpPr>
          <p:nvPr/>
        </p:nvSpPr>
        <p:spPr>
          <a:xfrm>
            <a:off x="3238500" y="2971800"/>
            <a:ext cx="514350" cy="285750"/>
          </a:xfrm>
          <a:prstGeom prst="roundRect">
            <a:avLst>
              <a:gd name="adj" fmla="val 40000"/>
            </a:avLst>
          </a:prstGeom>
          <a:solidFill>
            <a:srgbClr val="7C6A0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Q8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3B3CEED-2630-49D2-86E1-F464165B593F}"/>
              </a:ext>
            </a:extLst>
          </p:cNvPr>
          <p:cNvSpPr>
            <a:spLocks noGrp="1"/>
          </p:cNvSpPr>
          <p:nvPr/>
        </p:nvSpPr>
        <p:spPr>
          <a:xfrm>
            <a:off x="10763250" y="2971800"/>
            <a:ext cx="666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pPr>
            <a:r>
              <a: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14 of 20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6414C0F-17DD-4174-B182-9501BEB54B10}"/>
              </a:ext>
            </a:extLst>
          </p:cNvPr>
          <p:cNvSpPr>
            <a:spLocks noGrp="1"/>
          </p:cNvSpPr>
          <p:nvPr/>
        </p:nvSpPr>
        <p:spPr>
          <a:xfrm>
            <a:off x="762000" y="3352800"/>
            <a:ext cx="106489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 i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rPr sz="1200" b="0" i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Merc sol and Nitric acid in Ulcer.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8451F738-86C4-4DC8-961B-492557AC5B4A}"/>
              </a:ext>
            </a:extLst>
          </p:cNvPr>
          <p:cNvSpPr>
            <a:spLocks noGrp="1"/>
          </p:cNvSpPr>
          <p:nvPr/>
        </p:nvSpPr>
        <p:spPr>
          <a:xfrm>
            <a:off x="552450" y="4038600"/>
            <a:ext cx="11087100" cy="1066800"/>
          </a:xfrm>
          <a:prstGeom prst="roundRect">
            <a:avLst>
              <a:gd name="adj" fmla="val 7143"/>
            </a:avLst>
          </a:prstGeom>
          <a:solidFill>
            <a:srgbClr val="FFF8D6"/>
          </a:solidFill>
          <a:ln w="9525">
            <a:solidFill>
              <a:srgbClr val="F2DF9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8AF938B-F017-4B31-BED8-105B513C1DFB}"/>
              </a:ext>
            </a:extLst>
          </p:cNvPr>
          <p:cNvSpPr>
            <a:spLocks noGrp="1"/>
          </p:cNvSpPr>
          <p:nvPr/>
        </p:nvSpPr>
        <p:spPr>
          <a:xfrm>
            <a:off x="552450" y="4038600"/>
            <a:ext cx="76200" cy="1066800"/>
          </a:xfrm>
          <a:prstGeom prst="rect">
            <a:avLst/>
          </a:prstGeom>
          <a:solidFill>
            <a:srgbClr val="F6C343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7CFB9691-1FC9-44BE-BBD4-1CF78249D100}"/>
              </a:ext>
            </a:extLst>
          </p:cNvPr>
          <p:cNvSpPr>
            <a:spLocks noGrp="1"/>
          </p:cNvSpPr>
          <p:nvPr/>
        </p:nvSpPr>
        <p:spPr>
          <a:xfrm>
            <a:off x="762000" y="4210050"/>
            <a:ext cx="990600" cy="285750"/>
          </a:xfrm>
          <a:prstGeom prst="roundRect">
            <a:avLst>
              <a:gd name="adj" fmla="val 40000"/>
            </a:avLst>
          </a:prstGeom>
          <a:solidFill>
            <a:srgbClr val="02809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AUG 2024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CD9076C6-1755-4304-A04D-E6A26C65040A}"/>
              </a:ext>
            </a:extLst>
          </p:cNvPr>
          <p:cNvSpPr>
            <a:spLocks noGrp="1"/>
          </p:cNvSpPr>
          <p:nvPr/>
        </p:nvSpPr>
        <p:spPr>
          <a:xfrm>
            <a:off x="1885950" y="4210050"/>
            <a:ext cx="1219200" cy="285750"/>
          </a:xfrm>
          <a:prstGeom prst="roundRect">
            <a:avLst>
              <a:gd name="adj" fmla="val 40000"/>
            </a:avLst>
          </a:prstGeom>
          <a:solidFill>
            <a:srgbClr val="2563A8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Short Answers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09235A90-6114-4522-B3D6-6389555B8BEE}"/>
              </a:ext>
            </a:extLst>
          </p:cNvPr>
          <p:cNvSpPr>
            <a:spLocks noGrp="1"/>
          </p:cNvSpPr>
          <p:nvPr/>
        </p:nvSpPr>
        <p:spPr>
          <a:xfrm>
            <a:off x="3238500" y="4210050"/>
            <a:ext cx="514350" cy="285750"/>
          </a:xfrm>
          <a:prstGeom prst="roundRect">
            <a:avLst>
              <a:gd name="adj" fmla="val 40000"/>
            </a:avLst>
          </a:prstGeom>
          <a:solidFill>
            <a:srgbClr val="7C6A0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Q2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F054BB36-0FF2-4FAC-A619-E1151E9D2F00}"/>
              </a:ext>
            </a:extLst>
          </p:cNvPr>
          <p:cNvSpPr>
            <a:spLocks noGrp="1"/>
          </p:cNvSpPr>
          <p:nvPr/>
        </p:nvSpPr>
        <p:spPr>
          <a:xfrm>
            <a:off x="10763250" y="4210050"/>
            <a:ext cx="666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pPr>
            <a:r>
              <a: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15 of 20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4E8C2B9A-EA1B-4C77-8ADD-1526A31EA052}"/>
              </a:ext>
            </a:extLst>
          </p:cNvPr>
          <p:cNvSpPr>
            <a:spLocks noGrp="1"/>
          </p:cNvSpPr>
          <p:nvPr/>
        </p:nvSpPr>
        <p:spPr>
          <a:xfrm>
            <a:off x="762000" y="4591050"/>
            <a:ext cx="106489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 i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rPr sz="1200" b="0" i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Martorell's ulcer.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C0D4D9D7-2513-448D-8422-F4A3633BA98E}"/>
              </a:ext>
            </a:extLst>
          </p:cNvPr>
          <p:cNvSpPr>
            <a:spLocks noGrp="1"/>
          </p:cNvSpPr>
          <p:nvPr/>
        </p:nvSpPr>
        <p:spPr>
          <a:xfrm>
            <a:off x="552450" y="5276850"/>
            <a:ext cx="11087100" cy="1066800"/>
          </a:xfrm>
          <a:prstGeom prst="roundRect">
            <a:avLst>
              <a:gd name="adj" fmla="val 7143"/>
            </a:avLst>
          </a:prstGeom>
          <a:solidFill>
            <a:srgbClr val="FFF8D6"/>
          </a:solidFill>
          <a:ln w="9525">
            <a:solidFill>
              <a:srgbClr val="F2DF9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7C34DC20-7A5D-4AC2-B31D-B4C097509A36}"/>
              </a:ext>
            </a:extLst>
          </p:cNvPr>
          <p:cNvSpPr>
            <a:spLocks noGrp="1"/>
          </p:cNvSpPr>
          <p:nvPr/>
        </p:nvSpPr>
        <p:spPr>
          <a:xfrm>
            <a:off x="552450" y="5276850"/>
            <a:ext cx="76200" cy="1066800"/>
          </a:xfrm>
          <a:prstGeom prst="rect">
            <a:avLst/>
          </a:prstGeom>
          <a:solidFill>
            <a:srgbClr val="F6C343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62BBF283-7CBD-4FB3-95EA-323E8B3F2F1A}"/>
              </a:ext>
            </a:extLst>
          </p:cNvPr>
          <p:cNvSpPr>
            <a:spLocks noGrp="1"/>
          </p:cNvSpPr>
          <p:nvPr/>
        </p:nvSpPr>
        <p:spPr>
          <a:xfrm>
            <a:off x="762000" y="5448300"/>
            <a:ext cx="990600" cy="285750"/>
          </a:xfrm>
          <a:prstGeom prst="roundRect">
            <a:avLst>
              <a:gd name="adj" fmla="val 40000"/>
            </a:avLst>
          </a:prstGeom>
          <a:solidFill>
            <a:srgbClr val="02809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MAR 2025</a:t>
            </a: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C28D7285-D2AA-49D5-A3C8-DF6189780FF2}"/>
              </a:ext>
            </a:extLst>
          </p:cNvPr>
          <p:cNvSpPr>
            <a:spLocks noGrp="1"/>
          </p:cNvSpPr>
          <p:nvPr/>
        </p:nvSpPr>
        <p:spPr>
          <a:xfrm>
            <a:off x="1885950" y="5448300"/>
            <a:ext cx="1219200" cy="285750"/>
          </a:xfrm>
          <a:prstGeom prst="roundRect">
            <a:avLst>
              <a:gd name="adj" fmla="val 40000"/>
            </a:avLst>
          </a:prstGeom>
          <a:solidFill>
            <a:srgbClr val="02809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Write Notes</a:t>
            </a: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3A61736B-4469-41AC-8906-4E1509CB1DF8}"/>
              </a:ext>
            </a:extLst>
          </p:cNvPr>
          <p:cNvSpPr>
            <a:spLocks noGrp="1"/>
          </p:cNvSpPr>
          <p:nvPr/>
        </p:nvSpPr>
        <p:spPr>
          <a:xfrm>
            <a:off x="3238500" y="5448300"/>
            <a:ext cx="514350" cy="285750"/>
          </a:xfrm>
          <a:prstGeom prst="roundRect">
            <a:avLst>
              <a:gd name="adj" fmla="val 40000"/>
            </a:avLst>
          </a:prstGeom>
          <a:solidFill>
            <a:srgbClr val="7C6A0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Q9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C876904F-3A60-49B1-899A-ECEF873F22F6}"/>
              </a:ext>
            </a:extLst>
          </p:cNvPr>
          <p:cNvSpPr>
            <a:spLocks noGrp="1"/>
          </p:cNvSpPr>
          <p:nvPr/>
        </p:nvSpPr>
        <p:spPr>
          <a:xfrm>
            <a:off x="10763250" y="5448300"/>
            <a:ext cx="666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pPr>
            <a:r>
              <a: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16 of 20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4905DBBF-A5D2-4B18-8D65-B393AC6EAC16}"/>
              </a:ext>
            </a:extLst>
          </p:cNvPr>
          <p:cNvSpPr>
            <a:spLocks noGrp="1"/>
          </p:cNvSpPr>
          <p:nvPr/>
        </p:nvSpPr>
        <p:spPr>
          <a:xfrm>
            <a:off x="762000" y="5829300"/>
            <a:ext cx="106489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 i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rPr sz="1200" b="0" i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Nitric acid and Calendula in Diabetic foot.</a:t>
            </a:r>
          </a:p>
        </p:txBody>
      </p:sp>
    </p:spTree>
    <p:extLst>
      <p:ext uri="{BB962C8B-B14F-4D97-AF65-F5344CB8AC3E}">
        <p14:creationId xmlns:p14="http://schemas.microsoft.com/office/powerpoint/2010/main" val="8546084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 35">
            <a:extLst>
              <a:ext uri="{FF2B5EF4-FFF2-40B4-BE49-F238E27FC236}">
                <a16:creationId xmlns:a16="http://schemas.microsoft.com/office/drawing/2014/main" id="{3FD46449-83A1-46A5-9099-D8C679BD468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066800"/>
          </a:xfrm>
          <a:prstGeom prst="rect">
            <a:avLst/>
          </a:prstGeom>
          <a:solidFill>
            <a:srgbClr val="028090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6B00AD8E-4D57-4D6B-8419-3E74C01F2636}"/>
              </a:ext>
            </a:extLst>
          </p:cNvPr>
          <p:cNvSpPr>
            <a:spLocks noGrp="1"/>
          </p:cNvSpPr>
          <p:nvPr/>
        </p:nvSpPr>
        <p:spPr>
          <a:xfrm>
            <a:off x="457200" y="285750"/>
            <a:ext cx="533400" cy="533400"/>
          </a:xfrm>
          <a:prstGeom prst="ellipse">
            <a:avLst/>
          </a:prstGeom>
          <a:solidFill>
            <a:srgbClr val="00A896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2498B1D-9FEF-4279-A3BD-202459582E7A}"/>
              </a:ext>
            </a:extLst>
          </p:cNvPr>
          <p:cNvSpPr>
            <a:spLocks noGrp="1"/>
          </p:cNvSpPr>
          <p:nvPr/>
        </p:nvSpPr>
        <p:spPr>
          <a:xfrm>
            <a:off x="457200" y="381000"/>
            <a:ext cx="5334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57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7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7EEB324-F321-4AAB-84AC-283DDC5DFBC4}"/>
              </a:ext>
            </a:extLst>
          </p:cNvPr>
          <p:cNvSpPr>
            <a:spLocks noGrp="1"/>
          </p:cNvSpPr>
          <p:nvPr/>
        </p:nvSpPr>
        <p:spPr>
          <a:xfrm>
            <a:off x="1219200" y="209550"/>
            <a:ext cx="8382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400" b="1" i="0">
                <a:solidFill>
                  <a:srgbClr val="FFFFFF"/>
                </a:solidFill>
                <a:latin typeface="Cambria"/>
                <a:ea typeface="Cambria"/>
                <a:cs typeface="Cambria"/>
              </a:defRPr>
            </a:pPr>
            <a:r>
              <a:rPr sz="2400" b="1" i="0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Ulcers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C6CEE5E-DB10-4E9D-ABF2-E068CD909445}"/>
              </a:ext>
            </a:extLst>
          </p:cNvPr>
          <p:cNvSpPr>
            <a:spLocks noGrp="1"/>
          </p:cNvSpPr>
          <p:nvPr/>
        </p:nvSpPr>
        <p:spPr>
          <a:xfrm>
            <a:off x="1219200" y="666750"/>
            <a:ext cx="8382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125" b="0" i="1">
                <a:solidFill>
                  <a:srgbClr val="E6F5F3"/>
                </a:solidFill>
                <a:latin typeface="Calibri"/>
                <a:ea typeface="Calibri"/>
                <a:cs typeface="Calibri"/>
              </a:defRPr>
            </a:pPr>
            <a:r>
              <a:rPr sz="1125" b="0" i="1">
                <a:solidFill>
                  <a:srgbClr val="E6F5F3"/>
                </a:solidFill>
                <a:latin typeface="Calibri"/>
                <a:ea typeface="Calibri"/>
                <a:cs typeface="Calibri"/>
              </a:rPr>
              <a:t>20 times asked | 9 Write Notes | 11 Short Answers | part 5 of 5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8AEDBE0F-9EDC-4A00-A434-2A04077D6013}"/>
              </a:ext>
            </a:extLst>
          </p:cNvPr>
          <p:cNvSpPr>
            <a:spLocks noGrp="1"/>
          </p:cNvSpPr>
          <p:nvPr/>
        </p:nvSpPr>
        <p:spPr>
          <a:xfrm>
            <a:off x="9886950" y="381000"/>
            <a:ext cx="1714500" cy="285750"/>
          </a:xfrm>
          <a:prstGeom prst="roundRect">
            <a:avLst>
              <a:gd name="adj" fmla="val 40000"/>
            </a:avLst>
          </a:prstGeom>
          <a:solidFill>
            <a:srgbClr val="016B78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Rank 1/55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77C303B-388D-46B0-AB95-44BE9855893F}"/>
              </a:ext>
            </a:extLst>
          </p:cNvPr>
          <p:cNvSpPr>
            <a:spLocks noGrp="1"/>
          </p:cNvSpPr>
          <p:nvPr/>
        </p:nvSpPr>
        <p:spPr>
          <a:xfrm>
            <a:off x="552450" y="1200150"/>
            <a:ext cx="4000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1" i="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pPr>
            <a:r>
              <a:rPr sz="1275" b="1" i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Highlighted asked questions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51844BFB-B9A9-48EF-A644-CDD0D52F94FF}"/>
              </a:ext>
            </a:extLst>
          </p:cNvPr>
          <p:cNvSpPr>
            <a:spLocks noGrp="1"/>
          </p:cNvSpPr>
          <p:nvPr/>
        </p:nvSpPr>
        <p:spPr>
          <a:xfrm>
            <a:off x="552450" y="1562100"/>
            <a:ext cx="11087100" cy="1066800"/>
          </a:xfrm>
          <a:prstGeom prst="roundRect">
            <a:avLst>
              <a:gd name="adj" fmla="val 7143"/>
            </a:avLst>
          </a:prstGeom>
          <a:solidFill>
            <a:srgbClr val="FFF8D6"/>
          </a:solidFill>
          <a:ln w="9525">
            <a:solidFill>
              <a:srgbClr val="F2DF9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63CE279-E350-49CD-B9CA-0388550E1F2B}"/>
              </a:ext>
            </a:extLst>
          </p:cNvPr>
          <p:cNvSpPr>
            <a:spLocks noGrp="1"/>
          </p:cNvSpPr>
          <p:nvPr/>
        </p:nvSpPr>
        <p:spPr>
          <a:xfrm>
            <a:off x="552450" y="1562100"/>
            <a:ext cx="76200" cy="1066800"/>
          </a:xfrm>
          <a:prstGeom prst="rect">
            <a:avLst/>
          </a:prstGeom>
          <a:solidFill>
            <a:srgbClr val="F6C343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F94E48E8-4AA5-47A1-B4FF-0162082DE259}"/>
              </a:ext>
            </a:extLst>
          </p:cNvPr>
          <p:cNvSpPr>
            <a:spLocks noGrp="1"/>
          </p:cNvSpPr>
          <p:nvPr/>
        </p:nvSpPr>
        <p:spPr>
          <a:xfrm>
            <a:off x="762000" y="1733550"/>
            <a:ext cx="990600" cy="285750"/>
          </a:xfrm>
          <a:prstGeom prst="roundRect">
            <a:avLst>
              <a:gd name="adj" fmla="val 40000"/>
            </a:avLst>
          </a:prstGeom>
          <a:solidFill>
            <a:srgbClr val="02809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AUG 2025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F1E3A555-2F50-41E7-A386-C5F4ACB6F2AB}"/>
              </a:ext>
            </a:extLst>
          </p:cNvPr>
          <p:cNvSpPr>
            <a:spLocks noGrp="1"/>
          </p:cNvSpPr>
          <p:nvPr/>
        </p:nvSpPr>
        <p:spPr>
          <a:xfrm>
            <a:off x="1885950" y="1733550"/>
            <a:ext cx="1219200" cy="285750"/>
          </a:xfrm>
          <a:prstGeom prst="roundRect">
            <a:avLst>
              <a:gd name="adj" fmla="val 40000"/>
            </a:avLst>
          </a:prstGeom>
          <a:solidFill>
            <a:srgbClr val="2563A8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Short Answers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D566F58C-7F98-48AB-BA40-C8F03F16F2A7}"/>
              </a:ext>
            </a:extLst>
          </p:cNvPr>
          <p:cNvSpPr>
            <a:spLocks noGrp="1"/>
          </p:cNvSpPr>
          <p:nvPr/>
        </p:nvSpPr>
        <p:spPr>
          <a:xfrm>
            <a:off x="3238500" y="1733550"/>
            <a:ext cx="514350" cy="285750"/>
          </a:xfrm>
          <a:prstGeom prst="roundRect">
            <a:avLst>
              <a:gd name="adj" fmla="val 40000"/>
            </a:avLst>
          </a:prstGeom>
          <a:solidFill>
            <a:srgbClr val="7C6A0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Q6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4489AFC-C2FA-43CE-BC7F-5B00274F0B08}"/>
              </a:ext>
            </a:extLst>
          </p:cNvPr>
          <p:cNvSpPr>
            <a:spLocks noGrp="1"/>
          </p:cNvSpPr>
          <p:nvPr/>
        </p:nvSpPr>
        <p:spPr>
          <a:xfrm>
            <a:off x="10763250" y="1733550"/>
            <a:ext cx="666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pPr>
            <a:r>
              <a: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17 of 20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1C2D193-A945-48AF-977A-5E83DCCCC4CC}"/>
              </a:ext>
            </a:extLst>
          </p:cNvPr>
          <p:cNvSpPr>
            <a:spLocks noGrp="1"/>
          </p:cNvSpPr>
          <p:nvPr/>
        </p:nvSpPr>
        <p:spPr>
          <a:xfrm>
            <a:off x="762000" y="2114550"/>
            <a:ext cx="106489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 i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rPr sz="1200" b="0" i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Trophic ulcer.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5A8EFEB6-5E7F-4E76-93BE-CABA2AF8ACD7}"/>
              </a:ext>
            </a:extLst>
          </p:cNvPr>
          <p:cNvSpPr>
            <a:spLocks noGrp="1"/>
          </p:cNvSpPr>
          <p:nvPr/>
        </p:nvSpPr>
        <p:spPr>
          <a:xfrm>
            <a:off x="552450" y="2800350"/>
            <a:ext cx="11087100" cy="1066800"/>
          </a:xfrm>
          <a:prstGeom prst="roundRect">
            <a:avLst>
              <a:gd name="adj" fmla="val 7143"/>
            </a:avLst>
          </a:prstGeom>
          <a:solidFill>
            <a:srgbClr val="FFF8D6"/>
          </a:solidFill>
          <a:ln w="9525">
            <a:solidFill>
              <a:srgbClr val="F2DF9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E0DD22F-3A36-49F3-B764-A3C713C0864E}"/>
              </a:ext>
            </a:extLst>
          </p:cNvPr>
          <p:cNvSpPr>
            <a:spLocks noGrp="1"/>
          </p:cNvSpPr>
          <p:nvPr/>
        </p:nvSpPr>
        <p:spPr>
          <a:xfrm>
            <a:off x="552450" y="2800350"/>
            <a:ext cx="76200" cy="1066800"/>
          </a:xfrm>
          <a:prstGeom prst="rect">
            <a:avLst/>
          </a:prstGeom>
          <a:solidFill>
            <a:srgbClr val="F6C343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0B2E23AD-0A2E-451D-8D5D-66D2188158DD}"/>
              </a:ext>
            </a:extLst>
          </p:cNvPr>
          <p:cNvSpPr>
            <a:spLocks noGrp="1"/>
          </p:cNvSpPr>
          <p:nvPr/>
        </p:nvSpPr>
        <p:spPr>
          <a:xfrm>
            <a:off x="762000" y="2971800"/>
            <a:ext cx="990600" cy="285750"/>
          </a:xfrm>
          <a:prstGeom prst="roundRect">
            <a:avLst>
              <a:gd name="adj" fmla="val 40000"/>
            </a:avLst>
          </a:prstGeom>
          <a:solidFill>
            <a:srgbClr val="02809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AUG 2025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FD181B71-171C-4C12-A362-D9725A3BE332}"/>
              </a:ext>
            </a:extLst>
          </p:cNvPr>
          <p:cNvSpPr>
            <a:spLocks noGrp="1"/>
          </p:cNvSpPr>
          <p:nvPr/>
        </p:nvSpPr>
        <p:spPr>
          <a:xfrm>
            <a:off x="1885950" y="2971800"/>
            <a:ext cx="1219200" cy="285750"/>
          </a:xfrm>
          <a:prstGeom prst="roundRect">
            <a:avLst>
              <a:gd name="adj" fmla="val 40000"/>
            </a:avLst>
          </a:prstGeom>
          <a:solidFill>
            <a:srgbClr val="2563A8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Short Answers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76177ED4-49D0-4D42-BF09-705E02B5F60D}"/>
              </a:ext>
            </a:extLst>
          </p:cNvPr>
          <p:cNvSpPr>
            <a:spLocks noGrp="1"/>
          </p:cNvSpPr>
          <p:nvPr/>
        </p:nvSpPr>
        <p:spPr>
          <a:xfrm>
            <a:off x="3238500" y="2971800"/>
            <a:ext cx="514350" cy="285750"/>
          </a:xfrm>
          <a:prstGeom prst="roundRect">
            <a:avLst>
              <a:gd name="adj" fmla="val 40000"/>
            </a:avLst>
          </a:prstGeom>
          <a:solidFill>
            <a:srgbClr val="7C6A0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Q9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024FD61-6EB2-4A7E-8910-A8AF3F0E6575}"/>
              </a:ext>
            </a:extLst>
          </p:cNvPr>
          <p:cNvSpPr>
            <a:spLocks noGrp="1"/>
          </p:cNvSpPr>
          <p:nvPr/>
        </p:nvSpPr>
        <p:spPr>
          <a:xfrm>
            <a:off x="10763250" y="2971800"/>
            <a:ext cx="666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pPr>
            <a:r>
              <a: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18 of 20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C1B6471-06BB-400C-856D-26E818713A81}"/>
              </a:ext>
            </a:extLst>
          </p:cNvPr>
          <p:cNvSpPr>
            <a:spLocks noGrp="1"/>
          </p:cNvSpPr>
          <p:nvPr/>
        </p:nvSpPr>
        <p:spPr>
          <a:xfrm>
            <a:off x="762000" y="3352800"/>
            <a:ext cx="106489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 i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rPr sz="1200" b="0" i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Marjolin's ulcer.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9353C098-7FA7-4EDE-8F9A-CA0E8CE9CA9C}"/>
              </a:ext>
            </a:extLst>
          </p:cNvPr>
          <p:cNvSpPr>
            <a:spLocks noGrp="1"/>
          </p:cNvSpPr>
          <p:nvPr/>
        </p:nvSpPr>
        <p:spPr>
          <a:xfrm>
            <a:off x="552450" y="4038600"/>
            <a:ext cx="11087100" cy="1066800"/>
          </a:xfrm>
          <a:prstGeom prst="roundRect">
            <a:avLst>
              <a:gd name="adj" fmla="val 7143"/>
            </a:avLst>
          </a:prstGeom>
          <a:solidFill>
            <a:srgbClr val="FFF8D6"/>
          </a:solidFill>
          <a:ln w="9525">
            <a:solidFill>
              <a:srgbClr val="F2DF9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F67CC8C-6A22-406E-B29A-720AEDC960D2}"/>
              </a:ext>
            </a:extLst>
          </p:cNvPr>
          <p:cNvSpPr>
            <a:spLocks noGrp="1"/>
          </p:cNvSpPr>
          <p:nvPr/>
        </p:nvSpPr>
        <p:spPr>
          <a:xfrm>
            <a:off x="552450" y="4038600"/>
            <a:ext cx="76200" cy="1066800"/>
          </a:xfrm>
          <a:prstGeom prst="rect">
            <a:avLst/>
          </a:prstGeom>
          <a:solidFill>
            <a:srgbClr val="F6C343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806BAB41-0DE0-4F9B-8F95-16AA3D4C3959}"/>
              </a:ext>
            </a:extLst>
          </p:cNvPr>
          <p:cNvSpPr>
            <a:spLocks noGrp="1"/>
          </p:cNvSpPr>
          <p:nvPr/>
        </p:nvSpPr>
        <p:spPr>
          <a:xfrm>
            <a:off x="762000" y="4210050"/>
            <a:ext cx="990600" cy="285750"/>
          </a:xfrm>
          <a:prstGeom prst="roundRect">
            <a:avLst>
              <a:gd name="adj" fmla="val 40000"/>
            </a:avLst>
          </a:prstGeom>
          <a:solidFill>
            <a:srgbClr val="02809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OCT 2025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DC1496F8-4B82-4AAA-9476-0E552501578B}"/>
              </a:ext>
            </a:extLst>
          </p:cNvPr>
          <p:cNvSpPr>
            <a:spLocks noGrp="1"/>
          </p:cNvSpPr>
          <p:nvPr/>
        </p:nvSpPr>
        <p:spPr>
          <a:xfrm>
            <a:off x="1885950" y="4210050"/>
            <a:ext cx="1219200" cy="285750"/>
          </a:xfrm>
          <a:prstGeom prst="roundRect">
            <a:avLst>
              <a:gd name="adj" fmla="val 40000"/>
            </a:avLst>
          </a:prstGeom>
          <a:solidFill>
            <a:srgbClr val="02809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Write Notes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5D35019E-05AE-4E8B-AD82-A0CECA171039}"/>
              </a:ext>
            </a:extLst>
          </p:cNvPr>
          <p:cNvSpPr>
            <a:spLocks noGrp="1"/>
          </p:cNvSpPr>
          <p:nvPr/>
        </p:nvSpPr>
        <p:spPr>
          <a:xfrm>
            <a:off x="3238500" y="4210050"/>
            <a:ext cx="514350" cy="285750"/>
          </a:xfrm>
          <a:prstGeom prst="roundRect">
            <a:avLst>
              <a:gd name="adj" fmla="val 40000"/>
            </a:avLst>
          </a:prstGeom>
          <a:solidFill>
            <a:srgbClr val="7C6A0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Q4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0545660B-FDEB-4434-A1FE-A01BC9F43B0A}"/>
              </a:ext>
            </a:extLst>
          </p:cNvPr>
          <p:cNvSpPr>
            <a:spLocks noGrp="1"/>
          </p:cNvSpPr>
          <p:nvPr/>
        </p:nvSpPr>
        <p:spPr>
          <a:xfrm>
            <a:off x="10763250" y="4210050"/>
            <a:ext cx="666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pPr>
            <a:r>
              <a: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19 of 20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E2897A42-0E00-4802-BD7C-0397B852E4F1}"/>
              </a:ext>
            </a:extLst>
          </p:cNvPr>
          <p:cNvSpPr>
            <a:spLocks noGrp="1"/>
          </p:cNvSpPr>
          <p:nvPr/>
        </p:nvSpPr>
        <p:spPr>
          <a:xfrm>
            <a:off x="762000" y="4591050"/>
            <a:ext cx="106489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 i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rPr sz="1200" b="0" i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Diabetic ulcer - two drugs with indications.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7B8A9CCD-05B8-4361-B42F-7E1031064E87}"/>
              </a:ext>
            </a:extLst>
          </p:cNvPr>
          <p:cNvSpPr>
            <a:spLocks noGrp="1"/>
          </p:cNvSpPr>
          <p:nvPr/>
        </p:nvSpPr>
        <p:spPr>
          <a:xfrm>
            <a:off x="552450" y="5276850"/>
            <a:ext cx="11087100" cy="1066800"/>
          </a:xfrm>
          <a:prstGeom prst="roundRect">
            <a:avLst>
              <a:gd name="adj" fmla="val 7143"/>
            </a:avLst>
          </a:prstGeom>
          <a:solidFill>
            <a:srgbClr val="FFF8D6"/>
          </a:solidFill>
          <a:ln w="9525">
            <a:solidFill>
              <a:srgbClr val="F2DF9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3D8CDF04-4A7F-4C59-85A8-6482A61A40D4}"/>
              </a:ext>
            </a:extLst>
          </p:cNvPr>
          <p:cNvSpPr>
            <a:spLocks noGrp="1"/>
          </p:cNvSpPr>
          <p:nvPr/>
        </p:nvSpPr>
        <p:spPr>
          <a:xfrm>
            <a:off x="552450" y="5276850"/>
            <a:ext cx="76200" cy="1066800"/>
          </a:xfrm>
          <a:prstGeom prst="rect">
            <a:avLst/>
          </a:prstGeom>
          <a:solidFill>
            <a:srgbClr val="F6C343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495C0E7E-1B00-476B-8C15-BE7321855137}"/>
              </a:ext>
            </a:extLst>
          </p:cNvPr>
          <p:cNvSpPr>
            <a:spLocks noGrp="1"/>
          </p:cNvSpPr>
          <p:nvPr/>
        </p:nvSpPr>
        <p:spPr>
          <a:xfrm>
            <a:off x="762000" y="5448300"/>
            <a:ext cx="990600" cy="285750"/>
          </a:xfrm>
          <a:prstGeom prst="roundRect">
            <a:avLst>
              <a:gd name="adj" fmla="val 40000"/>
            </a:avLst>
          </a:prstGeom>
          <a:solidFill>
            <a:srgbClr val="02809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OCT 2025</a:t>
            </a: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94DD806E-3AFC-4745-8924-B4D78D48E86D}"/>
              </a:ext>
            </a:extLst>
          </p:cNvPr>
          <p:cNvSpPr>
            <a:spLocks noGrp="1"/>
          </p:cNvSpPr>
          <p:nvPr/>
        </p:nvSpPr>
        <p:spPr>
          <a:xfrm>
            <a:off x="1885950" y="5448300"/>
            <a:ext cx="1219200" cy="285750"/>
          </a:xfrm>
          <a:prstGeom prst="roundRect">
            <a:avLst>
              <a:gd name="adj" fmla="val 40000"/>
            </a:avLst>
          </a:prstGeom>
          <a:solidFill>
            <a:srgbClr val="02809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Write Notes</a:t>
            </a: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07CCDE33-BC15-4D87-948F-5EEF857282D7}"/>
              </a:ext>
            </a:extLst>
          </p:cNvPr>
          <p:cNvSpPr>
            <a:spLocks noGrp="1"/>
          </p:cNvSpPr>
          <p:nvPr/>
        </p:nvSpPr>
        <p:spPr>
          <a:xfrm>
            <a:off x="3238500" y="5448300"/>
            <a:ext cx="514350" cy="285750"/>
          </a:xfrm>
          <a:prstGeom prst="roundRect">
            <a:avLst>
              <a:gd name="adj" fmla="val 40000"/>
            </a:avLst>
          </a:prstGeom>
          <a:solidFill>
            <a:srgbClr val="7C6A0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Q8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E0329D52-A1A2-4534-AE41-49FB8DF928F4}"/>
              </a:ext>
            </a:extLst>
          </p:cNvPr>
          <p:cNvSpPr>
            <a:spLocks noGrp="1"/>
          </p:cNvSpPr>
          <p:nvPr/>
        </p:nvSpPr>
        <p:spPr>
          <a:xfrm>
            <a:off x="10763250" y="5448300"/>
            <a:ext cx="666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pPr>
            <a:r>
              <a: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20 of 20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342C25CC-28FA-41A3-8629-A8DACE572E88}"/>
              </a:ext>
            </a:extLst>
          </p:cNvPr>
          <p:cNvSpPr>
            <a:spLocks noGrp="1"/>
          </p:cNvSpPr>
          <p:nvPr/>
        </p:nvSpPr>
        <p:spPr>
          <a:xfrm>
            <a:off x="762000" y="5829300"/>
            <a:ext cx="106489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 i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rPr sz="1200" b="0" i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Non healing ulcer - two drugs with indications.</a:t>
            </a:r>
          </a:p>
        </p:txBody>
      </p:sp>
    </p:spTree>
    <p:extLst>
      <p:ext uri="{BB962C8B-B14F-4D97-AF65-F5344CB8AC3E}">
        <p14:creationId xmlns:p14="http://schemas.microsoft.com/office/powerpoint/2010/main" val="373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 35">
            <a:extLst>
              <a:ext uri="{FF2B5EF4-FFF2-40B4-BE49-F238E27FC236}">
                <a16:creationId xmlns:a16="http://schemas.microsoft.com/office/drawing/2014/main" id="{DBE5AE66-7EE2-4CAA-9F76-B3935A8F0A0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066800"/>
          </a:xfrm>
          <a:prstGeom prst="rect">
            <a:avLst/>
          </a:prstGeom>
          <a:solidFill>
            <a:srgbClr val="028090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1ED10977-D59F-4D98-8CD2-BA7E29A678B3}"/>
              </a:ext>
            </a:extLst>
          </p:cNvPr>
          <p:cNvSpPr>
            <a:spLocks noGrp="1"/>
          </p:cNvSpPr>
          <p:nvPr/>
        </p:nvSpPr>
        <p:spPr>
          <a:xfrm>
            <a:off x="457200" y="285750"/>
            <a:ext cx="533400" cy="533400"/>
          </a:xfrm>
          <a:prstGeom prst="ellipse">
            <a:avLst/>
          </a:prstGeom>
          <a:solidFill>
            <a:srgbClr val="00A896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C72D4EA-4BDA-4DBF-8DFF-5A113F9A2008}"/>
              </a:ext>
            </a:extLst>
          </p:cNvPr>
          <p:cNvSpPr>
            <a:spLocks noGrp="1"/>
          </p:cNvSpPr>
          <p:nvPr/>
        </p:nvSpPr>
        <p:spPr>
          <a:xfrm>
            <a:off x="457200" y="381000"/>
            <a:ext cx="5334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57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7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827C86F-70AD-4455-816F-927C45907AD2}"/>
              </a:ext>
            </a:extLst>
          </p:cNvPr>
          <p:cNvSpPr>
            <a:spLocks noGrp="1"/>
          </p:cNvSpPr>
          <p:nvPr/>
        </p:nvSpPr>
        <p:spPr>
          <a:xfrm>
            <a:off x="1219200" y="209550"/>
            <a:ext cx="8382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400" b="1" i="0">
                <a:solidFill>
                  <a:srgbClr val="FFFFFF"/>
                </a:solidFill>
                <a:latin typeface="Cambria"/>
                <a:ea typeface="Cambria"/>
                <a:cs typeface="Cambria"/>
              </a:defRPr>
            </a:pPr>
            <a:r>
              <a:rPr sz="2400" b="1" i="0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Tumours and carcinomas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5D68E04-0676-44EE-A0C7-F6D9C2568396}"/>
              </a:ext>
            </a:extLst>
          </p:cNvPr>
          <p:cNvSpPr>
            <a:spLocks noGrp="1"/>
          </p:cNvSpPr>
          <p:nvPr/>
        </p:nvSpPr>
        <p:spPr>
          <a:xfrm>
            <a:off x="1219200" y="666750"/>
            <a:ext cx="8382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125" b="0" i="1">
                <a:solidFill>
                  <a:srgbClr val="E6F5F3"/>
                </a:solidFill>
                <a:latin typeface="Calibri"/>
                <a:ea typeface="Calibri"/>
                <a:cs typeface="Calibri"/>
              </a:defRPr>
            </a:pPr>
            <a:r>
              <a:rPr sz="1125" b="0" i="1">
                <a:solidFill>
                  <a:srgbClr val="E6F5F3"/>
                </a:solidFill>
                <a:latin typeface="Calibri"/>
                <a:ea typeface="Calibri"/>
                <a:cs typeface="Calibri"/>
              </a:rPr>
              <a:t>16 times asked | 10 Write Notes | 6 Short Answers | part 1 of 4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BFFF7D59-34B3-4C43-B910-DFF01652DEAA}"/>
              </a:ext>
            </a:extLst>
          </p:cNvPr>
          <p:cNvSpPr>
            <a:spLocks noGrp="1"/>
          </p:cNvSpPr>
          <p:nvPr/>
        </p:nvSpPr>
        <p:spPr>
          <a:xfrm>
            <a:off x="9886950" y="381000"/>
            <a:ext cx="1714500" cy="285750"/>
          </a:xfrm>
          <a:prstGeom prst="roundRect">
            <a:avLst>
              <a:gd name="adj" fmla="val 40000"/>
            </a:avLst>
          </a:prstGeom>
          <a:solidFill>
            <a:srgbClr val="016B78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Rank 2/55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7FC7D28-72B2-4BE4-A4EE-FA2648705179}"/>
              </a:ext>
            </a:extLst>
          </p:cNvPr>
          <p:cNvSpPr>
            <a:spLocks noGrp="1"/>
          </p:cNvSpPr>
          <p:nvPr/>
        </p:nvSpPr>
        <p:spPr>
          <a:xfrm>
            <a:off x="552450" y="1200150"/>
            <a:ext cx="4000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1" i="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pPr>
            <a:r>
              <a:rPr sz="1275" b="1" i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Highlighted asked questions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3B3E89D1-FE78-4803-97BB-7724F6701E03}"/>
              </a:ext>
            </a:extLst>
          </p:cNvPr>
          <p:cNvSpPr>
            <a:spLocks noGrp="1"/>
          </p:cNvSpPr>
          <p:nvPr/>
        </p:nvSpPr>
        <p:spPr>
          <a:xfrm>
            <a:off x="552450" y="1562100"/>
            <a:ext cx="11087100" cy="1066800"/>
          </a:xfrm>
          <a:prstGeom prst="roundRect">
            <a:avLst>
              <a:gd name="adj" fmla="val 7143"/>
            </a:avLst>
          </a:prstGeom>
          <a:solidFill>
            <a:srgbClr val="FFF8D6"/>
          </a:solidFill>
          <a:ln w="9525">
            <a:solidFill>
              <a:srgbClr val="F2DF9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2D355D7-D2F4-4559-A881-21D19F255A0A}"/>
              </a:ext>
            </a:extLst>
          </p:cNvPr>
          <p:cNvSpPr>
            <a:spLocks noGrp="1"/>
          </p:cNvSpPr>
          <p:nvPr/>
        </p:nvSpPr>
        <p:spPr>
          <a:xfrm>
            <a:off x="552450" y="1562100"/>
            <a:ext cx="76200" cy="1066800"/>
          </a:xfrm>
          <a:prstGeom prst="rect">
            <a:avLst/>
          </a:prstGeom>
          <a:solidFill>
            <a:srgbClr val="F6C343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53FE65C6-C890-4A22-AEAB-71452B6D42DB}"/>
              </a:ext>
            </a:extLst>
          </p:cNvPr>
          <p:cNvSpPr>
            <a:spLocks noGrp="1"/>
          </p:cNvSpPr>
          <p:nvPr/>
        </p:nvSpPr>
        <p:spPr>
          <a:xfrm>
            <a:off x="762000" y="1733550"/>
            <a:ext cx="990600" cy="285750"/>
          </a:xfrm>
          <a:prstGeom prst="roundRect">
            <a:avLst>
              <a:gd name="adj" fmla="val 40000"/>
            </a:avLst>
          </a:prstGeom>
          <a:solidFill>
            <a:srgbClr val="02809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OCT 2018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2B9EA5C3-D3B0-46BF-A1CF-62E7A308AAA2}"/>
              </a:ext>
            </a:extLst>
          </p:cNvPr>
          <p:cNvSpPr>
            <a:spLocks noGrp="1"/>
          </p:cNvSpPr>
          <p:nvPr/>
        </p:nvSpPr>
        <p:spPr>
          <a:xfrm>
            <a:off x="1885950" y="1733550"/>
            <a:ext cx="1219200" cy="285750"/>
          </a:xfrm>
          <a:prstGeom prst="roundRect">
            <a:avLst>
              <a:gd name="adj" fmla="val 40000"/>
            </a:avLst>
          </a:prstGeom>
          <a:solidFill>
            <a:srgbClr val="2563A8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Short Answers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246D6936-7747-4111-B801-9F7F98B41350}"/>
              </a:ext>
            </a:extLst>
          </p:cNvPr>
          <p:cNvSpPr>
            <a:spLocks noGrp="1"/>
          </p:cNvSpPr>
          <p:nvPr/>
        </p:nvSpPr>
        <p:spPr>
          <a:xfrm>
            <a:off x="3238500" y="1733550"/>
            <a:ext cx="514350" cy="285750"/>
          </a:xfrm>
          <a:prstGeom prst="roundRect">
            <a:avLst>
              <a:gd name="adj" fmla="val 40000"/>
            </a:avLst>
          </a:prstGeom>
          <a:solidFill>
            <a:srgbClr val="7C6A0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Q3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DE99B7A-0EE3-4C22-A2EA-6BB9BA8334EA}"/>
              </a:ext>
            </a:extLst>
          </p:cNvPr>
          <p:cNvSpPr>
            <a:spLocks noGrp="1"/>
          </p:cNvSpPr>
          <p:nvPr/>
        </p:nvSpPr>
        <p:spPr>
          <a:xfrm>
            <a:off x="10763250" y="1733550"/>
            <a:ext cx="666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pPr>
            <a:r>
              <a: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1 of 16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9679C28-9BD2-4005-928A-3B208A147FF1}"/>
              </a:ext>
            </a:extLst>
          </p:cNvPr>
          <p:cNvSpPr>
            <a:spLocks noGrp="1"/>
          </p:cNvSpPr>
          <p:nvPr/>
        </p:nvSpPr>
        <p:spPr>
          <a:xfrm>
            <a:off x="762000" y="2114550"/>
            <a:ext cx="106489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 i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rPr sz="1200" b="0" i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What is Papilloma?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1991755C-EE1F-46FE-8858-A0B9AC2A6E54}"/>
              </a:ext>
            </a:extLst>
          </p:cNvPr>
          <p:cNvSpPr>
            <a:spLocks noGrp="1"/>
          </p:cNvSpPr>
          <p:nvPr/>
        </p:nvSpPr>
        <p:spPr>
          <a:xfrm>
            <a:off x="552450" y="2800350"/>
            <a:ext cx="11087100" cy="1066800"/>
          </a:xfrm>
          <a:prstGeom prst="roundRect">
            <a:avLst>
              <a:gd name="adj" fmla="val 7143"/>
            </a:avLst>
          </a:prstGeom>
          <a:solidFill>
            <a:srgbClr val="FFF8D6"/>
          </a:solidFill>
          <a:ln w="9525">
            <a:solidFill>
              <a:srgbClr val="F2DF9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7407ECC-6893-4EC7-AAF2-B7DB5FEB5643}"/>
              </a:ext>
            </a:extLst>
          </p:cNvPr>
          <p:cNvSpPr>
            <a:spLocks noGrp="1"/>
          </p:cNvSpPr>
          <p:nvPr/>
        </p:nvSpPr>
        <p:spPr>
          <a:xfrm>
            <a:off x="552450" y="2800350"/>
            <a:ext cx="76200" cy="1066800"/>
          </a:xfrm>
          <a:prstGeom prst="rect">
            <a:avLst/>
          </a:prstGeom>
          <a:solidFill>
            <a:srgbClr val="F6C343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63B0A439-DA36-44DB-B19F-FABCE9077F56}"/>
              </a:ext>
            </a:extLst>
          </p:cNvPr>
          <p:cNvSpPr>
            <a:spLocks noGrp="1"/>
          </p:cNvSpPr>
          <p:nvPr/>
        </p:nvSpPr>
        <p:spPr>
          <a:xfrm>
            <a:off x="762000" y="2971800"/>
            <a:ext cx="990600" cy="285750"/>
          </a:xfrm>
          <a:prstGeom prst="roundRect">
            <a:avLst>
              <a:gd name="adj" fmla="val 40000"/>
            </a:avLst>
          </a:prstGeom>
          <a:solidFill>
            <a:srgbClr val="02809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OCT 2018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4C548879-8454-48D1-BB69-91AA1067D2CC}"/>
              </a:ext>
            </a:extLst>
          </p:cNvPr>
          <p:cNvSpPr>
            <a:spLocks noGrp="1"/>
          </p:cNvSpPr>
          <p:nvPr/>
        </p:nvSpPr>
        <p:spPr>
          <a:xfrm>
            <a:off x="1885950" y="2971800"/>
            <a:ext cx="1219200" cy="285750"/>
          </a:xfrm>
          <a:prstGeom prst="roundRect">
            <a:avLst>
              <a:gd name="adj" fmla="val 40000"/>
            </a:avLst>
          </a:prstGeom>
          <a:solidFill>
            <a:srgbClr val="2563A8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Short Answers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656D52C5-F512-45FE-A339-66FA97F1CAB9}"/>
              </a:ext>
            </a:extLst>
          </p:cNvPr>
          <p:cNvSpPr>
            <a:spLocks noGrp="1"/>
          </p:cNvSpPr>
          <p:nvPr/>
        </p:nvSpPr>
        <p:spPr>
          <a:xfrm>
            <a:off x="3238500" y="2971800"/>
            <a:ext cx="514350" cy="285750"/>
          </a:xfrm>
          <a:prstGeom prst="roundRect">
            <a:avLst>
              <a:gd name="adj" fmla="val 40000"/>
            </a:avLst>
          </a:prstGeom>
          <a:solidFill>
            <a:srgbClr val="7C6A0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Q5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FABF8FD-5A99-4F50-A443-D10F9F7DA277}"/>
              </a:ext>
            </a:extLst>
          </p:cNvPr>
          <p:cNvSpPr>
            <a:spLocks noGrp="1"/>
          </p:cNvSpPr>
          <p:nvPr/>
        </p:nvSpPr>
        <p:spPr>
          <a:xfrm>
            <a:off x="10763250" y="2971800"/>
            <a:ext cx="666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pPr>
            <a:r>
              <a: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2 of 16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E05C5D3-3BC4-4FB0-ADF2-019ACF620CEB}"/>
              </a:ext>
            </a:extLst>
          </p:cNvPr>
          <p:cNvSpPr>
            <a:spLocks noGrp="1"/>
          </p:cNvSpPr>
          <p:nvPr/>
        </p:nvSpPr>
        <p:spPr>
          <a:xfrm>
            <a:off x="762000" y="3352800"/>
            <a:ext cx="106489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 i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rPr sz="1200" b="0" i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Bowen's disease.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A85E83F6-F1CC-4AAD-A595-A59D3E44AF17}"/>
              </a:ext>
            </a:extLst>
          </p:cNvPr>
          <p:cNvSpPr>
            <a:spLocks noGrp="1"/>
          </p:cNvSpPr>
          <p:nvPr/>
        </p:nvSpPr>
        <p:spPr>
          <a:xfrm>
            <a:off x="552450" y="4038600"/>
            <a:ext cx="11087100" cy="1066800"/>
          </a:xfrm>
          <a:prstGeom prst="roundRect">
            <a:avLst>
              <a:gd name="adj" fmla="val 7143"/>
            </a:avLst>
          </a:prstGeom>
          <a:solidFill>
            <a:srgbClr val="FFF8D6"/>
          </a:solidFill>
          <a:ln w="9525">
            <a:solidFill>
              <a:srgbClr val="F2DF9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D603A69-AAA9-402D-855C-B02A0F408910}"/>
              </a:ext>
            </a:extLst>
          </p:cNvPr>
          <p:cNvSpPr>
            <a:spLocks noGrp="1"/>
          </p:cNvSpPr>
          <p:nvPr/>
        </p:nvSpPr>
        <p:spPr>
          <a:xfrm>
            <a:off x="552450" y="4038600"/>
            <a:ext cx="76200" cy="1066800"/>
          </a:xfrm>
          <a:prstGeom prst="rect">
            <a:avLst/>
          </a:prstGeom>
          <a:solidFill>
            <a:srgbClr val="F6C343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AC4E16A0-9139-4C98-B780-1E9DEC66C9BF}"/>
              </a:ext>
            </a:extLst>
          </p:cNvPr>
          <p:cNvSpPr>
            <a:spLocks noGrp="1"/>
          </p:cNvSpPr>
          <p:nvPr/>
        </p:nvSpPr>
        <p:spPr>
          <a:xfrm>
            <a:off x="762000" y="4210050"/>
            <a:ext cx="990600" cy="285750"/>
          </a:xfrm>
          <a:prstGeom prst="roundRect">
            <a:avLst>
              <a:gd name="adj" fmla="val 40000"/>
            </a:avLst>
          </a:prstGeom>
          <a:solidFill>
            <a:srgbClr val="02809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OCT 2018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AF5C84C0-CF5A-48B9-AB84-E016A42C52F2}"/>
              </a:ext>
            </a:extLst>
          </p:cNvPr>
          <p:cNvSpPr>
            <a:spLocks noGrp="1"/>
          </p:cNvSpPr>
          <p:nvPr/>
        </p:nvSpPr>
        <p:spPr>
          <a:xfrm>
            <a:off x="1885950" y="4210050"/>
            <a:ext cx="1219200" cy="285750"/>
          </a:xfrm>
          <a:prstGeom prst="roundRect">
            <a:avLst>
              <a:gd name="adj" fmla="val 40000"/>
            </a:avLst>
          </a:prstGeom>
          <a:solidFill>
            <a:srgbClr val="02809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Write Notes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34C1B2E3-BD12-48F0-B534-6D9CEA9DD682}"/>
              </a:ext>
            </a:extLst>
          </p:cNvPr>
          <p:cNvSpPr>
            <a:spLocks noGrp="1"/>
          </p:cNvSpPr>
          <p:nvPr/>
        </p:nvSpPr>
        <p:spPr>
          <a:xfrm>
            <a:off x="3238500" y="4210050"/>
            <a:ext cx="514350" cy="285750"/>
          </a:xfrm>
          <a:prstGeom prst="roundRect">
            <a:avLst>
              <a:gd name="adj" fmla="val 40000"/>
            </a:avLst>
          </a:prstGeom>
          <a:solidFill>
            <a:srgbClr val="7C6A0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Q5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9B3AD7C1-7FA2-4C03-941E-A985DB14B50F}"/>
              </a:ext>
            </a:extLst>
          </p:cNvPr>
          <p:cNvSpPr>
            <a:spLocks noGrp="1"/>
          </p:cNvSpPr>
          <p:nvPr/>
        </p:nvSpPr>
        <p:spPr>
          <a:xfrm>
            <a:off x="10763250" y="4210050"/>
            <a:ext cx="666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pPr>
            <a:r>
              <a: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3 of 16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E0CEBD00-F040-4D6D-843E-29941AB64D88}"/>
              </a:ext>
            </a:extLst>
          </p:cNvPr>
          <p:cNvSpPr>
            <a:spLocks noGrp="1"/>
          </p:cNvSpPr>
          <p:nvPr/>
        </p:nvSpPr>
        <p:spPr>
          <a:xfrm>
            <a:off x="762000" y="4591050"/>
            <a:ext cx="106489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 i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rPr sz="1200" b="0" i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Basal cell carcinoma.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C193E87A-3798-4C9B-9DB5-9EAE8B1A5C92}"/>
              </a:ext>
            </a:extLst>
          </p:cNvPr>
          <p:cNvSpPr>
            <a:spLocks noGrp="1"/>
          </p:cNvSpPr>
          <p:nvPr/>
        </p:nvSpPr>
        <p:spPr>
          <a:xfrm>
            <a:off x="552450" y="5276850"/>
            <a:ext cx="11087100" cy="1066800"/>
          </a:xfrm>
          <a:prstGeom prst="roundRect">
            <a:avLst>
              <a:gd name="adj" fmla="val 7143"/>
            </a:avLst>
          </a:prstGeom>
          <a:solidFill>
            <a:srgbClr val="FFF8D6"/>
          </a:solidFill>
          <a:ln w="9525">
            <a:solidFill>
              <a:srgbClr val="F2DF9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2FC9A024-1306-4247-8886-A96FB996F0DD}"/>
              </a:ext>
            </a:extLst>
          </p:cNvPr>
          <p:cNvSpPr>
            <a:spLocks noGrp="1"/>
          </p:cNvSpPr>
          <p:nvPr/>
        </p:nvSpPr>
        <p:spPr>
          <a:xfrm>
            <a:off x="552450" y="5276850"/>
            <a:ext cx="76200" cy="1066800"/>
          </a:xfrm>
          <a:prstGeom prst="rect">
            <a:avLst/>
          </a:prstGeom>
          <a:solidFill>
            <a:srgbClr val="F6C343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3211E564-A6C8-4DAE-82DC-2E31327C17E0}"/>
              </a:ext>
            </a:extLst>
          </p:cNvPr>
          <p:cNvSpPr>
            <a:spLocks noGrp="1"/>
          </p:cNvSpPr>
          <p:nvPr/>
        </p:nvSpPr>
        <p:spPr>
          <a:xfrm>
            <a:off x="762000" y="5448300"/>
            <a:ext cx="990600" cy="285750"/>
          </a:xfrm>
          <a:prstGeom prst="roundRect">
            <a:avLst>
              <a:gd name="adj" fmla="val 40000"/>
            </a:avLst>
          </a:prstGeom>
          <a:solidFill>
            <a:srgbClr val="02809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MAY 2019</a:t>
            </a: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E60C2F7F-F5C0-470B-B600-C6CACE9B8B41}"/>
              </a:ext>
            </a:extLst>
          </p:cNvPr>
          <p:cNvSpPr>
            <a:spLocks noGrp="1"/>
          </p:cNvSpPr>
          <p:nvPr/>
        </p:nvSpPr>
        <p:spPr>
          <a:xfrm>
            <a:off x="1885950" y="5448300"/>
            <a:ext cx="1219200" cy="285750"/>
          </a:xfrm>
          <a:prstGeom prst="roundRect">
            <a:avLst>
              <a:gd name="adj" fmla="val 40000"/>
            </a:avLst>
          </a:prstGeom>
          <a:solidFill>
            <a:srgbClr val="02809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Write Notes</a:t>
            </a: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BD1D7382-1D4D-402D-9223-DDC6E20FE129}"/>
              </a:ext>
            </a:extLst>
          </p:cNvPr>
          <p:cNvSpPr>
            <a:spLocks noGrp="1"/>
          </p:cNvSpPr>
          <p:nvPr/>
        </p:nvSpPr>
        <p:spPr>
          <a:xfrm>
            <a:off x="3238500" y="5448300"/>
            <a:ext cx="514350" cy="285750"/>
          </a:xfrm>
          <a:prstGeom prst="roundRect">
            <a:avLst>
              <a:gd name="adj" fmla="val 40000"/>
            </a:avLst>
          </a:prstGeom>
          <a:solidFill>
            <a:srgbClr val="7C6A0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Q3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501EFA0C-7D72-45CB-BF70-1BA978568E5D}"/>
              </a:ext>
            </a:extLst>
          </p:cNvPr>
          <p:cNvSpPr>
            <a:spLocks noGrp="1"/>
          </p:cNvSpPr>
          <p:nvPr/>
        </p:nvSpPr>
        <p:spPr>
          <a:xfrm>
            <a:off x="10763250" y="5448300"/>
            <a:ext cx="666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pPr>
            <a:r>
              <a: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4 of 16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AE8F7745-5697-410E-865D-E196AED95EBF}"/>
              </a:ext>
            </a:extLst>
          </p:cNvPr>
          <p:cNvSpPr>
            <a:spLocks noGrp="1"/>
          </p:cNvSpPr>
          <p:nvPr/>
        </p:nvSpPr>
        <p:spPr>
          <a:xfrm>
            <a:off x="762000" y="5829300"/>
            <a:ext cx="106489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 i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rPr sz="1200" b="0" i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Difference between Benign and Malignant Tumour.</a:t>
            </a:r>
          </a:p>
        </p:txBody>
      </p:sp>
    </p:spTree>
    <p:extLst>
      <p:ext uri="{BB962C8B-B14F-4D97-AF65-F5344CB8AC3E}">
        <p14:creationId xmlns:p14="http://schemas.microsoft.com/office/powerpoint/2010/main" val="5051472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 35">
            <a:extLst>
              <a:ext uri="{FF2B5EF4-FFF2-40B4-BE49-F238E27FC236}">
                <a16:creationId xmlns:a16="http://schemas.microsoft.com/office/drawing/2014/main" id="{25B3B1BB-6BB0-4679-BED3-D32472C66E3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066800"/>
          </a:xfrm>
          <a:prstGeom prst="rect">
            <a:avLst/>
          </a:prstGeom>
          <a:solidFill>
            <a:srgbClr val="028090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2B0EA3AA-565A-44B7-85DB-EF45EA3B4DF3}"/>
              </a:ext>
            </a:extLst>
          </p:cNvPr>
          <p:cNvSpPr>
            <a:spLocks noGrp="1"/>
          </p:cNvSpPr>
          <p:nvPr/>
        </p:nvSpPr>
        <p:spPr>
          <a:xfrm>
            <a:off x="457200" y="285750"/>
            <a:ext cx="533400" cy="533400"/>
          </a:xfrm>
          <a:prstGeom prst="ellipse">
            <a:avLst/>
          </a:prstGeom>
          <a:solidFill>
            <a:srgbClr val="00A896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75C15D4-C373-41CB-8F59-9937E63F07CC}"/>
              </a:ext>
            </a:extLst>
          </p:cNvPr>
          <p:cNvSpPr>
            <a:spLocks noGrp="1"/>
          </p:cNvSpPr>
          <p:nvPr/>
        </p:nvSpPr>
        <p:spPr>
          <a:xfrm>
            <a:off x="457200" y="381000"/>
            <a:ext cx="5334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57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7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0FEBF31-018A-479F-A2D3-15B7647EA950}"/>
              </a:ext>
            </a:extLst>
          </p:cNvPr>
          <p:cNvSpPr>
            <a:spLocks noGrp="1"/>
          </p:cNvSpPr>
          <p:nvPr/>
        </p:nvSpPr>
        <p:spPr>
          <a:xfrm>
            <a:off x="1219200" y="209550"/>
            <a:ext cx="8382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400" b="1" i="0">
                <a:solidFill>
                  <a:srgbClr val="FFFFFF"/>
                </a:solidFill>
                <a:latin typeface="Cambria"/>
                <a:ea typeface="Cambria"/>
                <a:cs typeface="Cambria"/>
              </a:defRPr>
            </a:pPr>
            <a:r>
              <a:rPr sz="2400" b="1" i="0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Tumours and carcinomas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9A06C8D-C261-450B-B985-C082E1E35F10}"/>
              </a:ext>
            </a:extLst>
          </p:cNvPr>
          <p:cNvSpPr>
            <a:spLocks noGrp="1"/>
          </p:cNvSpPr>
          <p:nvPr/>
        </p:nvSpPr>
        <p:spPr>
          <a:xfrm>
            <a:off x="1219200" y="666750"/>
            <a:ext cx="8382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125" b="0" i="1">
                <a:solidFill>
                  <a:srgbClr val="E6F5F3"/>
                </a:solidFill>
                <a:latin typeface="Calibri"/>
                <a:ea typeface="Calibri"/>
                <a:cs typeface="Calibri"/>
              </a:defRPr>
            </a:pPr>
            <a:r>
              <a:rPr sz="1125" b="0" i="1">
                <a:solidFill>
                  <a:srgbClr val="E6F5F3"/>
                </a:solidFill>
                <a:latin typeface="Calibri"/>
                <a:ea typeface="Calibri"/>
                <a:cs typeface="Calibri"/>
              </a:rPr>
              <a:t>16 times asked | 10 Write Notes | 6 Short Answers | part 2 of 4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050B1402-D382-447B-938C-36FDAED3AD14}"/>
              </a:ext>
            </a:extLst>
          </p:cNvPr>
          <p:cNvSpPr>
            <a:spLocks noGrp="1"/>
          </p:cNvSpPr>
          <p:nvPr/>
        </p:nvSpPr>
        <p:spPr>
          <a:xfrm>
            <a:off x="9886950" y="381000"/>
            <a:ext cx="1714500" cy="285750"/>
          </a:xfrm>
          <a:prstGeom prst="roundRect">
            <a:avLst>
              <a:gd name="adj" fmla="val 40000"/>
            </a:avLst>
          </a:prstGeom>
          <a:solidFill>
            <a:srgbClr val="016B78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Rank 2/55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D777F15-6B96-4F7E-A851-799FAB6E1A93}"/>
              </a:ext>
            </a:extLst>
          </p:cNvPr>
          <p:cNvSpPr>
            <a:spLocks noGrp="1"/>
          </p:cNvSpPr>
          <p:nvPr/>
        </p:nvSpPr>
        <p:spPr>
          <a:xfrm>
            <a:off x="552450" y="1200150"/>
            <a:ext cx="4000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1" i="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pPr>
            <a:r>
              <a:rPr sz="1275" b="1" i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Highlighted asked questions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A291A43E-18E7-4E85-BDAC-E514E3B0B9AD}"/>
              </a:ext>
            </a:extLst>
          </p:cNvPr>
          <p:cNvSpPr>
            <a:spLocks noGrp="1"/>
          </p:cNvSpPr>
          <p:nvPr/>
        </p:nvSpPr>
        <p:spPr>
          <a:xfrm>
            <a:off x="552450" y="1562100"/>
            <a:ext cx="11087100" cy="1066800"/>
          </a:xfrm>
          <a:prstGeom prst="roundRect">
            <a:avLst>
              <a:gd name="adj" fmla="val 7143"/>
            </a:avLst>
          </a:prstGeom>
          <a:solidFill>
            <a:srgbClr val="FFF8D6"/>
          </a:solidFill>
          <a:ln w="9525">
            <a:solidFill>
              <a:srgbClr val="F2DF9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9E1B77C-A6F4-48D5-8D6C-8B0CF1DD8539}"/>
              </a:ext>
            </a:extLst>
          </p:cNvPr>
          <p:cNvSpPr>
            <a:spLocks noGrp="1"/>
          </p:cNvSpPr>
          <p:nvPr/>
        </p:nvSpPr>
        <p:spPr>
          <a:xfrm>
            <a:off x="552450" y="1562100"/>
            <a:ext cx="76200" cy="1066800"/>
          </a:xfrm>
          <a:prstGeom prst="rect">
            <a:avLst/>
          </a:prstGeom>
          <a:solidFill>
            <a:srgbClr val="F6C343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91849A12-FB6B-4236-863E-BAB900FD74C3}"/>
              </a:ext>
            </a:extLst>
          </p:cNvPr>
          <p:cNvSpPr>
            <a:spLocks noGrp="1"/>
          </p:cNvSpPr>
          <p:nvPr/>
        </p:nvSpPr>
        <p:spPr>
          <a:xfrm>
            <a:off x="762000" y="1733550"/>
            <a:ext cx="990600" cy="285750"/>
          </a:xfrm>
          <a:prstGeom prst="roundRect">
            <a:avLst>
              <a:gd name="adj" fmla="val 40000"/>
            </a:avLst>
          </a:prstGeom>
          <a:solidFill>
            <a:srgbClr val="02809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MAY 2019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2AE7F80F-C0E1-4B8B-9188-F14E67EEDEBF}"/>
              </a:ext>
            </a:extLst>
          </p:cNvPr>
          <p:cNvSpPr>
            <a:spLocks noGrp="1"/>
          </p:cNvSpPr>
          <p:nvPr/>
        </p:nvSpPr>
        <p:spPr>
          <a:xfrm>
            <a:off x="1885950" y="1733550"/>
            <a:ext cx="1219200" cy="285750"/>
          </a:xfrm>
          <a:prstGeom prst="roundRect">
            <a:avLst>
              <a:gd name="adj" fmla="val 40000"/>
            </a:avLst>
          </a:prstGeom>
          <a:solidFill>
            <a:srgbClr val="02809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Write Notes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0F4AB051-7814-414F-9AC5-E39D3B4436F8}"/>
              </a:ext>
            </a:extLst>
          </p:cNvPr>
          <p:cNvSpPr>
            <a:spLocks noGrp="1"/>
          </p:cNvSpPr>
          <p:nvPr/>
        </p:nvSpPr>
        <p:spPr>
          <a:xfrm>
            <a:off x="3238500" y="1733550"/>
            <a:ext cx="514350" cy="285750"/>
          </a:xfrm>
          <a:prstGeom prst="roundRect">
            <a:avLst>
              <a:gd name="adj" fmla="val 40000"/>
            </a:avLst>
          </a:prstGeom>
          <a:solidFill>
            <a:srgbClr val="7C6A0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Q5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C192D49-218D-4D23-949D-328E1E86734B}"/>
              </a:ext>
            </a:extLst>
          </p:cNvPr>
          <p:cNvSpPr>
            <a:spLocks noGrp="1"/>
          </p:cNvSpPr>
          <p:nvPr/>
        </p:nvSpPr>
        <p:spPr>
          <a:xfrm>
            <a:off x="10763250" y="1733550"/>
            <a:ext cx="666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pPr>
            <a:r>
              <a: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5 of 16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A8225CE-79B0-45D0-BCDA-E9DC9223380C}"/>
              </a:ext>
            </a:extLst>
          </p:cNvPr>
          <p:cNvSpPr>
            <a:spLocks noGrp="1"/>
          </p:cNvSpPr>
          <p:nvPr/>
        </p:nvSpPr>
        <p:spPr>
          <a:xfrm>
            <a:off x="762000" y="2114550"/>
            <a:ext cx="106489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 i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rPr sz="1200" b="0" i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Squamous Cell Carcinoma.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91F2F2D6-5DA2-42E8-ACFF-29ED36422856}"/>
              </a:ext>
            </a:extLst>
          </p:cNvPr>
          <p:cNvSpPr>
            <a:spLocks noGrp="1"/>
          </p:cNvSpPr>
          <p:nvPr/>
        </p:nvSpPr>
        <p:spPr>
          <a:xfrm>
            <a:off x="552450" y="2800350"/>
            <a:ext cx="11087100" cy="1066800"/>
          </a:xfrm>
          <a:prstGeom prst="roundRect">
            <a:avLst>
              <a:gd name="adj" fmla="val 7143"/>
            </a:avLst>
          </a:prstGeom>
          <a:solidFill>
            <a:srgbClr val="FFF8D6"/>
          </a:solidFill>
          <a:ln w="9525">
            <a:solidFill>
              <a:srgbClr val="F2DF9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38EDC2C-A0A4-4C29-A548-01555C3A73BB}"/>
              </a:ext>
            </a:extLst>
          </p:cNvPr>
          <p:cNvSpPr>
            <a:spLocks noGrp="1"/>
          </p:cNvSpPr>
          <p:nvPr/>
        </p:nvSpPr>
        <p:spPr>
          <a:xfrm>
            <a:off x="552450" y="2800350"/>
            <a:ext cx="76200" cy="1066800"/>
          </a:xfrm>
          <a:prstGeom prst="rect">
            <a:avLst/>
          </a:prstGeom>
          <a:solidFill>
            <a:srgbClr val="F6C343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6569109E-539D-4B48-AD30-41DDC4659CDD}"/>
              </a:ext>
            </a:extLst>
          </p:cNvPr>
          <p:cNvSpPr>
            <a:spLocks noGrp="1"/>
          </p:cNvSpPr>
          <p:nvPr/>
        </p:nvSpPr>
        <p:spPr>
          <a:xfrm>
            <a:off x="762000" y="2971800"/>
            <a:ext cx="990600" cy="285750"/>
          </a:xfrm>
          <a:prstGeom prst="roundRect">
            <a:avLst>
              <a:gd name="adj" fmla="val 40000"/>
            </a:avLst>
          </a:prstGeom>
          <a:solidFill>
            <a:srgbClr val="02809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MAR 2021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3836306E-4366-4164-9A5F-75648C0C3B49}"/>
              </a:ext>
            </a:extLst>
          </p:cNvPr>
          <p:cNvSpPr>
            <a:spLocks noGrp="1"/>
          </p:cNvSpPr>
          <p:nvPr/>
        </p:nvSpPr>
        <p:spPr>
          <a:xfrm>
            <a:off x="1885950" y="2971800"/>
            <a:ext cx="1219200" cy="285750"/>
          </a:xfrm>
          <a:prstGeom prst="roundRect">
            <a:avLst>
              <a:gd name="adj" fmla="val 40000"/>
            </a:avLst>
          </a:prstGeom>
          <a:solidFill>
            <a:srgbClr val="02809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Write Notes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A2D30D39-E897-4E9E-B90F-36177C03923D}"/>
              </a:ext>
            </a:extLst>
          </p:cNvPr>
          <p:cNvSpPr>
            <a:spLocks noGrp="1"/>
          </p:cNvSpPr>
          <p:nvPr/>
        </p:nvSpPr>
        <p:spPr>
          <a:xfrm>
            <a:off x="3238500" y="2971800"/>
            <a:ext cx="514350" cy="285750"/>
          </a:xfrm>
          <a:prstGeom prst="roundRect">
            <a:avLst>
              <a:gd name="adj" fmla="val 40000"/>
            </a:avLst>
          </a:prstGeom>
          <a:solidFill>
            <a:srgbClr val="7C6A0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Q1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7A6C5EF-37BB-4E20-A143-14F8267707A7}"/>
              </a:ext>
            </a:extLst>
          </p:cNvPr>
          <p:cNvSpPr>
            <a:spLocks noGrp="1"/>
          </p:cNvSpPr>
          <p:nvPr/>
        </p:nvSpPr>
        <p:spPr>
          <a:xfrm>
            <a:off x="10763250" y="2971800"/>
            <a:ext cx="666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pPr>
            <a:r>
              <a: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6 of 16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9D9D8C0-7A9A-497D-A7A9-4EF3135C8F82}"/>
              </a:ext>
            </a:extLst>
          </p:cNvPr>
          <p:cNvSpPr>
            <a:spLocks noGrp="1"/>
          </p:cNvSpPr>
          <p:nvPr/>
        </p:nvSpPr>
        <p:spPr>
          <a:xfrm>
            <a:off x="762000" y="3352800"/>
            <a:ext cx="106489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 i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rPr sz="1200" b="0" i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Papilloma.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057B946C-9066-431E-94EE-36EF7D32E509}"/>
              </a:ext>
            </a:extLst>
          </p:cNvPr>
          <p:cNvSpPr>
            <a:spLocks noGrp="1"/>
          </p:cNvSpPr>
          <p:nvPr/>
        </p:nvSpPr>
        <p:spPr>
          <a:xfrm>
            <a:off x="552450" y="4038600"/>
            <a:ext cx="11087100" cy="1066800"/>
          </a:xfrm>
          <a:prstGeom prst="roundRect">
            <a:avLst>
              <a:gd name="adj" fmla="val 7143"/>
            </a:avLst>
          </a:prstGeom>
          <a:solidFill>
            <a:srgbClr val="FFF8D6"/>
          </a:solidFill>
          <a:ln w="9525">
            <a:solidFill>
              <a:srgbClr val="F2DF9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71E13B8-6992-41CC-B507-1871B2669ADD}"/>
              </a:ext>
            </a:extLst>
          </p:cNvPr>
          <p:cNvSpPr>
            <a:spLocks noGrp="1"/>
          </p:cNvSpPr>
          <p:nvPr/>
        </p:nvSpPr>
        <p:spPr>
          <a:xfrm>
            <a:off x="552450" y="4038600"/>
            <a:ext cx="76200" cy="1066800"/>
          </a:xfrm>
          <a:prstGeom prst="rect">
            <a:avLst/>
          </a:prstGeom>
          <a:solidFill>
            <a:srgbClr val="F6C343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D1111366-A1DD-4914-9039-A1536CF377E8}"/>
              </a:ext>
            </a:extLst>
          </p:cNvPr>
          <p:cNvSpPr>
            <a:spLocks noGrp="1"/>
          </p:cNvSpPr>
          <p:nvPr/>
        </p:nvSpPr>
        <p:spPr>
          <a:xfrm>
            <a:off x="762000" y="4210050"/>
            <a:ext cx="990600" cy="285750"/>
          </a:xfrm>
          <a:prstGeom prst="roundRect">
            <a:avLst>
              <a:gd name="adj" fmla="val 40000"/>
            </a:avLst>
          </a:prstGeom>
          <a:solidFill>
            <a:srgbClr val="02809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MAR 2021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BA97C301-8DCE-498D-91FF-BD31B226DEBF}"/>
              </a:ext>
            </a:extLst>
          </p:cNvPr>
          <p:cNvSpPr>
            <a:spLocks noGrp="1"/>
          </p:cNvSpPr>
          <p:nvPr/>
        </p:nvSpPr>
        <p:spPr>
          <a:xfrm>
            <a:off x="1885950" y="4210050"/>
            <a:ext cx="1219200" cy="285750"/>
          </a:xfrm>
          <a:prstGeom prst="roundRect">
            <a:avLst>
              <a:gd name="adj" fmla="val 40000"/>
            </a:avLst>
          </a:prstGeom>
          <a:solidFill>
            <a:srgbClr val="02809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Write Notes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9A97324A-F35A-4CD6-8CF1-169A6104DEBA}"/>
              </a:ext>
            </a:extLst>
          </p:cNvPr>
          <p:cNvSpPr>
            <a:spLocks noGrp="1"/>
          </p:cNvSpPr>
          <p:nvPr/>
        </p:nvSpPr>
        <p:spPr>
          <a:xfrm>
            <a:off x="3238500" y="4210050"/>
            <a:ext cx="514350" cy="285750"/>
          </a:xfrm>
          <a:prstGeom prst="roundRect">
            <a:avLst>
              <a:gd name="adj" fmla="val 40000"/>
            </a:avLst>
          </a:prstGeom>
          <a:solidFill>
            <a:srgbClr val="7C6A0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Q5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FC66DC4-DD7B-4B50-9436-F2556A2D4A6A}"/>
              </a:ext>
            </a:extLst>
          </p:cNvPr>
          <p:cNvSpPr>
            <a:spLocks noGrp="1"/>
          </p:cNvSpPr>
          <p:nvPr/>
        </p:nvSpPr>
        <p:spPr>
          <a:xfrm>
            <a:off x="10763250" y="4210050"/>
            <a:ext cx="666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pPr>
            <a:r>
              <a: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7 of 16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D041197A-CBBE-41D8-B9C8-72FE9A37DA11}"/>
              </a:ext>
            </a:extLst>
          </p:cNvPr>
          <p:cNvSpPr>
            <a:spLocks noGrp="1"/>
          </p:cNvSpPr>
          <p:nvPr/>
        </p:nvSpPr>
        <p:spPr>
          <a:xfrm>
            <a:off x="762000" y="4591050"/>
            <a:ext cx="106489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 i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rPr sz="1200" b="0" i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Difference between benign and malignant tumors.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C8F13056-1C1E-41F9-9FED-E197E7BEC481}"/>
              </a:ext>
            </a:extLst>
          </p:cNvPr>
          <p:cNvSpPr>
            <a:spLocks noGrp="1"/>
          </p:cNvSpPr>
          <p:nvPr/>
        </p:nvSpPr>
        <p:spPr>
          <a:xfrm>
            <a:off x="552450" y="5276850"/>
            <a:ext cx="11087100" cy="1066800"/>
          </a:xfrm>
          <a:prstGeom prst="roundRect">
            <a:avLst>
              <a:gd name="adj" fmla="val 7143"/>
            </a:avLst>
          </a:prstGeom>
          <a:solidFill>
            <a:srgbClr val="FFF8D6"/>
          </a:solidFill>
          <a:ln w="9525">
            <a:solidFill>
              <a:srgbClr val="F2DF9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B0775462-636F-4DBC-BC70-E3AAB5E0580F}"/>
              </a:ext>
            </a:extLst>
          </p:cNvPr>
          <p:cNvSpPr>
            <a:spLocks noGrp="1"/>
          </p:cNvSpPr>
          <p:nvPr/>
        </p:nvSpPr>
        <p:spPr>
          <a:xfrm>
            <a:off x="552450" y="5276850"/>
            <a:ext cx="76200" cy="1066800"/>
          </a:xfrm>
          <a:prstGeom prst="rect">
            <a:avLst/>
          </a:prstGeom>
          <a:solidFill>
            <a:srgbClr val="F6C343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B4B6EBBA-BDE9-4004-976F-396B9A80E875}"/>
              </a:ext>
            </a:extLst>
          </p:cNvPr>
          <p:cNvSpPr>
            <a:spLocks noGrp="1"/>
          </p:cNvSpPr>
          <p:nvPr/>
        </p:nvSpPr>
        <p:spPr>
          <a:xfrm>
            <a:off x="762000" y="5448300"/>
            <a:ext cx="990600" cy="285750"/>
          </a:xfrm>
          <a:prstGeom prst="roundRect">
            <a:avLst>
              <a:gd name="adj" fmla="val 40000"/>
            </a:avLst>
          </a:prstGeom>
          <a:solidFill>
            <a:srgbClr val="02809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SEP 2021</a:t>
            </a: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468F74E8-716E-48A0-85C5-66BD3B092CD1}"/>
              </a:ext>
            </a:extLst>
          </p:cNvPr>
          <p:cNvSpPr>
            <a:spLocks noGrp="1"/>
          </p:cNvSpPr>
          <p:nvPr/>
        </p:nvSpPr>
        <p:spPr>
          <a:xfrm>
            <a:off x="1885950" y="5448300"/>
            <a:ext cx="1219200" cy="285750"/>
          </a:xfrm>
          <a:prstGeom prst="roundRect">
            <a:avLst>
              <a:gd name="adj" fmla="val 40000"/>
            </a:avLst>
          </a:prstGeom>
          <a:solidFill>
            <a:srgbClr val="02809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Write Notes</a:t>
            </a: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53D77F12-392E-4742-A94D-7F89830ADF3E}"/>
              </a:ext>
            </a:extLst>
          </p:cNvPr>
          <p:cNvSpPr>
            <a:spLocks noGrp="1"/>
          </p:cNvSpPr>
          <p:nvPr/>
        </p:nvSpPr>
        <p:spPr>
          <a:xfrm>
            <a:off x="3238500" y="5448300"/>
            <a:ext cx="514350" cy="285750"/>
          </a:xfrm>
          <a:prstGeom prst="roundRect">
            <a:avLst>
              <a:gd name="adj" fmla="val 40000"/>
            </a:avLst>
          </a:prstGeom>
          <a:solidFill>
            <a:srgbClr val="7C6A0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Q3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263B9278-6809-4153-8F20-78595F53E418}"/>
              </a:ext>
            </a:extLst>
          </p:cNvPr>
          <p:cNvSpPr>
            <a:spLocks noGrp="1"/>
          </p:cNvSpPr>
          <p:nvPr/>
        </p:nvSpPr>
        <p:spPr>
          <a:xfrm>
            <a:off x="10763250" y="5448300"/>
            <a:ext cx="666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pPr>
            <a:r>
              <a: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8 of 16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98E898BB-C0DD-4FA5-BD68-FC1972BE6DB5}"/>
              </a:ext>
            </a:extLst>
          </p:cNvPr>
          <p:cNvSpPr>
            <a:spLocks noGrp="1"/>
          </p:cNvSpPr>
          <p:nvPr/>
        </p:nvSpPr>
        <p:spPr>
          <a:xfrm>
            <a:off x="762000" y="5829300"/>
            <a:ext cx="106489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 i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rPr sz="1200" b="0" i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Malignant tumors-mode of spread.</a:t>
            </a:r>
          </a:p>
        </p:txBody>
      </p:sp>
    </p:spTree>
    <p:extLst>
      <p:ext uri="{BB962C8B-B14F-4D97-AF65-F5344CB8AC3E}">
        <p14:creationId xmlns:p14="http://schemas.microsoft.com/office/powerpoint/2010/main" val="2845430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 35">
            <a:extLst>
              <a:ext uri="{FF2B5EF4-FFF2-40B4-BE49-F238E27FC236}">
                <a16:creationId xmlns:a16="http://schemas.microsoft.com/office/drawing/2014/main" id="{C54A6F39-2EEE-43E4-B4BA-EBE68998221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066800"/>
          </a:xfrm>
          <a:prstGeom prst="rect">
            <a:avLst/>
          </a:prstGeom>
          <a:solidFill>
            <a:srgbClr val="028090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A5FC69DD-EB01-46B0-9D4B-4590EC0B5FE5}"/>
              </a:ext>
            </a:extLst>
          </p:cNvPr>
          <p:cNvSpPr>
            <a:spLocks noGrp="1"/>
          </p:cNvSpPr>
          <p:nvPr/>
        </p:nvSpPr>
        <p:spPr>
          <a:xfrm>
            <a:off x="457200" y="285750"/>
            <a:ext cx="533400" cy="533400"/>
          </a:xfrm>
          <a:prstGeom prst="ellipse">
            <a:avLst/>
          </a:prstGeom>
          <a:solidFill>
            <a:srgbClr val="00A896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A78105C-95A9-484D-96DF-5B6407E621EE}"/>
              </a:ext>
            </a:extLst>
          </p:cNvPr>
          <p:cNvSpPr>
            <a:spLocks noGrp="1"/>
          </p:cNvSpPr>
          <p:nvPr/>
        </p:nvSpPr>
        <p:spPr>
          <a:xfrm>
            <a:off x="457200" y="381000"/>
            <a:ext cx="5334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57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7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A5AE6FE-7D1F-42E9-B08C-5B8ACFF9BADA}"/>
              </a:ext>
            </a:extLst>
          </p:cNvPr>
          <p:cNvSpPr>
            <a:spLocks noGrp="1"/>
          </p:cNvSpPr>
          <p:nvPr/>
        </p:nvSpPr>
        <p:spPr>
          <a:xfrm>
            <a:off x="1219200" y="209550"/>
            <a:ext cx="8382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400" b="1" i="0">
                <a:solidFill>
                  <a:srgbClr val="FFFFFF"/>
                </a:solidFill>
                <a:latin typeface="Cambria"/>
                <a:ea typeface="Cambria"/>
                <a:cs typeface="Cambria"/>
              </a:defRPr>
            </a:pPr>
            <a:r>
              <a:rPr sz="2400" b="1" i="0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Tumours and carcinomas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4F23C8A-73A2-4EF3-83F0-3C0CD8B95CF6}"/>
              </a:ext>
            </a:extLst>
          </p:cNvPr>
          <p:cNvSpPr>
            <a:spLocks noGrp="1"/>
          </p:cNvSpPr>
          <p:nvPr/>
        </p:nvSpPr>
        <p:spPr>
          <a:xfrm>
            <a:off x="1219200" y="666750"/>
            <a:ext cx="8382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125" b="0" i="1">
                <a:solidFill>
                  <a:srgbClr val="E6F5F3"/>
                </a:solidFill>
                <a:latin typeface="Calibri"/>
                <a:ea typeface="Calibri"/>
                <a:cs typeface="Calibri"/>
              </a:defRPr>
            </a:pPr>
            <a:r>
              <a:rPr sz="1125" b="0" i="1">
                <a:solidFill>
                  <a:srgbClr val="E6F5F3"/>
                </a:solidFill>
                <a:latin typeface="Calibri"/>
                <a:ea typeface="Calibri"/>
                <a:cs typeface="Calibri"/>
              </a:rPr>
              <a:t>16 times asked | 10 Write Notes | 6 Short Answers | part 3 of 4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87FC6724-DF15-4C17-8BA7-67AFC0DEAA8E}"/>
              </a:ext>
            </a:extLst>
          </p:cNvPr>
          <p:cNvSpPr>
            <a:spLocks noGrp="1"/>
          </p:cNvSpPr>
          <p:nvPr/>
        </p:nvSpPr>
        <p:spPr>
          <a:xfrm>
            <a:off x="9886950" y="381000"/>
            <a:ext cx="1714500" cy="285750"/>
          </a:xfrm>
          <a:prstGeom prst="roundRect">
            <a:avLst>
              <a:gd name="adj" fmla="val 40000"/>
            </a:avLst>
          </a:prstGeom>
          <a:solidFill>
            <a:srgbClr val="016B78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Rank 2/55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1252CB6-2D54-4DF3-8428-CE74CD271724}"/>
              </a:ext>
            </a:extLst>
          </p:cNvPr>
          <p:cNvSpPr>
            <a:spLocks noGrp="1"/>
          </p:cNvSpPr>
          <p:nvPr/>
        </p:nvSpPr>
        <p:spPr>
          <a:xfrm>
            <a:off x="552450" y="1200150"/>
            <a:ext cx="4000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1" i="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pPr>
            <a:r>
              <a:rPr sz="1275" b="1" i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Highlighted asked questions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84B007AF-5FA9-490E-B9FF-473B7243C902}"/>
              </a:ext>
            </a:extLst>
          </p:cNvPr>
          <p:cNvSpPr>
            <a:spLocks noGrp="1"/>
          </p:cNvSpPr>
          <p:nvPr/>
        </p:nvSpPr>
        <p:spPr>
          <a:xfrm>
            <a:off x="552450" y="1562100"/>
            <a:ext cx="11087100" cy="1066800"/>
          </a:xfrm>
          <a:prstGeom prst="roundRect">
            <a:avLst>
              <a:gd name="adj" fmla="val 7143"/>
            </a:avLst>
          </a:prstGeom>
          <a:solidFill>
            <a:srgbClr val="FFF8D6"/>
          </a:solidFill>
          <a:ln w="9525">
            <a:solidFill>
              <a:srgbClr val="F2DF9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65A9B17-85A0-4898-B93E-92BE0870FC45}"/>
              </a:ext>
            </a:extLst>
          </p:cNvPr>
          <p:cNvSpPr>
            <a:spLocks noGrp="1"/>
          </p:cNvSpPr>
          <p:nvPr/>
        </p:nvSpPr>
        <p:spPr>
          <a:xfrm>
            <a:off x="552450" y="1562100"/>
            <a:ext cx="76200" cy="1066800"/>
          </a:xfrm>
          <a:prstGeom prst="rect">
            <a:avLst/>
          </a:prstGeom>
          <a:solidFill>
            <a:srgbClr val="F6C343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E4B68CFE-1C07-489F-86DA-757FB8022DFC}"/>
              </a:ext>
            </a:extLst>
          </p:cNvPr>
          <p:cNvSpPr>
            <a:spLocks noGrp="1"/>
          </p:cNvSpPr>
          <p:nvPr/>
        </p:nvSpPr>
        <p:spPr>
          <a:xfrm>
            <a:off x="762000" y="1733550"/>
            <a:ext cx="990600" cy="285750"/>
          </a:xfrm>
          <a:prstGeom prst="roundRect">
            <a:avLst>
              <a:gd name="adj" fmla="val 40000"/>
            </a:avLst>
          </a:prstGeom>
          <a:solidFill>
            <a:srgbClr val="02809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FEB 2022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D2853D55-A166-4F7B-AA98-4E771FB27655}"/>
              </a:ext>
            </a:extLst>
          </p:cNvPr>
          <p:cNvSpPr>
            <a:spLocks noGrp="1"/>
          </p:cNvSpPr>
          <p:nvPr/>
        </p:nvSpPr>
        <p:spPr>
          <a:xfrm>
            <a:off x="1885950" y="1733550"/>
            <a:ext cx="1219200" cy="285750"/>
          </a:xfrm>
          <a:prstGeom prst="roundRect">
            <a:avLst>
              <a:gd name="adj" fmla="val 40000"/>
            </a:avLst>
          </a:prstGeom>
          <a:solidFill>
            <a:srgbClr val="2563A8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Short Answers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B4F90A5B-AF7A-43F7-A4F9-2EB45B875D7F}"/>
              </a:ext>
            </a:extLst>
          </p:cNvPr>
          <p:cNvSpPr>
            <a:spLocks noGrp="1"/>
          </p:cNvSpPr>
          <p:nvPr/>
        </p:nvSpPr>
        <p:spPr>
          <a:xfrm>
            <a:off x="3238500" y="1733550"/>
            <a:ext cx="514350" cy="285750"/>
          </a:xfrm>
          <a:prstGeom prst="roundRect">
            <a:avLst>
              <a:gd name="adj" fmla="val 40000"/>
            </a:avLst>
          </a:prstGeom>
          <a:solidFill>
            <a:srgbClr val="7C6A0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Q9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8DD364E-ED17-46C7-96A8-0087D721C2EA}"/>
              </a:ext>
            </a:extLst>
          </p:cNvPr>
          <p:cNvSpPr>
            <a:spLocks noGrp="1"/>
          </p:cNvSpPr>
          <p:nvPr/>
        </p:nvSpPr>
        <p:spPr>
          <a:xfrm>
            <a:off x="10763250" y="1733550"/>
            <a:ext cx="666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pPr>
            <a:r>
              <a: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9 of 16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4FCE6FE-9DE0-48D3-B73E-082241694310}"/>
              </a:ext>
            </a:extLst>
          </p:cNvPr>
          <p:cNvSpPr>
            <a:spLocks noGrp="1"/>
          </p:cNvSpPr>
          <p:nvPr/>
        </p:nvSpPr>
        <p:spPr>
          <a:xfrm>
            <a:off x="762000" y="2114550"/>
            <a:ext cx="106489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 i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rPr sz="1200" b="0" i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Acetic acid - Haemangioma.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190B3B2A-B87F-4501-B81F-A51BE24D46C8}"/>
              </a:ext>
            </a:extLst>
          </p:cNvPr>
          <p:cNvSpPr>
            <a:spLocks noGrp="1"/>
          </p:cNvSpPr>
          <p:nvPr/>
        </p:nvSpPr>
        <p:spPr>
          <a:xfrm>
            <a:off x="552450" y="2800350"/>
            <a:ext cx="11087100" cy="1066800"/>
          </a:xfrm>
          <a:prstGeom prst="roundRect">
            <a:avLst>
              <a:gd name="adj" fmla="val 7143"/>
            </a:avLst>
          </a:prstGeom>
          <a:solidFill>
            <a:srgbClr val="FFF8D6"/>
          </a:solidFill>
          <a:ln w="9525">
            <a:solidFill>
              <a:srgbClr val="F2DF9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9B5EAC8-FCC1-4C3A-B605-554164817F8B}"/>
              </a:ext>
            </a:extLst>
          </p:cNvPr>
          <p:cNvSpPr>
            <a:spLocks noGrp="1"/>
          </p:cNvSpPr>
          <p:nvPr/>
        </p:nvSpPr>
        <p:spPr>
          <a:xfrm>
            <a:off x="552450" y="2800350"/>
            <a:ext cx="76200" cy="1066800"/>
          </a:xfrm>
          <a:prstGeom prst="rect">
            <a:avLst/>
          </a:prstGeom>
          <a:solidFill>
            <a:srgbClr val="F6C343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A898CEB8-826B-4375-84D6-CF9DC68DA74C}"/>
              </a:ext>
            </a:extLst>
          </p:cNvPr>
          <p:cNvSpPr>
            <a:spLocks noGrp="1"/>
          </p:cNvSpPr>
          <p:nvPr/>
        </p:nvSpPr>
        <p:spPr>
          <a:xfrm>
            <a:off x="762000" y="2971800"/>
            <a:ext cx="990600" cy="285750"/>
          </a:xfrm>
          <a:prstGeom prst="roundRect">
            <a:avLst>
              <a:gd name="adj" fmla="val 40000"/>
            </a:avLst>
          </a:prstGeom>
          <a:solidFill>
            <a:srgbClr val="02809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FEB 2022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742F0031-4F3C-42D8-B667-C750D504DC52}"/>
              </a:ext>
            </a:extLst>
          </p:cNvPr>
          <p:cNvSpPr>
            <a:spLocks noGrp="1"/>
          </p:cNvSpPr>
          <p:nvPr/>
        </p:nvSpPr>
        <p:spPr>
          <a:xfrm>
            <a:off x="1885950" y="2971800"/>
            <a:ext cx="1219200" cy="285750"/>
          </a:xfrm>
          <a:prstGeom prst="roundRect">
            <a:avLst>
              <a:gd name="adj" fmla="val 40000"/>
            </a:avLst>
          </a:prstGeom>
          <a:solidFill>
            <a:srgbClr val="02809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Write Notes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B98CC6F6-65F4-4985-8D8B-3DB0725236CE}"/>
              </a:ext>
            </a:extLst>
          </p:cNvPr>
          <p:cNvSpPr>
            <a:spLocks noGrp="1"/>
          </p:cNvSpPr>
          <p:nvPr/>
        </p:nvSpPr>
        <p:spPr>
          <a:xfrm>
            <a:off x="3238500" y="2971800"/>
            <a:ext cx="514350" cy="285750"/>
          </a:xfrm>
          <a:prstGeom prst="roundRect">
            <a:avLst>
              <a:gd name="adj" fmla="val 40000"/>
            </a:avLst>
          </a:prstGeom>
          <a:solidFill>
            <a:srgbClr val="7C6A0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Q9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E3E30D5-C648-4E61-983D-65709EEE5DB7}"/>
              </a:ext>
            </a:extLst>
          </p:cNvPr>
          <p:cNvSpPr>
            <a:spLocks noGrp="1"/>
          </p:cNvSpPr>
          <p:nvPr/>
        </p:nvSpPr>
        <p:spPr>
          <a:xfrm>
            <a:off x="10763250" y="2971800"/>
            <a:ext cx="666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pPr>
            <a:r>
              <a: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10 of 16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346F541-94D5-4A9F-AF59-84A6D267D7AD}"/>
              </a:ext>
            </a:extLst>
          </p:cNvPr>
          <p:cNvSpPr>
            <a:spLocks noGrp="1"/>
          </p:cNvSpPr>
          <p:nvPr/>
        </p:nvSpPr>
        <p:spPr>
          <a:xfrm>
            <a:off x="762000" y="3352800"/>
            <a:ext cx="106489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 i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rPr sz="1200" b="0" i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Thuja and Epithelioma.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53E196B8-7F05-4CD7-8C8C-8767DB3EDB85}"/>
              </a:ext>
            </a:extLst>
          </p:cNvPr>
          <p:cNvSpPr>
            <a:spLocks noGrp="1"/>
          </p:cNvSpPr>
          <p:nvPr/>
        </p:nvSpPr>
        <p:spPr>
          <a:xfrm>
            <a:off x="552450" y="4038600"/>
            <a:ext cx="11087100" cy="1066800"/>
          </a:xfrm>
          <a:prstGeom prst="roundRect">
            <a:avLst>
              <a:gd name="adj" fmla="val 7143"/>
            </a:avLst>
          </a:prstGeom>
          <a:solidFill>
            <a:srgbClr val="FFF8D6"/>
          </a:solidFill>
          <a:ln w="9525">
            <a:solidFill>
              <a:srgbClr val="F2DF9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F5E5967-9BCB-448A-AABB-E2EF02EE1CDD}"/>
              </a:ext>
            </a:extLst>
          </p:cNvPr>
          <p:cNvSpPr>
            <a:spLocks noGrp="1"/>
          </p:cNvSpPr>
          <p:nvPr/>
        </p:nvSpPr>
        <p:spPr>
          <a:xfrm>
            <a:off x="552450" y="4038600"/>
            <a:ext cx="76200" cy="1066800"/>
          </a:xfrm>
          <a:prstGeom prst="rect">
            <a:avLst/>
          </a:prstGeom>
          <a:solidFill>
            <a:srgbClr val="F6C343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1C5637EB-ABE2-44D2-918A-0B26A20F24DD}"/>
              </a:ext>
            </a:extLst>
          </p:cNvPr>
          <p:cNvSpPr>
            <a:spLocks noGrp="1"/>
          </p:cNvSpPr>
          <p:nvPr/>
        </p:nvSpPr>
        <p:spPr>
          <a:xfrm>
            <a:off x="762000" y="4210050"/>
            <a:ext cx="990600" cy="285750"/>
          </a:xfrm>
          <a:prstGeom prst="roundRect">
            <a:avLst>
              <a:gd name="adj" fmla="val 40000"/>
            </a:avLst>
          </a:prstGeom>
          <a:solidFill>
            <a:srgbClr val="02809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MAY 2022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5CD7A430-EA75-4AD5-9227-799C305D7615}"/>
              </a:ext>
            </a:extLst>
          </p:cNvPr>
          <p:cNvSpPr>
            <a:spLocks noGrp="1"/>
          </p:cNvSpPr>
          <p:nvPr/>
        </p:nvSpPr>
        <p:spPr>
          <a:xfrm>
            <a:off x="1885950" y="4210050"/>
            <a:ext cx="1219200" cy="285750"/>
          </a:xfrm>
          <a:prstGeom prst="roundRect">
            <a:avLst>
              <a:gd name="adj" fmla="val 40000"/>
            </a:avLst>
          </a:prstGeom>
          <a:solidFill>
            <a:srgbClr val="02809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Write Notes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F06C5218-85B9-4A86-8F7A-587146E5B1A2}"/>
              </a:ext>
            </a:extLst>
          </p:cNvPr>
          <p:cNvSpPr>
            <a:spLocks noGrp="1"/>
          </p:cNvSpPr>
          <p:nvPr/>
        </p:nvSpPr>
        <p:spPr>
          <a:xfrm>
            <a:off x="3238500" y="4210050"/>
            <a:ext cx="514350" cy="285750"/>
          </a:xfrm>
          <a:prstGeom prst="roundRect">
            <a:avLst>
              <a:gd name="adj" fmla="val 40000"/>
            </a:avLst>
          </a:prstGeom>
          <a:solidFill>
            <a:srgbClr val="7C6A0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Q5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77D4DDEF-5842-4F47-80B6-969771BFAAF4}"/>
              </a:ext>
            </a:extLst>
          </p:cNvPr>
          <p:cNvSpPr>
            <a:spLocks noGrp="1"/>
          </p:cNvSpPr>
          <p:nvPr/>
        </p:nvSpPr>
        <p:spPr>
          <a:xfrm>
            <a:off x="10763250" y="4210050"/>
            <a:ext cx="666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pPr>
            <a:r>
              <a: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11 of 16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F10B70BF-D633-4818-A4CE-19061F17FACC}"/>
              </a:ext>
            </a:extLst>
          </p:cNvPr>
          <p:cNvSpPr>
            <a:spLocks noGrp="1"/>
          </p:cNvSpPr>
          <p:nvPr/>
        </p:nvSpPr>
        <p:spPr>
          <a:xfrm>
            <a:off x="762000" y="4591050"/>
            <a:ext cx="106489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 i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rPr sz="1200" b="0" i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Difference between benign and malignant tumors.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6365E50F-0E16-4D72-968B-EA4BD8BC8C11}"/>
              </a:ext>
            </a:extLst>
          </p:cNvPr>
          <p:cNvSpPr>
            <a:spLocks noGrp="1"/>
          </p:cNvSpPr>
          <p:nvPr/>
        </p:nvSpPr>
        <p:spPr>
          <a:xfrm>
            <a:off x="552450" y="5276850"/>
            <a:ext cx="11087100" cy="1066800"/>
          </a:xfrm>
          <a:prstGeom prst="roundRect">
            <a:avLst>
              <a:gd name="adj" fmla="val 7143"/>
            </a:avLst>
          </a:prstGeom>
          <a:solidFill>
            <a:srgbClr val="FFF8D6"/>
          </a:solidFill>
          <a:ln w="9525">
            <a:solidFill>
              <a:srgbClr val="F2DF9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0FD831E3-632F-417A-B3A2-C54E68717737}"/>
              </a:ext>
            </a:extLst>
          </p:cNvPr>
          <p:cNvSpPr>
            <a:spLocks noGrp="1"/>
          </p:cNvSpPr>
          <p:nvPr/>
        </p:nvSpPr>
        <p:spPr>
          <a:xfrm>
            <a:off x="552450" y="5276850"/>
            <a:ext cx="76200" cy="1066800"/>
          </a:xfrm>
          <a:prstGeom prst="rect">
            <a:avLst/>
          </a:prstGeom>
          <a:solidFill>
            <a:srgbClr val="F6C343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0E480049-4A5D-403A-9AE3-4AD95E452FBB}"/>
              </a:ext>
            </a:extLst>
          </p:cNvPr>
          <p:cNvSpPr>
            <a:spLocks noGrp="1"/>
          </p:cNvSpPr>
          <p:nvPr/>
        </p:nvSpPr>
        <p:spPr>
          <a:xfrm>
            <a:off x="762000" y="5448300"/>
            <a:ext cx="990600" cy="285750"/>
          </a:xfrm>
          <a:prstGeom prst="roundRect">
            <a:avLst>
              <a:gd name="adj" fmla="val 40000"/>
            </a:avLst>
          </a:prstGeom>
          <a:solidFill>
            <a:srgbClr val="02809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MAR 2023</a:t>
            </a: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F820AC72-9CD3-4602-A669-F71621C7D593}"/>
              </a:ext>
            </a:extLst>
          </p:cNvPr>
          <p:cNvSpPr>
            <a:spLocks noGrp="1"/>
          </p:cNvSpPr>
          <p:nvPr/>
        </p:nvSpPr>
        <p:spPr>
          <a:xfrm>
            <a:off x="1885950" y="5448300"/>
            <a:ext cx="1219200" cy="285750"/>
          </a:xfrm>
          <a:prstGeom prst="roundRect">
            <a:avLst>
              <a:gd name="adj" fmla="val 40000"/>
            </a:avLst>
          </a:prstGeom>
          <a:solidFill>
            <a:srgbClr val="2563A8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Short Answers</a:t>
            </a: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98106905-70CE-4969-A9A3-148DAA033AC2}"/>
              </a:ext>
            </a:extLst>
          </p:cNvPr>
          <p:cNvSpPr>
            <a:spLocks noGrp="1"/>
          </p:cNvSpPr>
          <p:nvPr/>
        </p:nvSpPr>
        <p:spPr>
          <a:xfrm>
            <a:off x="3238500" y="5448300"/>
            <a:ext cx="514350" cy="285750"/>
          </a:xfrm>
          <a:prstGeom prst="roundRect">
            <a:avLst>
              <a:gd name="adj" fmla="val 40000"/>
            </a:avLst>
          </a:prstGeom>
          <a:solidFill>
            <a:srgbClr val="7C6A0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Q7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03BE3DDF-4BA2-4173-9885-EAB4756E82F5}"/>
              </a:ext>
            </a:extLst>
          </p:cNvPr>
          <p:cNvSpPr>
            <a:spLocks noGrp="1"/>
          </p:cNvSpPr>
          <p:nvPr/>
        </p:nvSpPr>
        <p:spPr>
          <a:xfrm>
            <a:off x="10763250" y="5448300"/>
            <a:ext cx="666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pPr>
            <a:r>
              <a: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12 of 16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BD771158-9BA1-4EE7-A8A9-009ABE61FFE7}"/>
              </a:ext>
            </a:extLst>
          </p:cNvPr>
          <p:cNvSpPr>
            <a:spLocks noGrp="1"/>
          </p:cNvSpPr>
          <p:nvPr/>
        </p:nvSpPr>
        <p:spPr>
          <a:xfrm>
            <a:off x="762000" y="5829300"/>
            <a:ext cx="106489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 i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rPr sz="1200" b="0" i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Kaposi's sarcoma.</a:t>
            </a:r>
          </a:p>
        </p:txBody>
      </p:sp>
    </p:spTree>
    <p:extLst>
      <p:ext uri="{BB962C8B-B14F-4D97-AF65-F5344CB8AC3E}">
        <p14:creationId xmlns:p14="http://schemas.microsoft.com/office/powerpoint/2010/main" val="14969489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 35">
            <a:extLst>
              <a:ext uri="{FF2B5EF4-FFF2-40B4-BE49-F238E27FC236}">
                <a16:creationId xmlns:a16="http://schemas.microsoft.com/office/drawing/2014/main" id="{E75AB895-7B6D-4FF8-B814-7F735278511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066800"/>
          </a:xfrm>
          <a:prstGeom prst="rect">
            <a:avLst/>
          </a:prstGeom>
          <a:solidFill>
            <a:srgbClr val="028090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96221978-16E6-41A3-A953-E26CC881F354}"/>
              </a:ext>
            </a:extLst>
          </p:cNvPr>
          <p:cNvSpPr>
            <a:spLocks noGrp="1"/>
          </p:cNvSpPr>
          <p:nvPr/>
        </p:nvSpPr>
        <p:spPr>
          <a:xfrm>
            <a:off x="457200" y="285750"/>
            <a:ext cx="533400" cy="533400"/>
          </a:xfrm>
          <a:prstGeom prst="ellipse">
            <a:avLst/>
          </a:prstGeom>
          <a:solidFill>
            <a:srgbClr val="00A896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C33A496-54DE-476D-ACCE-8BD5F3E49CE3}"/>
              </a:ext>
            </a:extLst>
          </p:cNvPr>
          <p:cNvSpPr>
            <a:spLocks noGrp="1"/>
          </p:cNvSpPr>
          <p:nvPr/>
        </p:nvSpPr>
        <p:spPr>
          <a:xfrm>
            <a:off x="457200" y="381000"/>
            <a:ext cx="5334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57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7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5BC0024-F651-41D7-94A0-CBBDB9C687B9}"/>
              </a:ext>
            </a:extLst>
          </p:cNvPr>
          <p:cNvSpPr>
            <a:spLocks noGrp="1"/>
          </p:cNvSpPr>
          <p:nvPr/>
        </p:nvSpPr>
        <p:spPr>
          <a:xfrm>
            <a:off x="1219200" y="209550"/>
            <a:ext cx="8382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400" b="1" i="0">
                <a:solidFill>
                  <a:srgbClr val="FFFFFF"/>
                </a:solidFill>
                <a:latin typeface="Cambria"/>
                <a:ea typeface="Cambria"/>
                <a:cs typeface="Cambria"/>
              </a:defRPr>
            </a:pPr>
            <a:r>
              <a:rPr sz="2400" b="1" i="0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Tumours and carcinomas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915B156-A105-488D-BDB7-66EF2D7ACDCA}"/>
              </a:ext>
            </a:extLst>
          </p:cNvPr>
          <p:cNvSpPr>
            <a:spLocks noGrp="1"/>
          </p:cNvSpPr>
          <p:nvPr/>
        </p:nvSpPr>
        <p:spPr>
          <a:xfrm>
            <a:off x="1219200" y="666750"/>
            <a:ext cx="8382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125" b="0" i="1">
                <a:solidFill>
                  <a:srgbClr val="E6F5F3"/>
                </a:solidFill>
                <a:latin typeface="Calibri"/>
                <a:ea typeface="Calibri"/>
                <a:cs typeface="Calibri"/>
              </a:defRPr>
            </a:pPr>
            <a:r>
              <a:rPr sz="1125" b="0" i="1">
                <a:solidFill>
                  <a:srgbClr val="E6F5F3"/>
                </a:solidFill>
                <a:latin typeface="Calibri"/>
                <a:ea typeface="Calibri"/>
                <a:cs typeface="Calibri"/>
              </a:rPr>
              <a:t>16 times asked | 10 Write Notes | 6 Short Answers | part 4 of 4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F11873E1-29DA-4241-A901-4DF5DCF39C3C}"/>
              </a:ext>
            </a:extLst>
          </p:cNvPr>
          <p:cNvSpPr>
            <a:spLocks noGrp="1"/>
          </p:cNvSpPr>
          <p:nvPr/>
        </p:nvSpPr>
        <p:spPr>
          <a:xfrm>
            <a:off x="9886950" y="381000"/>
            <a:ext cx="1714500" cy="285750"/>
          </a:xfrm>
          <a:prstGeom prst="roundRect">
            <a:avLst>
              <a:gd name="adj" fmla="val 40000"/>
            </a:avLst>
          </a:prstGeom>
          <a:solidFill>
            <a:srgbClr val="016B78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Rank 2/55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9B4743A-1D43-4235-9E9B-45A8CAB20E3B}"/>
              </a:ext>
            </a:extLst>
          </p:cNvPr>
          <p:cNvSpPr>
            <a:spLocks noGrp="1"/>
          </p:cNvSpPr>
          <p:nvPr/>
        </p:nvSpPr>
        <p:spPr>
          <a:xfrm>
            <a:off x="552450" y="1200150"/>
            <a:ext cx="4000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1" i="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pPr>
            <a:r>
              <a:rPr sz="1275" b="1" i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Highlighted asked questions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E36EFC32-BA43-404F-92B5-BFF7DC1D05FC}"/>
              </a:ext>
            </a:extLst>
          </p:cNvPr>
          <p:cNvSpPr>
            <a:spLocks noGrp="1"/>
          </p:cNvSpPr>
          <p:nvPr/>
        </p:nvSpPr>
        <p:spPr>
          <a:xfrm>
            <a:off x="552450" y="1562100"/>
            <a:ext cx="11087100" cy="1066800"/>
          </a:xfrm>
          <a:prstGeom prst="roundRect">
            <a:avLst>
              <a:gd name="adj" fmla="val 7143"/>
            </a:avLst>
          </a:prstGeom>
          <a:solidFill>
            <a:srgbClr val="FFF8D6"/>
          </a:solidFill>
          <a:ln w="9525">
            <a:solidFill>
              <a:srgbClr val="F2DF9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37F78D3-7588-46BA-B818-9D4C6AF2C560}"/>
              </a:ext>
            </a:extLst>
          </p:cNvPr>
          <p:cNvSpPr>
            <a:spLocks noGrp="1"/>
          </p:cNvSpPr>
          <p:nvPr/>
        </p:nvSpPr>
        <p:spPr>
          <a:xfrm>
            <a:off x="552450" y="1562100"/>
            <a:ext cx="76200" cy="1066800"/>
          </a:xfrm>
          <a:prstGeom prst="rect">
            <a:avLst/>
          </a:prstGeom>
          <a:solidFill>
            <a:srgbClr val="F6C343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07A6D54A-6F30-46FB-A2E4-99A31DAC885B}"/>
              </a:ext>
            </a:extLst>
          </p:cNvPr>
          <p:cNvSpPr>
            <a:spLocks noGrp="1"/>
          </p:cNvSpPr>
          <p:nvPr/>
        </p:nvSpPr>
        <p:spPr>
          <a:xfrm>
            <a:off x="762000" y="1733550"/>
            <a:ext cx="990600" cy="285750"/>
          </a:xfrm>
          <a:prstGeom prst="roundRect">
            <a:avLst>
              <a:gd name="adj" fmla="val 40000"/>
            </a:avLst>
          </a:prstGeom>
          <a:solidFill>
            <a:srgbClr val="02809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SEP 2023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3D83E22-8A26-483B-B9F7-BA8C3D2FEAF6}"/>
              </a:ext>
            </a:extLst>
          </p:cNvPr>
          <p:cNvSpPr>
            <a:spLocks noGrp="1"/>
          </p:cNvSpPr>
          <p:nvPr/>
        </p:nvSpPr>
        <p:spPr>
          <a:xfrm>
            <a:off x="1885950" y="1733550"/>
            <a:ext cx="1219200" cy="285750"/>
          </a:xfrm>
          <a:prstGeom prst="roundRect">
            <a:avLst>
              <a:gd name="adj" fmla="val 40000"/>
            </a:avLst>
          </a:prstGeom>
          <a:solidFill>
            <a:srgbClr val="02809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Write Notes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BF2D1B56-C9E7-4D3C-98F1-8DA16C448EE1}"/>
              </a:ext>
            </a:extLst>
          </p:cNvPr>
          <p:cNvSpPr>
            <a:spLocks noGrp="1"/>
          </p:cNvSpPr>
          <p:nvPr/>
        </p:nvSpPr>
        <p:spPr>
          <a:xfrm>
            <a:off x="3238500" y="1733550"/>
            <a:ext cx="514350" cy="285750"/>
          </a:xfrm>
          <a:prstGeom prst="roundRect">
            <a:avLst>
              <a:gd name="adj" fmla="val 40000"/>
            </a:avLst>
          </a:prstGeom>
          <a:solidFill>
            <a:srgbClr val="7C6A0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Q3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4D555B6-A24E-4F1A-9577-0126803A2A3E}"/>
              </a:ext>
            </a:extLst>
          </p:cNvPr>
          <p:cNvSpPr>
            <a:spLocks noGrp="1"/>
          </p:cNvSpPr>
          <p:nvPr/>
        </p:nvSpPr>
        <p:spPr>
          <a:xfrm>
            <a:off x="10763250" y="1733550"/>
            <a:ext cx="666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pPr>
            <a:r>
              <a: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13 of 16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A5376DF-0B8D-4CF4-A5F4-D20D77BA0C00}"/>
              </a:ext>
            </a:extLst>
          </p:cNvPr>
          <p:cNvSpPr>
            <a:spLocks noGrp="1"/>
          </p:cNvSpPr>
          <p:nvPr/>
        </p:nvSpPr>
        <p:spPr>
          <a:xfrm>
            <a:off x="762000" y="2114550"/>
            <a:ext cx="106489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 i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rPr sz="1200" b="0" i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Classification of Skin tumours.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3A3DC9B6-5A61-4EAF-9291-ABC7F1C953FF}"/>
              </a:ext>
            </a:extLst>
          </p:cNvPr>
          <p:cNvSpPr>
            <a:spLocks noGrp="1"/>
          </p:cNvSpPr>
          <p:nvPr/>
        </p:nvSpPr>
        <p:spPr>
          <a:xfrm>
            <a:off x="552450" y="2800350"/>
            <a:ext cx="11087100" cy="1066800"/>
          </a:xfrm>
          <a:prstGeom prst="roundRect">
            <a:avLst>
              <a:gd name="adj" fmla="val 7143"/>
            </a:avLst>
          </a:prstGeom>
          <a:solidFill>
            <a:srgbClr val="FFF8D6"/>
          </a:solidFill>
          <a:ln w="9525">
            <a:solidFill>
              <a:srgbClr val="F2DF9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E1B14DF-CBA2-4027-B37E-80CBC7CC0AE3}"/>
              </a:ext>
            </a:extLst>
          </p:cNvPr>
          <p:cNvSpPr>
            <a:spLocks noGrp="1"/>
          </p:cNvSpPr>
          <p:nvPr/>
        </p:nvSpPr>
        <p:spPr>
          <a:xfrm>
            <a:off x="552450" y="2800350"/>
            <a:ext cx="76200" cy="1066800"/>
          </a:xfrm>
          <a:prstGeom prst="rect">
            <a:avLst/>
          </a:prstGeom>
          <a:solidFill>
            <a:srgbClr val="F6C343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B46A02EC-F0D7-43E6-8FA7-34E0BCCA33E9}"/>
              </a:ext>
            </a:extLst>
          </p:cNvPr>
          <p:cNvSpPr>
            <a:spLocks noGrp="1"/>
          </p:cNvSpPr>
          <p:nvPr/>
        </p:nvSpPr>
        <p:spPr>
          <a:xfrm>
            <a:off x="762000" y="2971800"/>
            <a:ext cx="990600" cy="285750"/>
          </a:xfrm>
          <a:prstGeom prst="roundRect">
            <a:avLst>
              <a:gd name="adj" fmla="val 40000"/>
            </a:avLst>
          </a:prstGeom>
          <a:solidFill>
            <a:srgbClr val="02809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AUG 2024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EFF8458C-DB68-46BD-9A99-154245DCA6DB}"/>
              </a:ext>
            </a:extLst>
          </p:cNvPr>
          <p:cNvSpPr>
            <a:spLocks noGrp="1"/>
          </p:cNvSpPr>
          <p:nvPr/>
        </p:nvSpPr>
        <p:spPr>
          <a:xfrm>
            <a:off x="1885950" y="2971800"/>
            <a:ext cx="1219200" cy="285750"/>
          </a:xfrm>
          <a:prstGeom prst="roundRect">
            <a:avLst>
              <a:gd name="adj" fmla="val 40000"/>
            </a:avLst>
          </a:prstGeom>
          <a:solidFill>
            <a:srgbClr val="2563A8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Short Answers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DFD34569-D1BF-4945-A525-448563CCE626}"/>
              </a:ext>
            </a:extLst>
          </p:cNvPr>
          <p:cNvSpPr>
            <a:spLocks noGrp="1"/>
          </p:cNvSpPr>
          <p:nvPr/>
        </p:nvSpPr>
        <p:spPr>
          <a:xfrm>
            <a:off x="3238500" y="2971800"/>
            <a:ext cx="514350" cy="285750"/>
          </a:xfrm>
          <a:prstGeom prst="roundRect">
            <a:avLst>
              <a:gd name="adj" fmla="val 40000"/>
            </a:avLst>
          </a:prstGeom>
          <a:solidFill>
            <a:srgbClr val="7C6A0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Q4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0F45323-7CD5-4DD8-92CE-0A6B581FD566}"/>
              </a:ext>
            </a:extLst>
          </p:cNvPr>
          <p:cNvSpPr>
            <a:spLocks noGrp="1"/>
          </p:cNvSpPr>
          <p:nvPr/>
        </p:nvSpPr>
        <p:spPr>
          <a:xfrm>
            <a:off x="10763250" y="2971800"/>
            <a:ext cx="666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pPr>
            <a:r>
              <a: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14 of 16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9A48600-2CB6-408A-965F-837A26350BC3}"/>
              </a:ext>
            </a:extLst>
          </p:cNvPr>
          <p:cNvSpPr>
            <a:spLocks noGrp="1"/>
          </p:cNvSpPr>
          <p:nvPr/>
        </p:nvSpPr>
        <p:spPr>
          <a:xfrm>
            <a:off x="762000" y="3352800"/>
            <a:ext cx="106489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 i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rPr sz="1200" b="0" i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Bowen's diseases.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38886C3C-C2F9-4C46-8A73-875DD748BC45}"/>
              </a:ext>
            </a:extLst>
          </p:cNvPr>
          <p:cNvSpPr>
            <a:spLocks noGrp="1"/>
          </p:cNvSpPr>
          <p:nvPr/>
        </p:nvSpPr>
        <p:spPr>
          <a:xfrm>
            <a:off x="552450" y="4038600"/>
            <a:ext cx="11087100" cy="1066800"/>
          </a:xfrm>
          <a:prstGeom prst="roundRect">
            <a:avLst>
              <a:gd name="adj" fmla="val 7143"/>
            </a:avLst>
          </a:prstGeom>
          <a:solidFill>
            <a:srgbClr val="FFF8D6"/>
          </a:solidFill>
          <a:ln w="9525">
            <a:solidFill>
              <a:srgbClr val="F2DF9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E25C80E-A278-4DC9-B9C4-C6B51758FD3D}"/>
              </a:ext>
            </a:extLst>
          </p:cNvPr>
          <p:cNvSpPr>
            <a:spLocks noGrp="1"/>
          </p:cNvSpPr>
          <p:nvPr/>
        </p:nvSpPr>
        <p:spPr>
          <a:xfrm>
            <a:off x="552450" y="4038600"/>
            <a:ext cx="76200" cy="1066800"/>
          </a:xfrm>
          <a:prstGeom prst="rect">
            <a:avLst/>
          </a:prstGeom>
          <a:solidFill>
            <a:srgbClr val="F6C343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EA27AAEA-E4BF-4C23-8A09-DABAA2F4A396}"/>
              </a:ext>
            </a:extLst>
          </p:cNvPr>
          <p:cNvSpPr>
            <a:spLocks noGrp="1"/>
          </p:cNvSpPr>
          <p:nvPr/>
        </p:nvSpPr>
        <p:spPr>
          <a:xfrm>
            <a:off x="762000" y="4210050"/>
            <a:ext cx="990600" cy="285750"/>
          </a:xfrm>
          <a:prstGeom prst="roundRect">
            <a:avLst>
              <a:gd name="adj" fmla="val 40000"/>
            </a:avLst>
          </a:prstGeom>
          <a:solidFill>
            <a:srgbClr val="02809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OCT 2025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47C32CB8-E782-4E9E-ABCC-EFAE95C52F78}"/>
              </a:ext>
            </a:extLst>
          </p:cNvPr>
          <p:cNvSpPr>
            <a:spLocks noGrp="1"/>
          </p:cNvSpPr>
          <p:nvPr/>
        </p:nvSpPr>
        <p:spPr>
          <a:xfrm>
            <a:off x="1885950" y="4210050"/>
            <a:ext cx="1219200" cy="285750"/>
          </a:xfrm>
          <a:prstGeom prst="roundRect">
            <a:avLst>
              <a:gd name="adj" fmla="val 40000"/>
            </a:avLst>
          </a:prstGeom>
          <a:solidFill>
            <a:srgbClr val="2563A8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Short Answers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FA1AFB59-0003-4D79-8ED5-792640B89423}"/>
              </a:ext>
            </a:extLst>
          </p:cNvPr>
          <p:cNvSpPr>
            <a:spLocks noGrp="1"/>
          </p:cNvSpPr>
          <p:nvPr/>
        </p:nvSpPr>
        <p:spPr>
          <a:xfrm>
            <a:off x="3238500" y="4210050"/>
            <a:ext cx="514350" cy="285750"/>
          </a:xfrm>
          <a:prstGeom prst="roundRect">
            <a:avLst>
              <a:gd name="adj" fmla="val 40000"/>
            </a:avLst>
          </a:prstGeom>
          <a:solidFill>
            <a:srgbClr val="7C6A0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Q4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9B2F78B9-23CE-4994-8DC3-496C192E4EAF}"/>
              </a:ext>
            </a:extLst>
          </p:cNvPr>
          <p:cNvSpPr>
            <a:spLocks noGrp="1"/>
          </p:cNvSpPr>
          <p:nvPr/>
        </p:nvSpPr>
        <p:spPr>
          <a:xfrm>
            <a:off x="10763250" y="4210050"/>
            <a:ext cx="666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pPr>
            <a:r>
              <a: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15 of 16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E05F3D28-D99C-4790-A5F1-E0C788F9C936}"/>
              </a:ext>
            </a:extLst>
          </p:cNvPr>
          <p:cNvSpPr>
            <a:spLocks noGrp="1"/>
          </p:cNvSpPr>
          <p:nvPr/>
        </p:nvSpPr>
        <p:spPr>
          <a:xfrm>
            <a:off x="762000" y="4591050"/>
            <a:ext cx="106489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 i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rPr sz="1200" b="0" i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Kaposi's sarcoma.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F87C8116-4139-4468-A1C3-53485359B64E}"/>
              </a:ext>
            </a:extLst>
          </p:cNvPr>
          <p:cNvSpPr>
            <a:spLocks noGrp="1"/>
          </p:cNvSpPr>
          <p:nvPr/>
        </p:nvSpPr>
        <p:spPr>
          <a:xfrm>
            <a:off x="552450" y="5276850"/>
            <a:ext cx="11087100" cy="1066800"/>
          </a:xfrm>
          <a:prstGeom prst="roundRect">
            <a:avLst>
              <a:gd name="adj" fmla="val 7143"/>
            </a:avLst>
          </a:prstGeom>
          <a:solidFill>
            <a:srgbClr val="FFF8D6"/>
          </a:solidFill>
          <a:ln w="9525">
            <a:solidFill>
              <a:srgbClr val="F2DF9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5149E74A-77D1-4EE5-A1DE-A069968C7813}"/>
              </a:ext>
            </a:extLst>
          </p:cNvPr>
          <p:cNvSpPr>
            <a:spLocks noGrp="1"/>
          </p:cNvSpPr>
          <p:nvPr/>
        </p:nvSpPr>
        <p:spPr>
          <a:xfrm>
            <a:off x="552450" y="5276850"/>
            <a:ext cx="76200" cy="1066800"/>
          </a:xfrm>
          <a:prstGeom prst="rect">
            <a:avLst/>
          </a:prstGeom>
          <a:solidFill>
            <a:srgbClr val="F6C343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4E17ABBE-2ABF-46C1-8A1B-7AA2B8F47AE5}"/>
              </a:ext>
            </a:extLst>
          </p:cNvPr>
          <p:cNvSpPr>
            <a:spLocks noGrp="1"/>
          </p:cNvSpPr>
          <p:nvPr/>
        </p:nvSpPr>
        <p:spPr>
          <a:xfrm>
            <a:off x="762000" y="5448300"/>
            <a:ext cx="990600" cy="285750"/>
          </a:xfrm>
          <a:prstGeom prst="roundRect">
            <a:avLst>
              <a:gd name="adj" fmla="val 40000"/>
            </a:avLst>
          </a:prstGeom>
          <a:solidFill>
            <a:srgbClr val="02809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OCT 2025</a:t>
            </a: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8A99F049-49A5-4CEA-BAB8-1EC10A10D90A}"/>
              </a:ext>
            </a:extLst>
          </p:cNvPr>
          <p:cNvSpPr>
            <a:spLocks noGrp="1"/>
          </p:cNvSpPr>
          <p:nvPr/>
        </p:nvSpPr>
        <p:spPr>
          <a:xfrm>
            <a:off x="1885950" y="5448300"/>
            <a:ext cx="1219200" cy="285750"/>
          </a:xfrm>
          <a:prstGeom prst="roundRect">
            <a:avLst>
              <a:gd name="adj" fmla="val 40000"/>
            </a:avLst>
          </a:prstGeom>
          <a:solidFill>
            <a:srgbClr val="02809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Write Notes</a:t>
            </a: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F4B69150-B6C0-4466-A2B3-CB9528CD185C}"/>
              </a:ext>
            </a:extLst>
          </p:cNvPr>
          <p:cNvSpPr>
            <a:spLocks noGrp="1"/>
          </p:cNvSpPr>
          <p:nvPr/>
        </p:nvSpPr>
        <p:spPr>
          <a:xfrm>
            <a:off x="3238500" y="5448300"/>
            <a:ext cx="514350" cy="285750"/>
          </a:xfrm>
          <a:prstGeom prst="roundRect">
            <a:avLst>
              <a:gd name="adj" fmla="val 40000"/>
            </a:avLst>
          </a:prstGeom>
          <a:solidFill>
            <a:srgbClr val="7C6A0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Q10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43958ED4-81DC-4DFB-B6CB-D7670F482FFE}"/>
              </a:ext>
            </a:extLst>
          </p:cNvPr>
          <p:cNvSpPr>
            <a:spLocks noGrp="1"/>
          </p:cNvSpPr>
          <p:nvPr/>
        </p:nvSpPr>
        <p:spPr>
          <a:xfrm>
            <a:off x="10763250" y="5448300"/>
            <a:ext cx="666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pPr>
            <a:r>
              <a: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16 of 16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3E99D085-5833-43FA-AF19-32ADD2803D48}"/>
              </a:ext>
            </a:extLst>
          </p:cNvPr>
          <p:cNvSpPr>
            <a:spLocks noGrp="1"/>
          </p:cNvSpPr>
          <p:nvPr/>
        </p:nvSpPr>
        <p:spPr>
          <a:xfrm>
            <a:off x="762000" y="5829300"/>
            <a:ext cx="106489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 i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rPr sz="1200" b="0" i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Malignant tumors - mode of spread.</a:t>
            </a:r>
          </a:p>
        </p:txBody>
      </p:sp>
    </p:spTree>
    <p:extLst>
      <p:ext uri="{BB962C8B-B14F-4D97-AF65-F5344CB8AC3E}">
        <p14:creationId xmlns:p14="http://schemas.microsoft.com/office/powerpoint/2010/main" val="10786288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 35">
            <a:extLst>
              <a:ext uri="{FF2B5EF4-FFF2-40B4-BE49-F238E27FC236}">
                <a16:creationId xmlns:a16="http://schemas.microsoft.com/office/drawing/2014/main" id="{A6C9DA81-FEF3-452D-A6EC-4E6A6ADF782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066800"/>
          </a:xfrm>
          <a:prstGeom prst="rect">
            <a:avLst/>
          </a:prstGeom>
          <a:solidFill>
            <a:srgbClr val="028090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CE16C5BD-ED45-4EAF-A276-3CDB64C321AF}"/>
              </a:ext>
            </a:extLst>
          </p:cNvPr>
          <p:cNvSpPr>
            <a:spLocks noGrp="1"/>
          </p:cNvSpPr>
          <p:nvPr/>
        </p:nvSpPr>
        <p:spPr>
          <a:xfrm>
            <a:off x="457200" y="285750"/>
            <a:ext cx="533400" cy="533400"/>
          </a:xfrm>
          <a:prstGeom prst="ellipse">
            <a:avLst/>
          </a:prstGeom>
          <a:solidFill>
            <a:srgbClr val="00A896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0CE34BA-CC57-4FDB-AEE3-0CB0A9BAAAA7}"/>
              </a:ext>
            </a:extLst>
          </p:cNvPr>
          <p:cNvSpPr>
            <a:spLocks noGrp="1"/>
          </p:cNvSpPr>
          <p:nvPr/>
        </p:nvSpPr>
        <p:spPr>
          <a:xfrm>
            <a:off x="457200" y="381000"/>
            <a:ext cx="5334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57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7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CB48D45-7F05-45EE-B51F-4FA7C9DEC794}"/>
              </a:ext>
            </a:extLst>
          </p:cNvPr>
          <p:cNvSpPr>
            <a:spLocks noGrp="1"/>
          </p:cNvSpPr>
          <p:nvPr/>
        </p:nvSpPr>
        <p:spPr>
          <a:xfrm>
            <a:off x="1219200" y="209550"/>
            <a:ext cx="8382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400" b="1" i="0">
                <a:solidFill>
                  <a:srgbClr val="FFFFFF"/>
                </a:solidFill>
                <a:latin typeface="Cambria"/>
                <a:ea typeface="Cambria"/>
                <a:cs typeface="Cambria"/>
              </a:defRPr>
            </a:pPr>
            <a:r>
              <a:rPr sz="2400" b="1" i="0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Carbuncle, boils, abscess and felon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DE9C051-7C19-4609-9B79-C3530F1A58A8}"/>
              </a:ext>
            </a:extLst>
          </p:cNvPr>
          <p:cNvSpPr>
            <a:spLocks noGrp="1"/>
          </p:cNvSpPr>
          <p:nvPr/>
        </p:nvSpPr>
        <p:spPr>
          <a:xfrm>
            <a:off x="1219200" y="666750"/>
            <a:ext cx="8382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125" b="0" i="1">
                <a:solidFill>
                  <a:srgbClr val="E6F5F3"/>
                </a:solidFill>
                <a:latin typeface="Calibri"/>
                <a:ea typeface="Calibri"/>
                <a:cs typeface="Calibri"/>
              </a:defRPr>
            </a:pPr>
            <a:r>
              <a:rPr sz="1125" b="0" i="1">
                <a:solidFill>
                  <a:srgbClr val="E6F5F3"/>
                </a:solidFill>
                <a:latin typeface="Calibri"/>
                <a:ea typeface="Calibri"/>
                <a:cs typeface="Calibri"/>
              </a:rPr>
              <a:t>11 times asked | 7 Write Notes | 4 Short Answers | part 1 of 3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C96C0123-79E3-4E19-91D4-F05C1C4ACCFC}"/>
              </a:ext>
            </a:extLst>
          </p:cNvPr>
          <p:cNvSpPr>
            <a:spLocks noGrp="1"/>
          </p:cNvSpPr>
          <p:nvPr/>
        </p:nvSpPr>
        <p:spPr>
          <a:xfrm>
            <a:off x="9886950" y="381000"/>
            <a:ext cx="1714500" cy="285750"/>
          </a:xfrm>
          <a:prstGeom prst="roundRect">
            <a:avLst>
              <a:gd name="adj" fmla="val 40000"/>
            </a:avLst>
          </a:prstGeom>
          <a:solidFill>
            <a:srgbClr val="016B78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Rank 3/55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ADD24B6-C4F4-46F9-9CD4-739A26012FED}"/>
              </a:ext>
            </a:extLst>
          </p:cNvPr>
          <p:cNvSpPr>
            <a:spLocks noGrp="1"/>
          </p:cNvSpPr>
          <p:nvPr/>
        </p:nvSpPr>
        <p:spPr>
          <a:xfrm>
            <a:off x="552450" y="1200150"/>
            <a:ext cx="4000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1" i="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pPr>
            <a:r>
              <a:rPr sz="1275" b="1" i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Highlighted asked questions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A5FEC4EA-9741-472D-BC04-1750EF1B579B}"/>
              </a:ext>
            </a:extLst>
          </p:cNvPr>
          <p:cNvSpPr>
            <a:spLocks noGrp="1"/>
          </p:cNvSpPr>
          <p:nvPr/>
        </p:nvSpPr>
        <p:spPr>
          <a:xfrm>
            <a:off x="552450" y="1562100"/>
            <a:ext cx="11087100" cy="1066800"/>
          </a:xfrm>
          <a:prstGeom prst="roundRect">
            <a:avLst>
              <a:gd name="adj" fmla="val 7143"/>
            </a:avLst>
          </a:prstGeom>
          <a:solidFill>
            <a:srgbClr val="FFF8D6"/>
          </a:solidFill>
          <a:ln w="9525">
            <a:solidFill>
              <a:srgbClr val="F2DF9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21348D8-2ABF-4F86-900A-755DF92F5C60}"/>
              </a:ext>
            </a:extLst>
          </p:cNvPr>
          <p:cNvSpPr>
            <a:spLocks noGrp="1"/>
          </p:cNvSpPr>
          <p:nvPr/>
        </p:nvSpPr>
        <p:spPr>
          <a:xfrm>
            <a:off x="552450" y="1562100"/>
            <a:ext cx="76200" cy="1066800"/>
          </a:xfrm>
          <a:prstGeom prst="rect">
            <a:avLst/>
          </a:prstGeom>
          <a:solidFill>
            <a:srgbClr val="F6C343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3F53F15A-8D3C-4987-800B-D8C4BA14F89B}"/>
              </a:ext>
            </a:extLst>
          </p:cNvPr>
          <p:cNvSpPr>
            <a:spLocks noGrp="1"/>
          </p:cNvSpPr>
          <p:nvPr/>
        </p:nvSpPr>
        <p:spPr>
          <a:xfrm>
            <a:off x="762000" y="1733550"/>
            <a:ext cx="990600" cy="285750"/>
          </a:xfrm>
          <a:prstGeom prst="roundRect">
            <a:avLst>
              <a:gd name="adj" fmla="val 40000"/>
            </a:avLst>
          </a:prstGeom>
          <a:solidFill>
            <a:srgbClr val="02809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OCT 2018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9F416A4F-6DA8-4B52-AC18-C03DDD32318C}"/>
              </a:ext>
            </a:extLst>
          </p:cNvPr>
          <p:cNvSpPr>
            <a:spLocks noGrp="1"/>
          </p:cNvSpPr>
          <p:nvPr/>
        </p:nvSpPr>
        <p:spPr>
          <a:xfrm>
            <a:off x="1885950" y="1733550"/>
            <a:ext cx="1219200" cy="285750"/>
          </a:xfrm>
          <a:prstGeom prst="roundRect">
            <a:avLst>
              <a:gd name="adj" fmla="val 40000"/>
            </a:avLst>
          </a:prstGeom>
          <a:solidFill>
            <a:srgbClr val="2563A8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Short Answers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2A25FCBD-5A1B-453B-92F3-588DF5D5FFCE}"/>
              </a:ext>
            </a:extLst>
          </p:cNvPr>
          <p:cNvSpPr>
            <a:spLocks noGrp="1"/>
          </p:cNvSpPr>
          <p:nvPr/>
        </p:nvSpPr>
        <p:spPr>
          <a:xfrm>
            <a:off x="3238500" y="1733550"/>
            <a:ext cx="514350" cy="285750"/>
          </a:xfrm>
          <a:prstGeom prst="roundRect">
            <a:avLst>
              <a:gd name="adj" fmla="val 40000"/>
            </a:avLst>
          </a:prstGeom>
          <a:solidFill>
            <a:srgbClr val="7C6A0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Q8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15A12CA-3DC1-424F-B007-E435397D34FF}"/>
              </a:ext>
            </a:extLst>
          </p:cNvPr>
          <p:cNvSpPr>
            <a:spLocks noGrp="1"/>
          </p:cNvSpPr>
          <p:nvPr/>
        </p:nvSpPr>
        <p:spPr>
          <a:xfrm>
            <a:off x="10763250" y="1733550"/>
            <a:ext cx="666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pPr>
            <a:r>
              <a: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1 of 11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0175CCA-AA78-48E0-8A76-90E9152E5B27}"/>
              </a:ext>
            </a:extLst>
          </p:cNvPr>
          <p:cNvSpPr>
            <a:spLocks noGrp="1"/>
          </p:cNvSpPr>
          <p:nvPr/>
        </p:nvSpPr>
        <p:spPr>
          <a:xfrm>
            <a:off x="762000" y="2114550"/>
            <a:ext cx="106489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 i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rPr sz="1200" b="0" i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Myristica - Boils.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558E9E07-AB85-4F72-B6DB-B155573D1B6C}"/>
              </a:ext>
            </a:extLst>
          </p:cNvPr>
          <p:cNvSpPr>
            <a:spLocks noGrp="1"/>
          </p:cNvSpPr>
          <p:nvPr/>
        </p:nvSpPr>
        <p:spPr>
          <a:xfrm>
            <a:off x="552450" y="2800350"/>
            <a:ext cx="11087100" cy="1066800"/>
          </a:xfrm>
          <a:prstGeom prst="roundRect">
            <a:avLst>
              <a:gd name="adj" fmla="val 7143"/>
            </a:avLst>
          </a:prstGeom>
          <a:solidFill>
            <a:srgbClr val="FFF8D6"/>
          </a:solidFill>
          <a:ln w="9525">
            <a:solidFill>
              <a:srgbClr val="F2DF9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F7C8CE9-3B0C-4E48-9357-7A8274988618}"/>
              </a:ext>
            </a:extLst>
          </p:cNvPr>
          <p:cNvSpPr>
            <a:spLocks noGrp="1"/>
          </p:cNvSpPr>
          <p:nvPr/>
        </p:nvSpPr>
        <p:spPr>
          <a:xfrm>
            <a:off x="552450" y="2800350"/>
            <a:ext cx="76200" cy="1066800"/>
          </a:xfrm>
          <a:prstGeom prst="rect">
            <a:avLst/>
          </a:prstGeom>
          <a:solidFill>
            <a:srgbClr val="F6C343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49F3CA80-12EE-4F11-80BE-FB86E5587DD3}"/>
              </a:ext>
            </a:extLst>
          </p:cNvPr>
          <p:cNvSpPr>
            <a:spLocks noGrp="1"/>
          </p:cNvSpPr>
          <p:nvPr/>
        </p:nvSpPr>
        <p:spPr>
          <a:xfrm>
            <a:off x="762000" y="2971800"/>
            <a:ext cx="990600" cy="285750"/>
          </a:xfrm>
          <a:prstGeom prst="roundRect">
            <a:avLst>
              <a:gd name="adj" fmla="val 40000"/>
            </a:avLst>
          </a:prstGeom>
          <a:solidFill>
            <a:srgbClr val="02809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OCT 2018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19DAED93-5FB5-4B17-890D-11D449075038}"/>
              </a:ext>
            </a:extLst>
          </p:cNvPr>
          <p:cNvSpPr>
            <a:spLocks noGrp="1"/>
          </p:cNvSpPr>
          <p:nvPr/>
        </p:nvSpPr>
        <p:spPr>
          <a:xfrm>
            <a:off x="1885950" y="2971800"/>
            <a:ext cx="1219200" cy="285750"/>
          </a:xfrm>
          <a:prstGeom prst="roundRect">
            <a:avLst>
              <a:gd name="adj" fmla="val 40000"/>
            </a:avLst>
          </a:prstGeom>
          <a:solidFill>
            <a:srgbClr val="02809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Write Notes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8D958CF9-FD04-445A-A8AF-054420110828}"/>
              </a:ext>
            </a:extLst>
          </p:cNvPr>
          <p:cNvSpPr>
            <a:spLocks noGrp="1"/>
          </p:cNvSpPr>
          <p:nvPr/>
        </p:nvSpPr>
        <p:spPr>
          <a:xfrm>
            <a:off x="3238500" y="2971800"/>
            <a:ext cx="514350" cy="285750"/>
          </a:xfrm>
          <a:prstGeom prst="roundRect">
            <a:avLst>
              <a:gd name="adj" fmla="val 40000"/>
            </a:avLst>
          </a:prstGeom>
          <a:solidFill>
            <a:srgbClr val="7C6A0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Q7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B62F0CE-57A7-4F4D-AFC8-0D8C8A18BBF8}"/>
              </a:ext>
            </a:extLst>
          </p:cNvPr>
          <p:cNvSpPr>
            <a:spLocks noGrp="1"/>
          </p:cNvSpPr>
          <p:nvPr/>
        </p:nvSpPr>
        <p:spPr>
          <a:xfrm>
            <a:off x="10763250" y="2971800"/>
            <a:ext cx="666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pPr>
            <a:r>
              <a: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2 of 11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1CC697C-454F-41F6-8EE1-2235BCBE6EFE}"/>
              </a:ext>
            </a:extLst>
          </p:cNvPr>
          <p:cNvSpPr>
            <a:spLocks noGrp="1"/>
          </p:cNvSpPr>
          <p:nvPr/>
        </p:nvSpPr>
        <p:spPr>
          <a:xfrm>
            <a:off x="762000" y="3352800"/>
            <a:ext cx="106489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 i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rPr sz="1200" b="0" i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Heparsulph and Mercurius in abscess.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3A6F2ED3-6F3B-42CC-AB6E-7207FCA0395D}"/>
              </a:ext>
            </a:extLst>
          </p:cNvPr>
          <p:cNvSpPr>
            <a:spLocks noGrp="1"/>
          </p:cNvSpPr>
          <p:nvPr/>
        </p:nvSpPr>
        <p:spPr>
          <a:xfrm>
            <a:off x="552450" y="4038600"/>
            <a:ext cx="11087100" cy="1066800"/>
          </a:xfrm>
          <a:prstGeom prst="roundRect">
            <a:avLst>
              <a:gd name="adj" fmla="val 7143"/>
            </a:avLst>
          </a:prstGeom>
          <a:solidFill>
            <a:srgbClr val="FFF8D6"/>
          </a:solidFill>
          <a:ln w="9525">
            <a:solidFill>
              <a:srgbClr val="F2DF9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2FE4371-EE4A-4BDA-BCD4-8DDB92B2D007}"/>
              </a:ext>
            </a:extLst>
          </p:cNvPr>
          <p:cNvSpPr>
            <a:spLocks noGrp="1"/>
          </p:cNvSpPr>
          <p:nvPr/>
        </p:nvSpPr>
        <p:spPr>
          <a:xfrm>
            <a:off x="552450" y="4038600"/>
            <a:ext cx="76200" cy="1066800"/>
          </a:xfrm>
          <a:prstGeom prst="rect">
            <a:avLst/>
          </a:prstGeom>
          <a:solidFill>
            <a:srgbClr val="F6C343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AEEB0518-7B5B-4E96-9DDD-BB25EC47B7FA}"/>
              </a:ext>
            </a:extLst>
          </p:cNvPr>
          <p:cNvSpPr>
            <a:spLocks noGrp="1"/>
          </p:cNvSpPr>
          <p:nvPr/>
        </p:nvSpPr>
        <p:spPr>
          <a:xfrm>
            <a:off x="762000" y="4210050"/>
            <a:ext cx="990600" cy="285750"/>
          </a:xfrm>
          <a:prstGeom prst="roundRect">
            <a:avLst>
              <a:gd name="adj" fmla="val 40000"/>
            </a:avLst>
          </a:prstGeom>
          <a:solidFill>
            <a:srgbClr val="02809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MAY 2019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04297E52-A5F3-4554-ADDA-570C1F7D37D4}"/>
              </a:ext>
            </a:extLst>
          </p:cNvPr>
          <p:cNvSpPr>
            <a:spLocks noGrp="1"/>
          </p:cNvSpPr>
          <p:nvPr/>
        </p:nvSpPr>
        <p:spPr>
          <a:xfrm>
            <a:off x="1885950" y="4210050"/>
            <a:ext cx="1219200" cy="285750"/>
          </a:xfrm>
          <a:prstGeom prst="roundRect">
            <a:avLst>
              <a:gd name="adj" fmla="val 40000"/>
            </a:avLst>
          </a:prstGeom>
          <a:solidFill>
            <a:srgbClr val="02809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Write Notes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5A2B050D-94D5-4BFC-9902-FD92AC81DF40}"/>
              </a:ext>
            </a:extLst>
          </p:cNvPr>
          <p:cNvSpPr>
            <a:spLocks noGrp="1"/>
          </p:cNvSpPr>
          <p:nvPr/>
        </p:nvSpPr>
        <p:spPr>
          <a:xfrm>
            <a:off x="3238500" y="4210050"/>
            <a:ext cx="514350" cy="285750"/>
          </a:xfrm>
          <a:prstGeom prst="roundRect">
            <a:avLst>
              <a:gd name="adj" fmla="val 40000"/>
            </a:avLst>
          </a:prstGeom>
          <a:solidFill>
            <a:srgbClr val="7C6A0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Q7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4697452-1EDA-4321-A497-9219BF54C474}"/>
              </a:ext>
            </a:extLst>
          </p:cNvPr>
          <p:cNvSpPr>
            <a:spLocks noGrp="1"/>
          </p:cNvSpPr>
          <p:nvPr/>
        </p:nvSpPr>
        <p:spPr>
          <a:xfrm>
            <a:off x="10763250" y="4210050"/>
            <a:ext cx="666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pPr>
            <a:r>
              <a: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3 of 11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DF46E150-F8A5-4F6B-8D07-42D69BBAA6F5}"/>
              </a:ext>
            </a:extLst>
          </p:cNvPr>
          <p:cNvSpPr>
            <a:spLocks noGrp="1"/>
          </p:cNvSpPr>
          <p:nvPr/>
        </p:nvSpPr>
        <p:spPr>
          <a:xfrm>
            <a:off x="762000" y="4591050"/>
            <a:ext cx="106489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 i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rPr sz="1200" b="0" i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Anthracinum and Carbo. Vegetablis in Carbuncle.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DC122D71-2613-4F71-8AED-91DB5D476A67}"/>
              </a:ext>
            </a:extLst>
          </p:cNvPr>
          <p:cNvSpPr>
            <a:spLocks noGrp="1"/>
          </p:cNvSpPr>
          <p:nvPr/>
        </p:nvSpPr>
        <p:spPr>
          <a:xfrm>
            <a:off x="552450" y="5276850"/>
            <a:ext cx="11087100" cy="1066800"/>
          </a:xfrm>
          <a:prstGeom prst="roundRect">
            <a:avLst>
              <a:gd name="adj" fmla="val 7143"/>
            </a:avLst>
          </a:prstGeom>
          <a:solidFill>
            <a:srgbClr val="FFF8D6"/>
          </a:solidFill>
          <a:ln w="9525">
            <a:solidFill>
              <a:srgbClr val="F2DF9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51AAADDC-3D98-4CC7-B102-21367F6498D1}"/>
              </a:ext>
            </a:extLst>
          </p:cNvPr>
          <p:cNvSpPr>
            <a:spLocks noGrp="1"/>
          </p:cNvSpPr>
          <p:nvPr/>
        </p:nvSpPr>
        <p:spPr>
          <a:xfrm>
            <a:off x="552450" y="5276850"/>
            <a:ext cx="76200" cy="1066800"/>
          </a:xfrm>
          <a:prstGeom prst="rect">
            <a:avLst/>
          </a:prstGeom>
          <a:solidFill>
            <a:srgbClr val="F6C343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DD06509B-54E9-4AA7-A9B7-29917772FFFF}"/>
              </a:ext>
            </a:extLst>
          </p:cNvPr>
          <p:cNvSpPr>
            <a:spLocks noGrp="1"/>
          </p:cNvSpPr>
          <p:nvPr/>
        </p:nvSpPr>
        <p:spPr>
          <a:xfrm>
            <a:off x="762000" y="5448300"/>
            <a:ext cx="990600" cy="285750"/>
          </a:xfrm>
          <a:prstGeom prst="roundRect">
            <a:avLst>
              <a:gd name="adj" fmla="val 40000"/>
            </a:avLst>
          </a:prstGeom>
          <a:solidFill>
            <a:srgbClr val="02809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OCT 2019</a:t>
            </a: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4D0A139F-55A7-43CF-BE82-439FECD008FF}"/>
              </a:ext>
            </a:extLst>
          </p:cNvPr>
          <p:cNvSpPr>
            <a:spLocks noGrp="1"/>
          </p:cNvSpPr>
          <p:nvPr/>
        </p:nvSpPr>
        <p:spPr>
          <a:xfrm>
            <a:off x="1885950" y="5448300"/>
            <a:ext cx="1219200" cy="285750"/>
          </a:xfrm>
          <a:prstGeom prst="roundRect">
            <a:avLst>
              <a:gd name="adj" fmla="val 40000"/>
            </a:avLst>
          </a:prstGeom>
          <a:solidFill>
            <a:srgbClr val="02809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Write Notes</a:t>
            </a: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FE8EF381-2CB0-4308-A134-602BB7025131}"/>
              </a:ext>
            </a:extLst>
          </p:cNvPr>
          <p:cNvSpPr>
            <a:spLocks noGrp="1"/>
          </p:cNvSpPr>
          <p:nvPr/>
        </p:nvSpPr>
        <p:spPr>
          <a:xfrm>
            <a:off x="3238500" y="5448300"/>
            <a:ext cx="514350" cy="285750"/>
          </a:xfrm>
          <a:prstGeom prst="roundRect">
            <a:avLst>
              <a:gd name="adj" fmla="val 40000"/>
            </a:avLst>
          </a:prstGeom>
          <a:solidFill>
            <a:srgbClr val="7C6A0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Q10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FF837617-E0C8-4779-82C4-3A7101895C23}"/>
              </a:ext>
            </a:extLst>
          </p:cNvPr>
          <p:cNvSpPr>
            <a:spLocks noGrp="1"/>
          </p:cNvSpPr>
          <p:nvPr/>
        </p:nvSpPr>
        <p:spPr>
          <a:xfrm>
            <a:off x="10763250" y="5448300"/>
            <a:ext cx="666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pPr>
            <a:r>
              <a: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4 of 11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4528B9B2-D07E-469E-8F82-ED69FD0E3F4B}"/>
              </a:ext>
            </a:extLst>
          </p:cNvPr>
          <p:cNvSpPr>
            <a:spLocks noGrp="1"/>
          </p:cNvSpPr>
          <p:nvPr/>
        </p:nvSpPr>
        <p:spPr>
          <a:xfrm>
            <a:off x="762000" y="5829300"/>
            <a:ext cx="106489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 i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rPr sz="1200" b="0" i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Carbuncle-Two indicated remedies.</a:t>
            </a:r>
          </a:p>
        </p:txBody>
      </p:sp>
    </p:spTree>
    <p:extLst>
      <p:ext uri="{BB962C8B-B14F-4D97-AF65-F5344CB8AC3E}">
        <p14:creationId xmlns:p14="http://schemas.microsoft.com/office/powerpoint/2010/main" val="194572898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 35">
            <a:extLst>
              <a:ext uri="{FF2B5EF4-FFF2-40B4-BE49-F238E27FC236}">
                <a16:creationId xmlns:a16="http://schemas.microsoft.com/office/drawing/2014/main" id="{3823DA6D-9AA9-4F0E-AB0F-689F0B42A8D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066800"/>
          </a:xfrm>
          <a:prstGeom prst="rect">
            <a:avLst/>
          </a:prstGeom>
          <a:solidFill>
            <a:srgbClr val="028090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01E6D7A7-23C5-4CEB-95A1-59BC3A32D0B6}"/>
              </a:ext>
            </a:extLst>
          </p:cNvPr>
          <p:cNvSpPr>
            <a:spLocks noGrp="1"/>
          </p:cNvSpPr>
          <p:nvPr/>
        </p:nvSpPr>
        <p:spPr>
          <a:xfrm>
            <a:off x="457200" y="285750"/>
            <a:ext cx="533400" cy="533400"/>
          </a:xfrm>
          <a:prstGeom prst="ellipse">
            <a:avLst/>
          </a:prstGeom>
          <a:solidFill>
            <a:srgbClr val="00A896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05FAA68-7CC4-40DA-98C3-53068744DBB8}"/>
              </a:ext>
            </a:extLst>
          </p:cNvPr>
          <p:cNvSpPr>
            <a:spLocks noGrp="1"/>
          </p:cNvSpPr>
          <p:nvPr/>
        </p:nvSpPr>
        <p:spPr>
          <a:xfrm>
            <a:off x="457200" y="381000"/>
            <a:ext cx="5334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57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7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C6AF400-0EF7-4727-8864-9BA163E2094D}"/>
              </a:ext>
            </a:extLst>
          </p:cNvPr>
          <p:cNvSpPr>
            <a:spLocks noGrp="1"/>
          </p:cNvSpPr>
          <p:nvPr/>
        </p:nvSpPr>
        <p:spPr>
          <a:xfrm>
            <a:off x="1219200" y="209550"/>
            <a:ext cx="8382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400" b="1" i="0">
                <a:solidFill>
                  <a:srgbClr val="FFFFFF"/>
                </a:solidFill>
                <a:latin typeface="Cambria"/>
                <a:ea typeface="Cambria"/>
                <a:cs typeface="Cambria"/>
              </a:defRPr>
            </a:pPr>
            <a:r>
              <a:rPr sz="2400" b="1" i="0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Carbuncle, boils, abscess and felon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7EEAC4B-53D8-4D19-AFA9-F2440EA65B83}"/>
              </a:ext>
            </a:extLst>
          </p:cNvPr>
          <p:cNvSpPr>
            <a:spLocks noGrp="1"/>
          </p:cNvSpPr>
          <p:nvPr/>
        </p:nvSpPr>
        <p:spPr>
          <a:xfrm>
            <a:off x="1219200" y="666750"/>
            <a:ext cx="8382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125" b="0" i="1">
                <a:solidFill>
                  <a:srgbClr val="E6F5F3"/>
                </a:solidFill>
                <a:latin typeface="Calibri"/>
                <a:ea typeface="Calibri"/>
                <a:cs typeface="Calibri"/>
              </a:defRPr>
            </a:pPr>
            <a:r>
              <a:rPr sz="1125" b="0" i="1">
                <a:solidFill>
                  <a:srgbClr val="E6F5F3"/>
                </a:solidFill>
                <a:latin typeface="Calibri"/>
                <a:ea typeface="Calibri"/>
                <a:cs typeface="Calibri"/>
              </a:rPr>
              <a:t>11 times asked | 7 Write Notes | 4 Short Answers | part 2 of 3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6468244C-902A-4E97-88CA-BA350BEA4E6E}"/>
              </a:ext>
            </a:extLst>
          </p:cNvPr>
          <p:cNvSpPr>
            <a:spLocks noGrp="1"/>
          </p:cNvSpPr>
          <p:nvPr/>
        </p:nvSpPr>
        <p:spPr>
          <a:xfrm>
            <a:off x="9886950" y="381000"/>
            <a:ext cx="1714500" cy="285750"/>
          </a:xfrm>
          <a:prstGeom prst="roundRect">
            <a:avLst>
              <a:gd name="adj" fmla="val 40000"/>
            </a:avLst>
          </a:prstGeom>
          <a:solidFill>
            <a:srgbClr val="016B78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Rank 3/55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6746C21-A213-45D0-806E-8ECEFD6AAD08}"/>
              </a:ext>
            </a:extLst>
          </p:cNvPr>
          <p:cNvSpPr>
            <a:spLocks noGrp="1"/>
          </p:cNvSpPr>
          <p:nvPr/>
        </p:nvSpPr>
        <p:spPr>
          <a:xfrm>
            <a:off x="552450" y="1200150"/>
            <a:ext cx="4000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1" i="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pPr>
            <a:r>
              <a:rPr sz="1275" b="1" i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Highlighted asked questions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B27F795F-E047-4EE9-91D8-E2582B4D77A2}"/>
              </a:ext>
            </a:extLst>
          </p:cNvPr>
          <p:cNvSpPr>
            <a:spLocks noGrp="1"/>
          </p:cNvSpPr>
          <p:nvPr/>
        </p:nvSpPr>
        <p:spPr>
          <a:xfrm>
            <a:off x="552450" y="1562100"/>
            <a:ext cx="11087100" cy="1066800"/>
          </a:xfrm>
          <a:prstGeom prst="roundRect">
            <a:avLst>
              <a:gd name="adj" fmla="val 7143"/>
            </a:avLst>
          </a:prstGeom>
          <a:solidFill>
            <a:srgbClr val="FFF8D6"/>
          </a:solidFill>
          <a:ln w="9525">
            <a:solidFill>
              <a:srgbClr val="F2DF9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5EAC669-75BC-4DC5-ADCA-C4878004757E}"/>
              </a:ext>
            </a:extLst>
          </p:cNvPr>
          <p:cNvSpPr>
            <a:spLocks noGrp="1"/>
          </p:cNvSpPr>
          <p:nvPr/>
        </p:nvSpPr>
        <p:spPr>
          <a:xfrm>
            <a:off x="552450" y="1562100"/>
            <a:ext cx="76200" cy="1066800"/>
          </a:xfrm>
          <a:prstGeom prst="rect">
            <a:avLst/>
          </a:prstGeom>
          <a:solidFill>
            <a:srgbClr val="F6C343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37BF5DD4-DEAF-4AA2-8FF9-728F89A63C04}"/>
              </a:ext>
            </a:extLst>
          </p:cNvPr>
          <p:cNvSpPr>
            <a:spLocks noGrp="1"/>
          </p:cNvSpPr>
          <p:nvPr/>
        </p:nvSpPr>
        <p:spPr>
          <a:xfrm>
            <a:off x="762000" y="1733550"/>
            <a:ext cx="990600" cy="285750"/>
          </a:xfrm>
          <a:prstGeom prst="roundRect">
            <a:avLst>
              <a:gd name="adj" fmla="val 40000"/>
            </a:avLst>
          </a:prstGeom>
          <a:solidFill>
            <a:srgbClr val="02809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SEP 2021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88FE2F0-5A91-44F3-873B-03AF23980E50}"/>
              </a:ext>
            </a:extLst>
          </p:cNvPr>
          <p:cNvSpPr>
            <a:spLocks noGrp="1"/>
          </p:cNvSpPr>
          <p:nvPr/>
        </p:nvSpPr>
        <p:spPr>
          <a:xfrm>
            <a:off x="1885950" y="1733550"/>
            <a:ext cx="1219200" cy="285750"/>
          </a:xfrm>
          <a:prstGeom prst="roundRect">
            <a:avLst>
              <a:gd name="adj" fmla="val 40000"/>
            </a:avLst>
          </a:prstGeom>
          <a:solidFill>
            <a:srgbClr val="2563A8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Short Answers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74CFAA5B-4ACF-498D-B7A2-59575EFCF9E5}"/>
              </a:ext>
            </a:extLst>
          </p:cNvPr>
          <p:cNvSpPr>
            <a:spLocks noGrp="1"/>
          </p:cNvSpPr>
          <p:nvPr/>
        </p:nvSpPr>
        <p:spPr>
          <a:xfrm>
            <a:off x="3238500" y="1733550"/>
            <a:ext cx="514350" cy="285750"/>
          </a:xfrm>
          <a:prstGeom prst="roundRect">
            <a:avLst>
              <a:gd name="adj" fmla="val 40000"/>
            </a:avLst>
          </a:prstGeom>
          <a:solidFill>
            <a:srgbClr val="7C6A0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Q8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CBCC8B2-5D0F-4795-87CC-F9948E7FEE47}"/>
              </a:ext>
            </a:extLst>
          </p:cNvPr>
          <p:cNvSpPr>
            <a:spLocks noGrp="1"/>
          </p:cNvSpPr>
          <p:nvPr/>
        </p:nvSpPr>
        <p:spPr>
          <a:xfrm>
            <a:off x="10763250" y="1733550"/>
            <a:ext cx="666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pPr>
            <a:r>
              <a: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5 of 11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0337DB2-1AD4-479A-8268-1FEFC4B9E3EE}"/>
              </a:ext>
            </a:extLst>
          </p:cNvPr>
          <p:cNvSpPr>
            <a:spLocks noGrp="1"/>
          </p:cNvSpPr>
          <p:nvPr/>
        </p:nvSpPr>
        <p:spPr>
          <a:xfrm>
            <a:off x="762000" y="2114550"/>
            <a:ext cx="106489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 i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rPr sz="1200" b="0" i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Allium cepa in Felon.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280CE2D7-1A32-4A45-8408-82A3CBFBDDD1}"/>
              </a:ext>
            </a:extLst>
          </p:cNvPr>
          <p:cNvSpPr>
            <a:spLocks noGrp="1"/>
          </p:cNvSpPr>
          <p:nvPr/>
        </p:nvSpPr>
        <p:spPr>
          <a:xfrm>
            <a:off x="552450" y="2800350"/>
            <a:ext cx="11087100" cy="1066800"/>
          </a:xfrm>
          <a:prstGeom prst="roundRect">
            <a:avLst>
              <a:gd name="adj" fmla="val 7143"/>
            </a:avLst>
          </a:prstGeom>
          <a:solidFill>
            <a:srgbClr val="FFF8D6"/>
          </a:solidFill>
          <a:ln w="9525">
            <a:solidFill>
              <a:srgbClr val="F2DF9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C66644D-99AA-4D10-8856-B1E48680A086}"/>
              </a:ext>
            </a:extLst>
          </p:cNvPr>
          <p:cNvSpPr>
            <a:spLocks noGrp="1"/>
          </p:cNvSpPr>
          <p:nvPr/>
        </p:nvSpPr>
        <p:spPr>
          <a:xfrm>
            <a:off x="552450" y="2800350"/>
            <a:ext cx="76200" cy="1066800"/>
          </a:xfrm>
          <a:prstGeom prst="rect">
            <a:avLst/>
          </a:prstGeom>
          <a:solidFill>
            <a:srgbClr val="F6C343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FF3F32E1-B378-4B20-B53D-A08E10ABD1DC}"/>
              </a:ext>
            </a:extLst>
          </p:cNvPr>
          <p:cNvSpPr>
            <a:spLocks noGrp="1"/>
          </p:cNvSpPr>
          <p:nvPr/>
        </p:nvSpPr>
        <p:spPr>
          <a:xfrm>
            <a:off x="762000" y="2971800"/>
            <a:ext cx="990600" cy="285750"/>
          </a:xfrm>
          <a:prstGeom prst="roundRect">
            <a:avLst>
              <a:gd name="adj" fmla="val 40000"/>
            </a:avLst>
          </a:prstGeom>
          <a:solidFill>
            <a:srgbClr val="02809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FEB 2022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69728BB6-1E96-4C04-BC74-E1B001489BB8}"/>
              </a:ext>
            </a:extLst>
          </p:cNvPr>
          <p:cNvSpPr>
            <a:spLocks noGrp="1"/>
          </p:cNvSpPr>
          <p:nvPr/>
        </p:nvSpPr>
        <p:spPr>
          <a:xfrm>
            <a:off x="1885950" y="2971800"/>
            <a:ext cx="1219200" cy="285750"/>
          </a:xfrm>
          <a:prstGeom prst="roundRect">
            <a:avLst>
              <a:gd name="adj" fmla="val 40000"/>
            </a:avLst>
          </a:prstGeom>
          <a:solidFill>
            <a:srgbClr val="02809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Write Notes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D00B7AE7-2088-492D-883D-9235727B9A7A}"/>
              </a:ext>
            </a:extLst>
          </p:cNvPr>
          <p:cNvSpPr>
            <a:spLocks noGrp="1"/>
          </p:cNvSpPr>
          <p:nvPr/>
        </p:nvSpPr>
        <p:spPr>
          <a:xfrm>
            <a:off x="3238500" y="2971800"/>
            <a:ext cx="514350" cy="285750"/>
          </a:xfrm>
          <a:prstGeom prst="roundRect">
            <a:avLst>
              <a:gd name="adj" fmla="val 40000"/>
            </a:avLst>
          </a:prstGeom>
          <a:solidFill>
            <a:srgbClr val="7C6A0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Q8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4BD7C13-35CF-4BD4-B0B3-69D207AAF73D}"/>
              </a:ext>
            </a:extLst>
          </p:cNvPr>
          <p:cNvSpPr>
            <a:spLocks noGrp="1"/>
          </p:cNvSpPr>
          <p:nvPr/>
        </p:nvSpPr>
        <p:spPr>
          <a:xfrm>
            <a:off x="10763250" y="2971800"/>
            <a:ext cx="666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pPr>
            <a:r>
              <a: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6 of 11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467F55D-976A-4071-9526-97E6B8CDFBC0}"/>
              </a:ext>
            </a:extLst>
          </p:cNvPr>
          <p:cNvSpPr>
            <a:spLocks noGrp="1"/>
          </p:cNvSpPr>
          <p:nvPr/>
        </p:nvSpPr>
        <p:spPr>
          <a:xfrm>
            <a:off x="762000" y="3352800"/>
            <a:ext cx="106489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 i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rPr sz="1200" b="0" i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Merc sol and Belladonna in Boils.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C4A5CCE6-345F-4D48-B025-F969D1CB052A}"/>
              </a:ext>
            </a:extLst>
          </p:cNvPr>
          <p:cNvSpPr>
            <a:spLocks noGrp="1"/>
          </p:cNvSpPr>
          <p:nvPr/>
        </p:nvSpPr>
        <p:spPr>
          <a:xfrm>
            <a:off x="552450" y="4038600"/>
            <a:ext cx="11087100" cy="1066800"/>
          </a:xfrm>
          <a:prstGeom prst="roundRect">
            <a:avLst>
              <a:gd name="adj" fmla="val 7143"/>
            </a:avLst>
          </a:prstGeom>
          <a:solidFill>
            <a:srgbClr val="FFF8D6"/>
          </a:solidFill>
          <a:ln w="9525">
            <a:solidFill>
              <a:srgbClr val="F2DF9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C43BA0A-F0A7-4394-9824-CDE73C6EB43B}"/>
              </a:ext>
            </a:extLst>
          </p:cNvPr>
          <p:cNvSpPr>
            <a:spLocks noGrp="1"/>
          </p:cNvSpPr>
          <p:nvPr/>
        </p:nvSpPr>
        <p:spPr>
          <a:xfrm>
            <a:off x="552450" y="4038600"/>
            <a:ext cx="76200" cy="1066800"/>
          </a:xfrm>
          <a:prstGeom prst="rect">
            <a:avLst/>
          </a:prstGeom>
          <a:solidFill>
            <a:srgbClr val="F6C343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336AEBF2-0336-4EB4-8BCC-0C310C201F03}"/>
              </a:ext>
            </a:extLst>
          </p:cNvPr>
          <p:cNvSpPr>
            <a:spLocks noGrp="1"/>
          </p:cNvSpPr>
          <p:nvPr/>
        </p:nvSpPr>
        <p:spPr>
          <a:xfrm>
            <a:off x="762000" y="4210050"/>
            <a:ext cx="990600" cy="285750"/>
          </a:xfrm>
          <a:prstGeom prst="roundRect">
            <a:avLst>
              <a:gd name="adj" fmla="val 40000"/>
            </a:avLst>
          </a:prstGeom>
          <a:solidFill>
            <a:srgbClr val="02809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MAY 2022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FEFD2033-2536-48CD-8768-4165191A85E8}"/>
              </a:ext>
            </a:extLst>
          </p:cNvPr>
          <p:cNvSpPr>
            <a:spLocks noGrp="1"/>
          </p:cNvSpPr>
          <p:nvPr/>
        </p:nvSpPr>
        <p:spPr>
          <a:xfrm>
            <a:off x="1885950" y="4210050"/>
            <a:ext cx="1219200" cy="285750"/>
          </a:xfrm>
          <a:prstGeom prst="roundRect">
            <a:avLst>
              <a:gd name="adj" fmla="val 40000"/>
            </a:avLst>
          </a:prstGeom>
          <a:solidFill>
            <a:srgbClr val="02809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Write Notes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65D67764-9E68-4530-A5DD-EA61D369216F}"/>
              </a:ext>
            </a:extLst>
          </p:cNvPr>
          <p:cNvSpPr>
            <a:spLocks noGrp="1"/>
          </p:cNvSpPr>
          <p:nvPr/>
        </p:nvSpPr>
        <p:spPr>
          <a:xfrm>
            <a:off x="3238500" y="4210050"/>
            <a:ext cx="514350" cy="285750"/>
          </a:xfrm>
          <a:prstGeom prst="roundRect">
            <a:avLst>
              <a:gd name="adj" fmla="val 40000"/>
            </a:avLst>
          </a:prstGeom>
          <a:solidFill>
            <a:srgbClr val="7C6A0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Q1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207D481-45AA-422A-8C8B-7FA4F0668678}"/>
              </a:ext>
            </a:extLst>
          </p:cNvPr>
          <p:cNvSpPr>
            <a:spLocks noGrp="1"/>
          </p:cNvSpPr>
          <p:nvPr/>
        </p:nvSpPr>
        <p:spPr>
          <a:xfrm>
            <a:off x="10763250" y="4210050"/>
            <a:ext cx="666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pPr>
            <a:r>
              <a: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7 of 11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1EA73459-2D39-41B3-9B56-9CEBFAEF6CC8}"/>
              </a:ext>
            </a:extLst>
          </p:cNvPr>
          <p:cNvSpPr>
            <a:spLocks noGrp="1"/>
          </p:cNvSpPr>
          <p:nvPr/>
        </p:nvSpPr>
        <p:spPr>
          <a:xfrm>
            <a:off x="762000" y="4591050"/>
            <a:ext cx="106489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 i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rPr sz="1200" b="0" i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Define Carbuncle, write two drugs with indication.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261ED1A8-AA72-454B-B670-0BF3602DBCC8}"/>
              </a:ext>
            </a:extLst>
          </p:cNvPr>
          <p:cNvSpPr>
            <a:spLocks noGrp="1"/>
          </p:cNvSpPr>
          <p:nvPr/>
        </p:nvSpPr>
        <p:spPr>
          <a:xfrm>
            <a:off x="552450" y="5276850"/>
            <a:ext cx="11087100" cy="1066800"/>
          </a:xfrm>
          <a:prstGeom prst="roundRect">
            <a:avLst>
              <a:gd name="adj" fmla="val 7143"/>
            </a:avLst>
          </a:prstGeom>
          <a:solidFill>
            <a:srgbClr val="FFF8D6"/>
          </a:solidFill>
          <a:ln w="9525">
            <a:solidFill>
              <a:srgbClr val="F2DF9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69CBF462-042C-412C-9374-B83C5AA53211}"/>
              </a:ext>
            </a:extLst>
          </p:cNvPr>
          <p:cNvSpPr>
            <a:spLocks noGrp="1"/>
          </p:cNvSpPr>
          <p:nvPr/>
        </p:nvSpPr>
        <p:spPr>
          <a:xfrm>
            <a:off x="552450" y="5276850"/>
            <a:ext cx="76200" cy="1066800"/>
          </a:xfrm>
          <a:prstGeom prst="rect">
            <a:avLst/>
          </a:prstGeom>
          <a:solidFill>
            <a:srgbClr val="F6C343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7C742FA0-BC37-447C-B23F-A8A3120525D4}"/>
              </a:ext>
            </a:extLst>
          </p:cNvPr>
          <p:cNvSpPr>
            <a:spLocks noGrp="1"/>
          </p:cNvSpPr>
          <p:nvPr/>
        </p:nvSpPr>
        <p:spPr>
          <a:xfrm>
            <a:off x="762000" y="5448300"/>
            <a:ext cx="990600" cy="285750"/>
          </a:xfrm>
          <a:prstGeom prst="roundRect">
            <a:avLst>
              <a:gd name="adj" fmla="val 40000"/>
            </a:avLst>
          </a:prstGeom>
          <a:solidFill>
            <a:srgbClr val="02809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OCT 2022</a:t>
            </a: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D88B4BE1-B7F1-41F7-9A4A-EF71B2F27DB3}"/>
              </a:ext>
            </a:extLst>
          </p:cNvPr>
          <p:cNvSpPr>
            <a:spLocks noGrp="1"/>
          </p:cNvSpPr>
          <p:nvPr/>
        </p:nvSpPr>
        <p:spPr>
          <a:xfrm>
            <a:off x="1885950" y="5448300"/>
            <a:ext cx="1219200" cy="285750"/>
          </a:xfrm>
          <a:prstGeom prst="roundRect">
            <a:avLst>
              <a:gd name="adj" fmla="val 40000"/>
            </a:avLst>
          </a:prstGeom>
          <a:solidFill>
            <a:srgbClr val="2563A8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Short Answers</a:t>
            </a: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5EBF053D-89E9-4FC8-9919-4A30B8E5F259}"/>
              </a:ext>
            </a:extLst>
          </p:cNvPr>
          <p:cNvSpPr>
            <a:spLocks noGrp="1"/>
          </p:cNvSpPr>
          <p:nvPr/>
        </p:nvSpPr>
        <p:spPr>
          <a:xfrm>
            <a:off x="3238500" y="5448300"/>
            <a:ext cx="514350" cy="285750"/>
          </a:xfrm>
          <a:prstGeom prst="roundRect">
            <a:avLst>
              <a:gd name="adj" fmla="val 40000"/>
            </a:avLst>
          </a:prstGeom>
          <a:solidFill>
            <a:srgbClr val="7C6A0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Q8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593A1687-F3E0-458F-A84A-0C989D0D9DB2}"/>
              </a:ext>
            </a:extLst>
          </p:cNvPr>
          <p:cNvSpPr>
            <a:spLocks noGrp="1"/>
          </p:cNvSpPr>
          <p:nvPr/>
        </p:nvSpPr>
        <p:spPr>
          <a:xfrm>
            <a:off x="10763250" y="5448300"/>
            <a:ext cx="666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pPr>
            <a:r>
              <a: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8 of 11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15820CA0-1332-4225-90A2-C97C8EFAE824}"/>
              </a:ext>
            </a:extLst>
          </p:cNvPr>
          <p:cNvSpPr>
            <a:spLocks noGrp="1"/>
          </p:cNvSpPr>
          <p:nvPr/>
        </p:nvSpPr>
        <p:spPr>
          <a:xfrm>
            <a:off x="762000" y="5829300"/>
            <a:ext cx="106489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 i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rPr sz="1200" b="0" i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Cold abscess - write two drugs.</a:t>
            </a:r>
          </a:p>
        </p:txBody>
      </p:sp>
    </p:spTree>
    <p:extLst>
      <p:ext uri="{BB962C8B-B14F-4D97-AF65-F5344CB8AC3E}">
        <p14:creationId xmlns:p14="http://schemas.microsoft.com/office/powerpoint/2010/main" val="169177233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>
            <a:extLst>
              <a:ext uri="{FF2B5EF4-FFF2-40B4-BE49-F238E27FC236}">
                <a16:creationId xmlns:a16="http://schemas.microsoft.com/office/drawing/2014/main" id="{DDAA3909-3A9E-47CA-A5C9-9DEAA7D7567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066800"/>
          </a:xfrm>
          <a:prstGeom prst="rect">
            <a:avLst/>
          </a:prstGeom>
          <a:solidFill>
            <a:srgbClr val="028090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531D5FDA-3956-4323-B32C-CF32A55AD2A6}"/>
              </a:ext>
            </a:extLst>
          </p:cNvPr>
          <p:cNvSpPr>
            <a:spLocks noGrp="1"/>
          </p:cNvSpPr>
          <p:nvPr/>
        </p:nvSpPr>
        <p:spPr>
          <a:xfrm>
            <a:off x="457200" y="285750"/>
            <a:ext cx="533400" cy="533400"/>
          </a:xfrm>
          <a:prstGeom prst="ellipse">
            <a:avLst/>
          </a:prstGeom>
          <a:solidFill>
            <a:srgbClr val="00A896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E57C402-0686-4AF5-A337-961DA9EB047F}"/>
              </a:ext>
            </a:extLst>
          </p:cNvPr>
          <p:cNvSpPr>
            <a:spLocks noGrp="1"/>
          </p:cNvSpPr>
          <p:nvPr/>
        </p:nvSpPr>
        <p:spPr>
          <a:xfrm>
            <a:off x="457200" y="381000"/>
            <a:ext cx="5334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57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7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F334D12-C6B4-4394-A394-1F4924B4CE05}"/>
              </a:ext>
            </a:extLst>
          </p:cNvPr>
          <p:cNvSpPr>
            <a:spLocks noGrp="1"/>
          </p:cNvSpPr>
          <p:nvPr/>
        </p:nvSpPr>
        <p:spPr>
          <a:xfrm>
            <a:off x="1219200" y="209550"/>
            <a:ext cx="8382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400" b="1" i="0">
                <a:solidFill>
                  <a:srgbClr val="FFFFFF"/>
                </a:solidFill>
                <a:latin typeface="Cambria"/>
                <a:ea typeface="Cambria"/>
                <a:cs typeface="Cambria"/>
              </a:defRPr>
            </a:pPr>
            <a:r>
              <a:rPr sz="2400" b="1" i="0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Carbuncle, boils, abscess and felon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80B9A82-ED63-4EBB-96A5-DB15D48AD69F}"/>
              </a:ext>
            </a:extLst>
          </p:cNvPr>
          <p:cNvSpPr>
            <a:spLocks noGrp="1"/>
          </p:cNvSpPr>
          <p:nvPr/>
        </p:nvSpPr>
        <p:spPr>
          <a:xfrm>
            <a:off x="1219200" y="666750"/>
            <a:ext cx="8382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125" b="0" i="1">
                <a:solidFill>
                  <a:srgbClr val="E6F5F3"/>
                </a:solidFill>
                <a:latin typeface="Calibri"/>
                <a:ea typeface="Calibri"/>
                <a:cs typeface="Calibri"/>
              </a:defRPr>
            </a:pPr>
            <a:r>
              <a:rPr sz="1125" b="0" i="1">
                <a:solidFill>
                  <a:srgbClr val="E6F5F3"/>
                </a:solidFill>
                <a:latin typeface="Calibri"/>
                <a:ea typeface="Calibri"/>
                <a:cs typeface="Calibri"/>
              </a:rPr>
              <a:t>11 times asked | 7 Write Notes | 4 Short Answers | part 3 of 3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92CEB66-B917-40FC-985B-8C2F6F559E25}"/>
              </a:ext>
            </a:extLst>
          </p:cNvPr>
          <p:cNvSpPr>
            <a:spLocks noGrp="1"/>
          </p:cNvSpPr>
          <p:nvPr/>
        </p:nvSpPr>
        <p:spPr>
          <a:xfrm>
            <a:off x="9886950" y="381000"/>
            <a:ext cx="1714500" cy="285750"/>
          </a:xfrm>
          <a:prstGeom prst="roundRect">
            <a:avLst>
              <a:gd name="adj" fmla="val 40000"/>
            </a:avLst>
          </a:prstGeom>
          <a:solidFill>
            <a:srgbClr val="016B78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Rank 3/55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1185530-8FAC-4B7F-8289-2A7B18FAB232}"/>
              </a:ext>
            </a:extLst>
          </p:cNvPr>
          <p:cNvSpPr>
            <a:spLocks noGrp="1"/>
          </p:cNvSpPr>
          <p:nvPr/>
        </p:nvSpPr>
        <p:spPr>
          <a:xfrm>
            <a:off x="552450" y="1200150"/>
            <a:ext cx="4000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1" i="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pPr>
            <a:r>
              <a:rPr sz="1275" b="1" i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Highlighted asked questions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7A5625DC-BA85-49DA-AF1B-C8781825249A}"/>
              </a:ext>
            </a:extLst>
          </p:cNvPr>
          <p:cNvSpPr>
            <a:spLocks noGrp="1"/>
          </p:cNvSpPr>
          <p:nvPr/>
        </p:nvSpPr>
        <p:spPr>
          <a:xfrm>
            <a:off x="552450" y="1562100"/>
            <a:ext cx="11087100" cy="1066800"/>
          </a:xfrm>
          <a:prstGeom prst="roundRect">
            <a:avLst>
              <a:gd name="adj" fmla="val 7143"/>
            </a:avLst>
          </a:prstGeom>
          <a:solidFill>
            <a:srgbClr val="FFF8D6"/>
          </a:solidFill>
          <a:ln w="9525">
            <a:solidFill>
              <a:srgbClr val="F2DF9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51ABFCC-B056-41EE-A5B9-77CABEB91075}"/>
              </a:ext>
            </a:extLst>
          </p:cNvPr>
          <p:cNvSpPr>
            <a:spLocks noGrp="1"/>
          </p:cNvSpPr>
          <p:nvPr/>
        </p:nvSpPr>
        <p:spPr>
          <a:xfrm>
            <a:off x="552450" y="1562100"/>
            <a:ext cx="76200" cy="1066800"/>
          </a:xfrm>
          <a:prstGeom prst="rect">
            <a:avLst/>
          </a:prstGeom>
          <a:solidFill>
            <a:srgbClr val="F6C343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5776F3D2-EEE4-4E53-AFFA-A3BE68716A07}"/>
              </a:ext>
            </a:extLst>
          </p:cNvPr>
          <p:cNvSpPr>
            <a:spLocks noGrp="1"/>
          </p:cNvSpPr>
          <p:nvPr/>
        </p:nvSpPr>
        <p:spPr>
          <a:xfrm>
            <a:off x="762000" y="1733550"/>
            <a:ext cx="990600" cy="285750"/>
          </a:xfrm>
          <a:prstGeom prst="roundRect">
            <a:avLst>
              <a:gd name="adj" fmla="val 40000"/>
            </a:avLst>
          </a:prstGeom>
          <a:solidFill>
            <a:srgbClr val="02809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SEP 2023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7E19466-DD5D-47A9-A659-C2330CC2240F}"/>
              </a:ext>
            </a:extLst>
          </p:cNvPr>
          <p:cNvSpPr>
            <a:spLocks noGrp="1"/>
          </p:cNvSpPr>
          <p:nvPr/>
        </p:nvSpPr>
        <p:spPr>
          <a:xfrm>
            <a:off x="1885950" y="1733550"/>
            <a:ext cx="1219200" cy="285750"/>
          </a:xfrm>
          <a:prstGeom prst="roundRect">
            <a:avLst>
              <a:gd name="adj" fmla="val 40000"/>
            </a:avLst>
          </a:prstGeom>
          <a:solidFill>
            <a:srgbClr val="2563A8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Short Answers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D2869035-C63C-40D8-9347-84F6E4BD5B1C}"/>
              </a:ext>
            </a:extLst>
          </p:cNvPr>
          <p:cNvSpPr>
            <a:spLocks noGrp="1"/>
          </p:cNvSpPr>
          <p:nvPr/>
        </p:nvSpPr>
        <p:spPr>
          <a:xfrm>
            <a:off x="3238500" y="1733550"/>
            <a:ext cx="514350" cy="285750"/>
          </a:xfrm>
          <a:prstGeom prst="roundRect">
            <a:avLst>
              <a:gd name="adj" fmla="val 40000"/>
            </a:avLst>
          </a:prstGeom>
          <a:solidFill>
            <a:srgbClr val="7C6A0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Q6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8456E42-604F-406E-812C-4835A2E285B8}"/>
              </a:ext>
            </a:extLst>
          </p:cNvPr>
          <p:cNvSpPr>
            <a:spLocks noGrp="1"/>
          </p:cNvSpPr>
          <p:nvPr/>
        </p:nvSpPr>
        <p:spPr>
          <a:xfrm>
            <a:off x="10763250" y="1733550"/>
            <a:ext cx="666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pPr>
            <a:r>
              <a: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9 of 11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ECD15F6-EDCA-4583-8EC3-8BFB37A47CB3}"/>
              </a:ext>
            </a:extLst>
          </p:cNvPr>
          <p:cNvSpPr>
            <a:spLocks noGrp="1"/>
          </p:cNvSpPr>
          <p:nvPr/>
        </p:nvSpPr>
        <p:spPr>
          <a:xfrm>
            <a:off x="762000" y="2114550"/>
            <a:ext cx="106489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 i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rPr sz="1200" b="0" i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Heparsulph - Felon.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F70305EE-A292-4AC8-856E-0EF9835DFD4B}"/>
              </a:ext>
            </a:extLst>
          </p:cNvPr>
          <p:cNvSpPr>
            <a:spLocks noGrp="1"/>
          </p:cNvSpPr>
          <p:nvPr/>
        </p:nvSpPr>
        <p:spPr>
          <a:xfrm>
            <a:off x="552450" y="2800350"/>
            <a:ext cx="11087100" cy="1066800"/>
          </a:xfrm>
          <a:prstGeom prst="roundRect">
            <a:avLst>
              <a:gd name="adj" fmla="val 7143"/>
            </a:avLst>
          </a:prstGeom>
          <a:solidFill>
            <a:srgbClr val="FFF8D6"/>
          </a:solidFill>
          <a:ln w="9525">
            <a:solidFill>
              <a:srgbClr val="F2DF9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5F681E2-9D23-4C2D-9A35-E731C19DCF9E}"/>
              </a:ext>
            </a:extLst>
          </p:cNvPr>
          <p:cNvSpPr>
            <a:spLocks noGrp="1"/>
          </p:cNvSpPr>
          <p:nvPr/>
        </p:nvSpPr>
        <p:spPr>
          <a:xfrm>
            <a:off x="552450" y="2800350"/>
            <a:ext cx="76200" cy="1066800"/>
          </a:xfrm>
          <a:prstGeom prst="rect">
            <a:avLst/>
          </a:prstGeom>
          <a:solidFill>
            <a:srgbClr val="F6C343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F02DCB7D-2ACB-48C5-902A-DD0504EA6BAC}"/>
              </a:ext>
            </a:extLst>
          </p:cNvPr>
          <p:cNvSpPr>
            <a:spLocks noGrp="1"/>
          </p:cNvSpPr>
          <p:nvPr/>
        </p:nvSpPr>
        <p:spPr>
          <a:xfrm>
            <a:off x="762000" y="2971800"/>
            <a:ext cx="990600" cy="285750"/>
          </a:xfrm>
          <a:prstGeom prst="roundRect">
            <a:avLst>
              <a:gd name="adj" fmla="val 40000"/>
            </a:avLst>
          </a:prstGeom>
          <a:solidFill>
            <a:srgbClr val="02809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AUG 2024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A4BA7DDE-4F8D-47E4-9CA9-D338E9581531}"/>
              </a:ext>
            </a:extLst>
          </p:cNvPr>
          <p:cNvSpPr>
            <a:spLocks noGrp="1"/>
          </p:cNvSpPr>
          <p:nvPr/>
        </p:nvSpPr>
        <p:spPr>
          <a:xfrm>
            <a:off x="1885950" y="2971800"/>
            <a:ext cx="1219200" cy="285750"/>
          </a:xfrm>
          <a:prstGeom prst="roundRect">
            <a:avLst>
              <a:gd name="adj" fmla="val 40000"/>
            </a:avLst>
          </a:prstGeom>
          <a:solidFill>
            <a:srgbClr val="02809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Write Notes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48135FE5-DBEF-40A5-BEAD-236BA9C52BCB}"/>
              </a:ext>
            </a:extLst>
          </p:cNvPr>
          <p:cNvSpPr>
            <a:spLocks noGrp="1"/>
          </p:cNvSpPr>
          <p:nvPr/>
        </p:nvSpPr>
        <p:spPr>
          <a:xfrm>
            <a:off x="3238500" y="2971800"/>
            <a:ext cx="514350" cy="285750"/>
          </a:xfrm>
          <a:prstGeom prst="roundRect">
            <a:avLst>
              <a:gd name="adj" fmla="val 40000"/>
            </a:avLst>
          </a:prstGeom>
          <a:solidFill>
            <a:srgbClr val="7C6A0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Q6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3A9ED3A-024B-4CDF-89CF-72C91F9F474B}"/>
              </a:ext>
            </a:extLst>
          </p:cNvPr>
          <p:cNvSpPr>
            <a:spLocks noGrp="1"/>
          </p:cNvSpPr>
          <p:nvPr/>
        </p:nvSpPr>
        <p:spPr>
          <a:xfrm>
            <a:off x="10763250" y="2971800"/>
            <a:ext cx="666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pPr>
            <a:r>
              <a: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10 of 11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01783BE-8935-4E06-9468-6E6DE7741CDE}"/>
              </a:ext>
            </a:extLst>
          </p:cNvPr>
          <p:cNvSpPr>
            <a:spLocks noGrp="1"/>
          </p:cNvSpPr>
          <p:nvPr/>
        </p:nvSpPr>
        <p:spPr>
          <a:xfrm>
            <a:off x="762000" y="3352800"/>
            <a:ext cx="106489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 i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rPr sz="1200" b="0" i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Carbo veg and Ars Alb in Carbuncle.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3821DB71-FCF5-4083-BDB2-1A8EDFAB78C4}"/>
              </a:ext>
            </a:extLst>
          </p:cNvPr>
          <p:cNvSpPr>
            <a:spLocks noGrp="1"/>
          </p:cNvSpPr>
          <p:nvPr/>
        </p:nvSpPr>
        <p:spPr>
          <a:xfrm>
            <a:off x="552450" y="4038600"/>
            <a:ext cx="11087100" cy="1066800"/>
          </a:xfrm>
          <a:prstGeom prst="roundRect">
            <a:avLst>
              <a:gd name="adj" fmla="val 7143"/>
            </a:avLst>
          </a:prstGeom>
          <a:solidFill>
            <a:srgbClr val="FFF8D6"/>
          </a:solidFill>
          <a:ln w="9525">
            <a:solidFill>
              <a:srgbClr val="F2DF9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32B1DDD-BE47-4042-A576-B3E10E995488}"/>
              </a:ext>
            </a:extLst>
          </p:cNvPr>
          <p:cNvSpPr>
            <a:spLocks noGrp="1"/>
          </p:cNvSpPr>
          <p:nvPr/>
        </p:nvSpPr>
        <p:spPr>
          <a:xfrm>
            <a:off x="552450" y="4038600"/>
            <a:ext cx="76200" cy="1066800"/>
          </a:xfrm>
          <a:prstGeom prst="rect">
            <a:avLst/>
          </a:prstGeom>
          <a:solidFill>
            <a:srgbClr val="F6C343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67F503D4-A430-4945-B5BC-28E71BE4000C}"/>
              </a:ext>
            </a:extLst>
          </p:cNvPr>
          <p:cNvSpPr>
            <a:spLocks noGrp="1"/>
          </p:cNvSpPr>
          <p:nvPr/>
        </p:nvSpPr>
        <p:spPr>
          <a:xfrm>
            <a:off x="762000" y="4210050"/>
            <a:ext cx="990600" cy="285750"/>
          </a:xfrm>
          <a:prstGeom prst="roundRect">
            <a:avLst>
              <a:gd name="adj" fmla="val 40000"/>
            </a:avLst>
          </a:prstGeom>
          <a:solidFill>
            <a:srgbClr val="02809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AUG 2024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3257172F-C92D-455E-A870-E4A132950851}"/>
              </a:ext>
            </a:extLst>
          </p:cNvPr>
          <p:cNvSpPr>
            <a:spLocks noGrp="1"/>
          </p:cNvSpPr>
          <p:nvPr/>
        </p:nvSpPr>
        <p:spPr>
          <a:xfrm>
            <a:off x="1885950" y="4210050"/>
            <a:ext cx="1219200" cy="285750"/>
          </a:xfrm>
          <a:prstGeom prst="roundRect">
            <a:avLst>
              <a:gd name="adj" fmla="val 40000"/>
            </a:avLst>
          </a:prstGeom>
          <a:solidFill>
            <a:srgbClr val="02809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Write Notes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6A5B13D9-1872-452F-8E1F-1519BC6AE038}"/>
              </a:ext>
            </a:extLst>
          </p:cNvPr>
          <p:cNvSpPr>
            <a:spLocks noGrp="1"/>
          </p:cNvSpPr>
          <p:nvPr/>
        </p:nvSpPr>
        <p:spPr>
          <a:xfrm>
            <a:off x="3238500" y="4210050"/>
            <a:ext cx="514350" cy="285750"/>
          </a:xfrm>
          <a:prstGeom prst="roundRect">
            <a:avLst>
              <a:gd name="adj" fmla="val 40000"/>
            </a:avLst>
          </a:prstGeom>
          <a:solidFill>
            <a:srgbClr val="7C6A0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Q9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7A382EA-528B-4CB6-8A6F-37F13C0B4917}"/>
              </a:ext>
            </a:extLst>
          </p:cNvPr>
          <p:cNvSpPr>
            <a:spLocks noGrp="1"/>
          </p:cNvSpPr>
          <p:nvPr/>
        </p:nvSpPr>
        <p:spPr>
          <a:xfrm>
            <a:off x="10763250" y="4210050"/>
            <a:ext cx="666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pPr>
            <a:r>
              <a: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11 of 11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4BAB110-CAB9-4725-B10C-698FBB3B6FDF}"/>
              </a:ext>
            </a:extLst>
          </p:cNvPr>
          <p:cNvSpPr>
            <a:spLocks noGrp="1"/>
          </p:cNvSpPr>
          <p:nvPr/>
        </p:nvSpPr>
        <p:spPr>
          <a:xfrm>
            <a:off x="762000" y="4591050"/>
            <a:ext cx="106489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 i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rPr sz="1200" b="0" i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Silicia and Hepar sulph in abscess.</a:t>
            </a:r>
          </a:p>
        </p:txBody>
      </p:sp>
    </p:spTree>
    <p:extLst>
      <p:ext uri="{BB962C8B-B14F-4D97-AF65-F5344CB8AC3E}">
        <p14:creationId xmlns:p14="http://schemas.microsoft.com/office/powerpoint/2010/main" val="76102667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 35">
            <a:extLst>
              <a:ext uri="{FF2B5EF4-FFF2-40B4-BE49-F238E27FC236}">
                <a16:creationId xmlns:a16="http://schemas.microsoft.com/office/drawing/2014/main" id="{D0D13FCA-73E4-4A2D-8FA0-C864E5F59B5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066800"/>
          </a:xfrm>
          <a:prstGeom prst="rect">
            <a:avLst/>
          </a:prstGeom>
          <a:solidFill>
            <a:srgbClr val="028090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20786640-E0DC-4492-B306-E38ECB19E027}"/>
              </a:ext>
            </a:extLst>
          </p:cNvPr>
          <p:cNvSpPr>
            <a:spLocks noGrp="1"/>
          </p:cNvSpPr>
          <p:nvPr/>
        </p:nvSpPr>
        <p:spPr>
          <a:xfrm>
            <a:off x="457200" y="285750"/>
            <a:ext cx="533400" cy="533400"/>
          </a:xfrm>
          <a:prstGeom prst="ellipse">
            <a:avLst/>
          </a:prstGeom>
          <a:solidFill>
            <a:srgbClr val="00A896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1D5C13D-5E6F-4A9C-821D-0A1A95DF3319}"/>
              </a:ext>
            </a:extLst>
          </p:cNvPr>
          <p:cNvSpPr>
            <a:spLocks noGrp="1"/>
          </p:cNvSpPr>
          <p:nvPr/>
        </p:nvSpPr>
        <p:spPr>
          <a:xfrm>
            <a:off x="457200" y="381000"/>
            <a:ext cx="5334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57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7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238DC3D-D468-4DD1-84C8-48358098ABA2}"/>
              </a:ext>
            </a:extLst>
          </p:cNvPr>
          <p:cNvSpPr>
            <a:spLocks noGrp="1"/>
          </p:cNvSpPr>
          <p:nvPr/>
        </p:nvSpPr>
        <p:spPr>
          <a:xfrm>
            <a:off x="1219200" y="209550"/>
            <a:ext cx="8382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400" b="1" i="0">
                <a:solidFill>
                  <a:srgbClr val="FFFFFF"/>
                </a:solidFill>
                <a:latin typeface="Cambria"/>
                <a:ea typeface="Cambria"/>
                <a:cs typeface="Cambria"/>
              </a:defRPr>
            </a:pPr>
            <a:r>
              <a:rPr sz="2400" b="1" i="0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Corns, callosity and warts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04EB441-D220-4D0D-A9BB-04E6D8C0D256}"/>
              </a:ext>
            </a:extLst>
          </p:cNvPr>
          <p:cNvSpPr>
            <a:spLocks noGrp="1"/>
          </p:cNvSpPr>
          <p:nvPr/>
        </p:nvSpPr>
        <p:spPr>
          <a:xfrm>
            <a:off x="1219200" y="666750"/>
            <a:ext cx="8382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125" b="0" i="1">
                <a:solidFill>
                  <a:srgbClr val="E6F5F3"/>
                </a:solidFill>
                <a:latin typeface="Calibri"/>
                <a:ea typeface="Calibri"/>
                <a:cs typeface="Calibri"/>
              </a:defRPr>
            </a:pPr>
            <a:r>
              <a:rPr sz="1125" b="0" i="1">
                <a:solidFill>
                  <a:srgbClr val="E6F5F3"/>
                </a:solidFill>
                <a:latin typeface="Calibri"/>
                <a:ea typeface="Calibri"/>
                <a:cs typeface="Calibri"/>
              </a:rPr>
              <a:t>10 times asked | 5 Write Notes | 5 Short Answers | part 1 of 3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0C8FAF94-DE5A-4B75-9338-5D094A80F2ED}"/>
              </a:ext>
            </a:extLst>
          </p:cNvPr>
          <p:cNvSpPr>
            <a:spLocks noGrp="1"/>
          </p:cNvSpPr>
          <p:nvPr/>
        </p:nvSpPr>
        <p:spPr>
          <a:xfrm>
            <a:off x="9886950" y="381000"/>
            <a:ext cx="1714500" cy="285750"/>
          </a:xfrm>
          <a:prstGeom prst="roundRect">
            <a:avLst>
              <a:gd name="adj" fmla="val 40000"/>
            </a:avLst>
          </a:prstGeom>
          <a:solidFill>
            <a:srgbClr val="016B78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Rank 4/55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EBAB70A-5010-4C30-8CB1-1E86689CF5F3}"/>
              </a:ext>
            </a:extLst>
          </p:cNvPr>
          <p:cNvSpPr>
            <a:spLocks noGrp="1"/>
          </p:cNvSpPr>
          <p:nvPr/>
        </p:nvSpPr>
        <p:spPr>
          <a:xfrm>
            <a:off x="552450" y="1200150"/>
            <a:ext cx="4000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1" i="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pPr>
            <a:r>
              <a:rPr sz="1275" b="1" i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Highlighted asked questions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02D2BF9B-39E8-460A-AE4D-0EF61D1B9E72}"/>
              </a:ext>
            </a:extLst>
          </p:cNvPr>
          <p:cNvSpPr>
            <a:spLocks noGrp="1"/>
          </p:cNvSpPr>
          <p:nvPr/>
        </p:nvSpPr>
        <p:spPr>
          <a:xfrm>
            <a:off x="552450" y="1562100"/>
            <a:ext cx="11087100" cy="1066800"/>
          </a:xfrm>
          <a:prstGeom prst="roundRect">
            <a:avLst>
              <a:gd name="adj" fmla="val 7143"/>
            </a:avLst>
          </a:prstGeom>
          <a:solidFill>
            <a:srgbClr val="FFF8D6"/>
          </a:solidFill>
          <a:ln w="9525">
            <a:solidFill>
              <a:srgbClr val="F2DF9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FCE8E01-8560-4CB7-B2D4-EDA0DA35327E}"/>
              </a:ext>
            </a:extLst>
          </p:cNvPr>
          <p:cNvSpPr>
            <a:spLocks noGrp="1"/>
          </p:cNvSpPr>
          <p:nvPr/>
        </p:nvSpPr>
        <p:spPr>
          <a:xfrm>
            <a:off x="552450" y="1562100"/>
            <a:ext cx="76200" cy="1066800"/>
          </a:xfrm>
          <a:prstGeom prst="rect">
            <a:avLst/>
          </a:prstGeom>
          <a:solidFill>
            <a:srgbClr val="F6C343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FCC1A636-E323-43AE-9713-B5D0D8475EFC}"/>
              </a:ext>
            </a:extLst>
          </p:cNvPr>
          <p:cNvSpPr>
            <a:spLocks noGrp="1"/>
          </p:cNvSpPr>
          <p:nvPr/>
        </p:nvSpPr>
        <p:spPr>
          <a:xfrm>
            <a:off x="762000" y="1733550"/>
            <a:ext cx="990600" cy="285750"/>
          </a:xfrm>
          <a:prstGeom prst="roundRect">
            <a:avLst>
              <a:gd name="adj" fmla="val 40000"/>
            </a:avLst>
          </a:prstGeom>
          <a:solidFill>
            <a:srgbClr val="02809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OCT 2018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FB49C77F-1CEF-4D2C-BB07-E5560C7BAF2E}"/>
              </a:ext>
            </a:extLst>
          </p:cNvPr>
          <p:cNvSpPr>
            <a:spLocks noGrp="1"/>
          </p:cNvSpPr>
          <p:nvPr/>
        </p:nvSpPr>
        <p:spPr>
          <a:xfrm>
            <a:off x="1885950" y="1733550"/>
            <a:ext cx="1219200" cy="285750"/>
          </a:xfrm>
          <a:prstGeom prst="roundRect">
            <a:avLst>
              <a:gd name="adj" fmla="val 40000"/>
            </a:avLst>
          </a:prstGeom>
          <a:solidFill>
            <a:srgbClr val="2563A8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Short Answers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00ADC221-94D9-4F7F-A91B-CC3BFEB2DAD5}"/>
              </a:ext>
            </a:extLst>
          </p:cNvPr>
          <p:cNvSpPr>
            <a:spLocks noGrp="1"/>
          </p:cNvSpPr>
          <p:nvPr/>
        </p:nvSpPr>
        <p:spPr>
          <a:xfrm>
            <a:off x="3238500" y="1733550"/>
            <a:ext cx="514350" cy="285750"/>
          </a:xfrm>
          <a:prstGeom prst="roundRect">
            <a:avLst>
              <a:gd name="adj" fmla="val 40000"/>
            </a:avLst>
          </a:prstGeom>
          <a:solidFill>
            <a:srgbClr val="7C6A0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Q9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25EF09A-5EFD-450F-8A13-D17B18A2E691}"/>
              </a:ext>
            </a:extLst>
          </p:cNvPr>
          <p:cNvSpPr>
            <a:spLocks noGrp="1"/>
          </p:cNvSpPr>
          <p:nvPr/>
        </p:nvSpPr>
        <p:spPr>
          <a:xfrm>
            <a:off x="10763250" y="1733550"/>
            <a:ext cx="666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pPr>
            <a:r>
              <a: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1 of 10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84A53BA-5B16-4B66-9B0C-F4398878EEB2}"/>
              </a:ext>
            </a:extLst>
          </p:cNvPr>
          <p:cNvSpPr>
            <a:spLocks noGrp="1"/>
          </p:cNvSpPr>
          <p:nvPr/>
        </p:nvSpPr>
        <p:spPr>
          <a:xfrm>
            <a:off x="762000" y="2114550"/>
            <a:ext cx="106489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 i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rPr sz="1200" b="0" i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Nitric acid - Corns.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1C3D35B1-3BDE-4946-AB45-2A0532687615}"/>
              </a:ext>
            </a:extLst>
          </p:cNvPr>
          <p:cNvSpPr>
            <a:spLocks noGrp="1"/>
          </p:cNvSpPr>
          <p:nvPr/>
        </p:nvSpPr>
        <p:spPr>
          <a:xfrm>
            <a:off x="552450" y="2800350"/>
            <a:ext cx="11087100" cy="1066800"/>
          </a:xfrm>
          <a:prstGeom prst="roundRect">
            <a:avLst>
              <a:gd name="adj" fmla="val 7143"/>
            </a:avLst>
          </a:prstGeom>
          <a:solidFill>
            <a:srgbClr val="FFF8D6"/>
          </a:solidFill>
          <a:ln w="9525">
            <a:solidFill>
              <a:srgbClr val="F2DF9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A47C858-1864-485B-BD44-381A5A71A577}"/>
              </a:ext>
            </a:extLst>
          </p:cNvPr>
          <p:cNvSpPr>
            <a:spLocks noGrp="1"/>
          </p:cNvSpPr>
          <p:nvPr/>
        </p:nvSpPr>
        <p:spPr>
          <a:xfrm>
            <a:off x="552450" y="2800350"/>
            <a:ext cx="76200" cy="1066800"/>
          </a:xfrm>
          <a:prstGeom prst="rect">
            <a:avLst/>
          </a:prstGeom>
          <a:solidFill>
            <a:srgbClr val="F6C343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D2AD0592-9F87-4990-9B99-B5218D5B5220}"/>
              </a:ext>
            </a:extLst>
          </p:cNvPr>
          <p:cNvSpPr>
            <a:spLocks noGrp="1"/>
          </p:cNvSpPr>
          <p:nvPr/>
        </p:nvSpPr>
        <p:spPr>
          <a:xfrm>
            <a:off x="762000" y="2971800"/>
            <a:ext cx="990600" cy="285750"/>
          </a:xfrm>
          <a:prstGeom prst="roundRect">
            <a:avLst>
              <a:gd name="adj" fmla="val 40000"/>
            </a:avLst>
          </a:prstGeom>
          <a:solidFill>
            <a:srgbClr val="02809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OCT 2018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4ACA23FF-D6C1-4324-9269-6B658B5A4548}"/>
              </a:ext>
            </a:extLst>
          </p:cNvPr>
          <p:cNvSpPr>
            <a:spLocks noGrp="1"/>
          </p:cNvSpPr>
          <p:nvPr/>
        </p:nvSpPr>
        <p:spPr>
          <a:xfrm>
            <a:off x="1885950" y="2971800"/>
            <a:ext cx="1219200" cy="285750"/>
          </a:xfrm>
          <a:prstGeom prst="roundRect">
            <a:avLst>
              <a:gd name="adj" fmla="val 40000"/>
            </a:avLst>
          </a:prstGeom>
          <a:solidFill>
            <a:srgbClr val="02809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Write Notes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AC5489C4-FB45-4519-B081-4093769DE2E6}"/>
              </a:ext>
            </a:extLst>
          </p:cNvPr>
          <p:cNvSpPr>
            <a:spLocks noGrp="1"/>
          </p:cNvSpPr>
          <p:nvPr/>
        </p:nvSpPr>
        <p:spPr>
          <a:xfrm>
            <a:off x="3238500" y="2971800"/>
            <a:ext cx="514350" cy="285750"/>
          </a:xfrm>
          <a:prstGeom prst="roundRect">
            <a:avLst>
              <a:gd name="adj" fmla="val 40000"/>
            </a:avLst>
          </a:prstGeom>
          <a:solidFill>
            <a:srgbClr val="7C6A0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Q10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B1F9FAF-B4D2-4570-9263-1395F3E83C24}"/>
              </a:ext>
            </a:extLst>
          </p:cNvPr>
          <p:cNvSpPr>
            <a:spLocks noGrp="1"/>
          </p:cNvSpPr>
          <p:nvPr/>
        </p:nvSpPr>
        <p:spPr>
          <a:xfrm>
            <a:off x="10763250" y="2971800"/>
            <a:ext cx="666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pPr>
            <a:r>
              <a: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2 of 10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16A0FF0-D44F-484D-A69C-1668181F59BF}"/>
              </a:ext>
            </a:extLst>
          </p:cNvPr>
          <p:cNvSpPr>
            <a:spLocks noGrp="1"/>
          </p:cNvSpPr>
          <p:nvPr/>
        </p:nvSpPr>
        <p:spPr>
          <a:xfrm>
            <a:off x="762000" y="3352800"/>
            <a:ext cx="106489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 i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rPr sz="1200" b="0" i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Anti crud and Thuja in warts.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8916C4A0-2739-4541-95F3-7C7B9CF18800}"/>
              </a:ext>
            </a:extLst>
          </p:cNvPr>
          <p:cNvSpPr>
            <a:spLocks noGrp="1"/>
          </p:cNvSpPr>
          <p:nvPr/>
        </p:nvSpPr>
        <p:spPr>
          <a:xfrm>
            <a:off x="552450" y="4038600"/>
            <a:ext cx="11087100" cy="1066800"/>
          </a:xfrm>
          <a:prstGeom prst="roundRect">
            <a:avLst>
              <a:gd name="adj" fmla="val 7143"/>
            </a:avLst>
          </a:prstGeom>
          <a:solidFill>
            <a:srgbClr val="FFF8D6"/>
          </a:solidFill>
          <a:ln w="9525">
            <a:solidFill>
              <a:srgbClr val="F2DF9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98AA530-8105-4C10-A07E-0A87AB82DDE1}"/>
              </a:ext>
            </a:extLst>
          </p:cNvPr>
          <p:cNvSpPr>
            <a:spLocks noGrp="1"/>
          </p:cNvSpPr>
          <p:nvPr/>
        </p:nvSpPr>
        <p:spPr>
          <a:xfrm>
            <a:off x="552450" y="4038600"/>
            <a:ext cx="76200" cy="1066800"/>
          </a:xfrm>
          <a:prstGeom prst="rect">
            <a:avLst/>
          </a:prstGeom>
          <a:solidFill>
            <a:srgbClr val="F6C343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F882B603-B8C3-45FC-9CEA-4366E3902CF1}"/>
              </a:ext>
            </a:extLst>
          </p:cNvPr>
          <p:cNvSpPr>
            <a:spLocks noGrp="1"/>
          </p:cNvSpPr>
          <p:nvPr/>
        </p:nvSpPr>
        <p:spPr>
          <a:xfrm>
            <a:off x="762000" y="4210050"/>
            <a:ext cx="990600" cy="285750"/>
          </a:xfrm>
          <a:prstGeom prst="roundRect">
            <a:avLst>
              <a:gd name="adj" fmla="val 40000"/>
            </a:avLst>
          </a:prstGeom>
          <a:solidFill>
            <a:srgbClr val="02809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MAY 2019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5D012328-19C2-46C5-BD86-7830E24C9702}"/>
              </a:ext>
            </a:extLst>
          </p:cNvPr>
          <p:cNvSpPr>
            <a:spLocks noGrp="1"/>
          </p:cNvSpPr>
          <p:nvPr/>
        </p:nvSpPr>
        <p:spPr>
          <a:xfrm>
            <a:off x="1885950" y="4210050"/>
            <a:ext cx="1219200" cy="285750"/>
          </a:xfrm>
          <a:prstGeom prst="roundRect">
            <a:avLst>
              <a:gd name="adj" fmla="val 40000"/>
            </a:avLst>
          </a:prstGeom>
          <a:solidFill>
            <a:srgbClr val="2563A8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Short Answers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D962D890-3A51-43C6-AD18-0A09AA19AFF7}"/>
              </a:ext>
            </a:extLst>
          </p:cNvPr>
          <p:cNvSpPr>
            <a:spLocks noGrp="1"/>
          </p:cNvSpPr>
          <p:nvPr/>
        </p:nvSpPr>
        <p:spPr>
          <a:xfrm>
            <a:off x="3238500" y="4210050"/>
            <a:ext cx="514350" cy="285750"/>
          </a:xfrm>
          <a:prstGeom prst="roundRect">
            <a:avLst>
              <a:gd name="adj" fmla="val 40000"/>
            </a:avLst>
          </a:prstGeom>
          <a:solidFill>
            <a:srgbClr val="7C6A0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Q5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97E1CAA1-8D48-4DDC-9EFB-6960B2218267}"/>
              </a:ext>
            </a:extLst>
          </p:cNvPr>
          <p:cNvSpPr>
            <a:spLocks noGrp="1"/>
          </p:cNvSpPr>
          <p:nvPr/>
        </p:nvSpPr>
        <p:spPr>
          <a:xfrm>
            <a:off x="10763250" y="4210050"/>
            <a:ext cx="666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pPr>
            <a:r>
              <a: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3 of 10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B7F3D504-E468-4269-8E43-0310EF018969}"/>
              </a:ext>
            </a:extLst>
          </p:cNvPr>
          <p:cNvSpPr>
            <a:spLocks noGrp="1"/>
          </p:cNvSpPr>
          <p:nvPr/>
        </p:nvSpPr>
        <p:spPr>
          <a:xfrm>
            <a:off x="762000" y="4591050"/>
            <a:ext cx="106489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 i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rPr sz="1200" b="0" i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Callosities.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64491401-3D12-4492-9326-BB16647BE7D3}"/>
              </a:ext>
            </a:extLst>
          </p:cNvPr>
          <p:cNvSpPr>
            <a:spLocks noGrp="1"/>
          </p:cNvSpPr>
          <p:nvPr/>
        </p:nvSpPr>
        <p:spPr>
          <a:xfrm>
            <a:off x="552450" y="5276850"/>
            <a:ext cx="11087100" cy="1066800"/>
          </a:xfrm>
          <a:prstGeom prst="roundRect">
            <a:avLst>
              <a:gd name="adj" fmla="val 7143"/>
            </a:avLst>
          </a:prstGeom>
          <a:solidFill>
            <a:srgbClr val="FFF8D6"/>
          </a:solidFill>
          <a:ln w="9525">
            <a:solidFill>
              <a:srgbClr val="F2DF9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E7753192-0BE9-4F70-A393-68C29A99F830}"/>
              </a:ext>
            </a:extLst>
          </p:cNvPr>
          <p:cNvSpPr>
            <a:spLocks noGrp="1"/>
          </p:cNvSpPr>
          <p:nvPr/>
        </p:nvSpPr>
        <p:spPr>
          <a:xfrm>
            <a:off x="552450" y="5276850"/>
            <a:ext cx="76200" cy="1066800"/>
          </a:xfrm>
          <a:prstGeom prst="rect">
            <a:avLst/>
          </a:prstGeom>
          <a:solidFill>
            <a:srgbClr val="F6C343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F7EA66DF-80CE-41D5-8EE5-5191F281ED85}"/>
              </a:ext>
            </a:extLst>
          </p:cNvPr>
          <p:cNvSpPr>
            <a:spLocks noGrp="1"/>
          </p:cNvSpPr>
          <p:nvPr/>
        </p:nvSpPr>
        <p:spPr>
          <a:xfrm>
            <a:off x="762000" y="5448300"/>
            <a:ext cx="990600" cy="285750"/>
          </a:xfrm>
          <a:prstGeom prst="roundRect">
            <a:avLst>
              <a:gd name="adj" fmla="val 40000"/>
            </a:avLst>
          </a:prstGeom>
          <a:solidFill>
            <a:srgbClr val="02809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OCT 2019</a:t>
            </a: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A0C34DE5-ED94-48B8-A14F-D90B24A6ED32}"/>
              </a:ext>
            </a:extLst>
          </p:cNvPr>
          <p:cNvSpPr>
            <a:spLocks noGrp="1"/>
          </p:cNvSpPr>
          <p:nvPr/>
        </p:nvSpPr>
        <p:spPr>
          <a:xfrm>
            <a:off x="1885950" y="5448300"/>
            <a:ext cx="1219200" cy="285750"/>
          </a:xfrm>
          <a:prstGeom prst="roundRect">
            <a:avLst>
              <a:gd name="adj" fmla="val 40000"/>
            </a:avLst>
          </a:prstGeom>
          <a:solidFill>
            <a:srgbClr val="02809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Write Notes</a:t>
            </a: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C5C619ED-B893-45CC-B3AE-F180C621D8E0}"/>
              </a:ext>
            </a:extLst>
          </p:cNvPr>
          <p:cNvSpPr>
            <a:spLocks noGrp="1"/>
          </p:cNvSpPr>
          <p:nvPr/>
        </p:nvSpPr>
        <p:spPr>
          <a:xfrm>
            <a:off x="3238500" y="5448300"/>
            <a:ext cx="514350" cy="285750"/>
          </a:xfrm>
          <a:prstGeom prst="roundRect">
            <a:avLst>
              <a:gd name="adj" fmla="val 40000"/>
            </a:avLst>
          </a:prstGeom>
          <a:solidFill>
            <a:srgbClr val="7C6A0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Q8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4ED00950-3FA4-4B32-9B93-8621B211F5E6}"/>
              </a:ext>
            </a:extLst>
          </p:cNvPr>
          <p:cNvSpPr>
            <a:spLocks noGrp="1"/>
          </p:cNvSpPr>
          <p:nvPr/>
        </p:nvSpPr>
        <p:spPr>
          <a:xfrm>
            <a:off x="10763250" y="5448300"/>
            <a:ext cx="666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pPr>
            <a:r>
              <a: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4 of 10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9B67E76E-AB46-4601-8976-DA132DC74BC4}"/>
              </a:ext>
            </a:extLst>
          </p:cNvPr>
          <p:cNvSpPr>
            <a:spLocks noGrp="1"/>
          </p:cNvSpPr>
          <p:nvPr/>
        </p:nvSpPr>
        <p:spPr>
          <a:xfrm>
            <a:off x="762000" y="5829300"/>
            <a:ext cx="106489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 i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rPr sz="1200" b="0" i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Causticum and Dulcamara in Warts.</a:t>
            </a:r>
          </a:p>
        </p:txBody>
      </p:sp>
    </p:spTree>
    <p:extLst>
      <p:ext uri="{BB962C8B-B14F-4D97-AF65-F5344CB8AC3E}">
        <p14:creationId xmlns:p14="http://schemas.microsoft.com/office/powerpoint/2010/main" val="85542631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 35">
            <a:extLst>
              <a:ext uri="{FF2B5EF4-FFF2-40B4-BE49-F238E27FC236}">
                <a16:creationId xmlns:a16="http://schemas.microsoft.com/office/drawing/2014/main" id="{D0E5F488-EE03-4C97-8877-70F7BC39E4A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066800"/>
          </a:xfrm>
          <a:prstGeom prst="rect">
            <a:avLst/>
          </a:prstGeom>
          <a:solidFill>
            <a:srgbClr val="028090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103891EA-9F72-439E-A93E-87B3D889C3D5}"/>
              </a:ext>
            </a:extLst>
          </p:cNvPr>
          <p:cNvSpPr>
            <a:spLocks noGrp="1"/>
          </p:cNvSpPr>
          <p:nvPr/>
        </p:nvSpPr>
        <p:spPr>
          <a:xfrm>
            <a:off x="457200" y="285750"/>
            <a:ext cx="533400" cy="533400"/>
          </a:xfrm>
          <a:prstGeom prst="ellipse">
            <a:avLst/>
          </a:prstGeom>
          <a:solidFill>
            <a:srgbClr val="00A896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3B7FF39-318F-44CE-B7D4-41EAB3AEC203}"/>
              </a:ext>
            </a:extLst>
          </p:cNvPr>
          <p:cNvSpPr>
            <a:spLocks noGrp="1"/>
          </p:cNvSpPr>
          <p:nvPr/>
        </p:nvSpPr>
        <p:spPr>
          <a:xfrm>
            <a:off x="457200" y="381000"/>
            <a:ext cx="5334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57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7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D980EB0-92D9-49C2-B730-15025667581E}"/>
              </a:ext>
            </a:extLst>
          </p:cNvPr>
          <p:cNvSpPr>
            <a:spLocks noGrp="1"/>
          </p:cNvSpPr>
          <p:nvPr/>
        </p:nvSpPr>
        <p:spPr>
          <a:xfrm>
            <a:off x="1219200" y="209550"/>
            <a:ext cx="8382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400" b="1" i="0">
                <a:solidFill>
                  <a:srgbClr val="FFFFFF"/>
                </a:solidFill>
                <a:latin typeface="Cambria"/>
                <a:ea typeface="Cambria"/>
                <a:cs typeface="Cambria"/>
              </a:defRPr>
            </a:pPr>
            <a:r>
              <a:rPr sz="2400" b="1" i="0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Corns, callosity and warts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D5BA3F7-6A9F-4B64-BCEC-CD8F1CBB2DBA}"/>
              </a:ext>
            </a:extLst>
          </p:cNvPr>
          <p:cNvSpPr>
            <a:spLocks noGrp="1"/>
          </p:cNvSpPr>
          <p:nvPr/>
        </p:nvSpPr>
        <p:spPr>
          <a:xfrm>
            <a:off x="1219200" y="666750"/>
            <a:ext cx="8382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125" b="0" i="1">
                <a:solidFill>
                  <a:srgbClr val="E6F5F3"/>
                </a:solidFill>
                <a:latin typeface="Calibri"/>
                <a:ea typeface="Calibri"/>
                <a:cs typeface="Calibri"/>
              </a:defRPr>
            </a:pPr>
            <a:r>
              <a:rPr sz="1125" b="0" i="1">
                <a:solidFill>
                  <a:srgbClr val="E6F5F3"/>
                </a:solidFill>
                <a:latin typeface="Calibri"/>
                <a:ea typeface="Calibri"/>
                <a:cs typeface="Calibri"/>
              </a:rPr>
              <a:t>10 times asked | 5 Write Notes | 5 Short Answers | part 2 of 3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865F4DF6-AB53-43E0-AF2E-E347D19D029E}"/>
              </a:ext>
            </a:extLst>
          </p:cNvPr>
          <p:cNvSpPr>
            <a:spLocks noGrp="1"/>
          </p:cNvSpPr>
          <p:nvPr/>
        </p:nvSpPr>
        <p:spPr>
          <a:xfrm>
            <a:off x="9886950" y="381000"/>
            <a:ext cx="1714500" cy="285750"/>
          </a:xfrm>
          <a:prstGeom prst="roundRect">
            <a:avLst>
              <a:gd name="adj" fmla="val 40000"/>
            </a:avLst>
          </a:prstGeom>
          <a:solidFill>
            <a:srgbClr val="016B78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Rank 4/55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C9CDD6D-B7C9-4488-9384-B8E0C0A424BD}"/>
              </a:ext>
            </a:extLst>
          </p:cNvPr>
          <p:cNvSpPr>
            <a:spLocks noGrp="1"/>
          </p:cNvSpPr>
          <p:nvPr/>
        </p:nvSpPr>
        <p:spPr>
          <a:xfrm>
            <a:off x="552450" y="1200150"/>
            <a:ext cx="4000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1" i="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pPr>
            <a:r>
              <a:rPr sz="1275" b="1" i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Highlighted asked questions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73D662D8-29E2-47C6-A303-0E6282CDB9EF}"/>
              </a:ext>
            </a:extLst>
          </p:cNvPr>
          <p:cNvSpPr>
            <a:spLocks noGrp="1"/>
          </p:cNvSpPr>
          <p:nvPr/>
        </p:nvSpPr>
        <p:spPr>
          <a:xfrm>
            <a:off x="552450" y="1562100"/>
            <a:ext cx="11087100" cy="1066800"/>
          </a:xfrm>
          <a:prstGeom prst="roundRect">
            <a:avLst>
              <a:gd name="adj" fmla="val 7143"/>
            </a:avLst>
          </a:prstGeom>
          <a:solidFill>
            <a:srgbClr val="FFF8D6"/>
          </a:solidFill>
          <a:ln w="9525">
            <a:solidFill>
              <a:srgbClr val="F2DF9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5158ABA-C40B-4AB1-9429-4248F45AB99A}"/>
              </a:ext>
            </a:extLst>
          </p:cNvPr>
          <p:cNvSpPr>
            <a:spLocks noGrp="1"/>
          </p:cNvSpPr>
          <p:nvPr/>
        </p:nvSpPr>
        <p:spPr>
          <a:xfrm>
            <a:off x="552450" y="1562100"/>
            <a:ext cx="76200" cy="1066800"/>
          </a:xfrm>
          <a:prstGeom prst="rect">
            <a:avLst/>
          </a:prstGeom>
          <a:solidFill>
            <a:srgbClr val="F6C343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CB601379-054D-48D9-9CE1-A3D0906BC307}"/>
              </a:ext>
            </a:extLst>
          </p:cNvPr>
          <p:cNvSpPr>
            <a:spLocks noGrp="1"/>
          </p:cNvSpPr>
          <p:nvPr/>
        </p:nvSpPr>
        <p:spPr>
          <a:xfrm>
            <a:off x="762000" y="1733550"/>
            <a:ext cx="990600" cy="285750"/>
          </a:xfrm>
          <a:prstGeom prst="roundRect">
            <a:avLst>
              <a:gd name="adj" fmla="val 40000"/>
            </a:avLst>
          </a:prstGeom>
          <a:solidFill>
            <a:srgbClr val="02809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MAR 2021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17F2D675-8F2D-424F-A536-4597C8320AF0}"/>
              </a:ext>
            </a:extLst>
          </p:cNvPr>
          <p:cNvSpPr>
            <a:spLocks noGrp="1"/>
          </p:cNvSpPr>
          <p:nvPr/>
        </p:nvSpPr>
        <p:spPr>
          <a:xfrm>
            <a:off x="1885950" y="1733550"/>
            <a:ext cx="1219200" cy="285750"/>
          </a:xfrm>
          <a:prstGeom prst="roundRect">
            <a:avLst>
              <a:gd name="adj" fmla="val 40000"/>
            </a:avLst>
          </a:prstGeom>
          <a:solidFill>
            <a:srgbClr val="02809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Write Notes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D85726B-4A0B-4E11-9A93-EB7AFDFA8467}"/>
              </a:ext>
            </a:extLst>
          </p:cNvPr>
          <p:cNvSpPr>
            <a:spLocks noGrp="1"/>
          </p:cNvSpPr>
          <p:nvPr/>
        </p:nvSpPr>
        <p:spPr>
          <a:xfrm>
            <a:off x="3238500" y="1733550"/>
            <a:ext cx="514350" cy="285750"/>
          </a:xfrm>
          <a:prstGeom prst="roundRect">
            <a:avLst>
              <a:gd name="adj" fmla="val 40000"/>
            </a:avLst>
          </a:prstGeom>
          <a:solidFill>
            <a:srgbClr val="7C6A0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Q7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E68A964-E654-49B0-BCFA-7EFE1DB4F554}"/>
              </a:ext>
            </a:extLst>
          </p:cNvPr>
          <p:cNvSpPr>
            <a:spLocks noGrp="1"/>
          </p:cNvSpPr>
          <p:nvPr/>
        </p:nvSpPr>
        <p:spPr>
          <a:xfrm>
            <a:off x="10763250" y="1733550"/>
            <a:ext cx="666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pPr>
            <a:r>
              <a: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5 of 10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0FF9A38-40A0-4FB5-A0DB-58330B19BC19}"/>
              </a:ext>
            </a:extLst>
          </p:cNvPr>
          <p:cNvSpPr>
            <a:spLocks noGrp="1"/>
          </p:cNvSpPr>
          <p:nvPr/>
        </p:nvSpPr>
        <p:spPr>
          <a:xfrm>
            <a:off x="762000" y="2114550"/>
            <a:ext cx="106489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 i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rPr sz="1200" b="0" i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Sulphur and Anti crud in callosity.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3F2188BF-0BA8-4886-B6D3-4E23688EE20A}"/>
              </a:ext>
            </a:extLst>
          </p:cNvPr>
          <p:cNvSpPr>
            <a:spLocks noGrp="1"/>
          </p:cNvSpPr>
          <p:nvPr/>
        </p:nvSpPr>
        <p:spPr>
          <a:xfrm>
            <a:off x="552450" y="2800350"/>
            <a:ext cx="11087100" cy="1066800"/>
          </a:xfrm>
          <a:prstGeom prst="roundRect">
            <a:avLst>
              <a:gd name="adj" fmla="val 7143"/>
            </a:avLst>
          </a:prstGeom>
          <a:solidFill>
            <a:srgbClr val="FFF8D6"/>
          </a:solidFill>
          <a:ln w="9525">
            <a:solidFill>
              <a:srgbClr val="F2DF9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F8262C1-6FD4-44D6-98E2-14BB280C9738}"/>
              </a:ext>
            </a:extLst>
          </p:cNvPr>
          <p:cNvSpPr>
            <a:spLocks noGrp="1"/>
          </p:cNvSpPr>
          <p:nvPr/>
        </p:nvSpPr>
        <p:spPr>
          <a:xfrm>
            <a:off x="552450" y="2800350"/>
            <a:ext cx="76200" cy="1066800"/>
          </a:xfrm>
          <a:prstGeom prst="rect">
            <a:avLst/>
          </a:prstGeom>
          <a:solidFill>
            <a:srgbClr val="F6C343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D73734C3-6D47-4F39-8AC0-32FF81457370}"/>
              </a:ext>
            </a:extLst>
          </p:cNvPr>
          <p:cNvSpPr>
            <a:spLocks noGrp="1"/>
          </p:cNvSpPr>
          <p:nvPr/>
        </p:nvSpPr>
        <p:spPr>
          <a:xfrm>
            <a:off x="762000" y="2971800"/>
            <a:ext cx="990600" cy="285750"/>
          </a:xfrm>
          <a:prstGeom prst="roundRect">
            <a:avLst>
              <a:gd name="adj" fmla="val 40000"/>
            </a:avLst>
          </a:prstGeom>
          <a:solidFill>
            <a:srgbClr val="02809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FEB 2022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5E70D9AC-81BC-4EAA-8674-7825BC6EB691}"/>
              </a:ext>
            </a:extLst>
          </p:cNvPr>
          <p:cNvSpPr>
            <a:spLocks noGrp="1"/>
          </p:cNvSpPr>
          <p:nvPr/>
        </p:nvSpPr>
        <p:spPr>
          <a:xfrm>
            <a:off x="1885950" y="2971800"/>
            <a:ext cx="1219200" cy="285750"/>
          </a:xfrm>
          <a:prstGeom prst="roundRect">
            <a:avLst>
              <a:gd name="adj" fmla="val 40000"/>
            </a:avLst>
          </a:prstGeom>
          <a:solidFill>
            <a:srgbClr val="2563A8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Short Answers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3CB66CF9-4FD5-4C86-A393-4FC5912885E3}"/>
              </a:ext>
            </a:extLst>
          </p:cNvPr>
          <p:cNvSpPr>
            <a:spLocks noGrp="1"/>
          </p:cNvSpPr>
          <p:nvPr/>
        </p:nvSpPr>
        <p:spPr>
          <a:xfrm>
            <a:off x="3238500" y="2971800"/>
            <a:ext cx="514350" cy="285750"/>
          </a:xfrm>
          <a:prstGeom prst="roundRect">
            <a:avLst>
              <a:gd name="adj" fmla="val 40000"/>
            </a:avLst>
          </a:prstGeom>
          <a:solidFill>
            <a:srgbClr val="7C6A0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Q8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99BB282-6B8F-4E72-9498-B490ECE2A9C4}"/>
              </a:ext>
            </a:extLst>
          </p:cNvPr>
          <p:cNvSpPr>
            <a:spLocks noGrp="1"/>
          </p:cNvSpPr>
          <p:nvPr/>
        </p:nvSpPr>
        <p:spPr>
          <a:xfrm>
            <a:off x="10763250" y="2971800"/>
            <a:ext cx="666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pPr>
            <a:r>
              <a: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6 of 10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DECE0A7-3DFF-4C0B-AE17-DC33E0D30E2A}"/>
              </a:ext>
            </a:extLst>
          </p:cNvPr>
          <p:cNvSpPr>
            <a:spLocks noGrp="1"/>
          </p:cNvSpPr>
          <p:nvPr/>
        </p:nvSpPr>
        <p:spPr>
          <a:xfrm>
            <a:off x="762000" y="3352800"/>
            <a:ext cx="106489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 i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rPr sz="1200" b="0" i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Nitric acid - Condylomata.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27050697-53EC-4D2A-B3C1-2D0FF8F3522A}"/>
              </a:ext>
            </a:extLst>
          </p:cNvPr>
          <p:cNvSpPr>
            <a:spLocks noGrp="1"/>
          </p:cNvSpPr>
          <p:nvPr/>
        </p:nvSpPr>
        <p:spPr>
          <a:xfrm>
            <a:off x="552450" y="4038600"/>
            <a:ext cx="11087100" cy="1066800"/>
          </a:xfrm>
          <a:prstGeom prst="roundRect">
            <a:avLst>
              <a:gd name="adj" fmla="val 7143"/>
            </a:avLst>
          </a:prstGeom>
          <a:solidFill>
            <a:srgbClr val="FFF8D6"/>
          </a:solidFill>
          <a:ln w="9525">
            <a:solidFill>
              <a:srgbClr val="F2DF9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BADC708-0BFA-4CD8-A70F-48A248D677A7}"/>
              </a:ext>
            </a:extLst>
          </p:cNvPr>
          <p:cNvSpPr>
            <a:spLocks noGrp="1"/>
          </p:cNvSpPr>
          <p:nvPr/>
        </p:nvSpPr>
        <p:spPr>
          <a:xfrm>
            <a:off x="552450" y="4038600"/>
            <a:ext cx="76200" cy="1066800"/>
          </a:xfrm>
          <a:prstGeom prst="rect">
            <a:avLst/>
          </a:prstGeom>
          <a:solidFill>
            <a:srgbClr val="F6C343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A253A343-48D5-4757-B83A-C171EB462D8F}"/>
              </a:ext>
            </a:extLst>
          </p:cNvPr>
          <p:cNvSpPr>
            <a:spLocks noGrp="1"/>
          </p:cNvSpPr>
          <p:nvPr/>
        </p:nvSpPr>
        <p:spPr>
          <a:xfrm>
            <a:off x="762000" y="4210050"/>
            <a:ext cx="990600" cy="285750"/>
          </a:xfrm>
          <a:prstGeom prst="roundRect">
            <a:avLst>
              <a:gd name="adj" fmla="val 40000"/>
            </a:avLst>
          </a:prstGeom>
          <a:solidFill>
            <a:srgbClr val="02809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OCT 2022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F5253640-DDE4-49A0-B633-45BCDF302C48}"/>
              </a:ext>
            </a:extLst>
          </p:cNvPr>
          <p:cNvSpPr>
            <a:spLocks noGrp="1"/>
          </p:cNvSpPr>
          <p:nvPr/>
        </p:nvSpPr>
        <p:spPr>
          <a:xfrm>
            <a:off x="1885950" y="4210050"/>
            <a:ext cx="1219200" cy="285750"/>
          </a:xfrm>
          <a:prstGeom prst="roundRect">
            <a:avLst>
              <a:gd name="adj" fmla="val 40000"/>
            </a:avLst>
          </a:prstGeom>
          <a:solidFill>
            <a:srgbClr val="2563A8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Short Answers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6F97C4D7-0EF4-4546-8620-670483346076}"/>
              </a:ext>
            </a:extLst>
          </p:cNvPr>
          <p:cNvSpPr>
            <a:spLocks noGrp="1"/>
          </p:cNvSpPr>
          <p:nvPr/>
        </p:nvSpPr>
        <p:spPr>
          <a:xfrm>
            <a:off x="3238500" y="4210050"/>
            <a:ext cx="514350" cy="285750"/>
          </a:xfrm>
          <a:prstGeom prst="roundRect">
            <a:avLst>
              <a:gd name="adj" fmla="val 40000"/>
            </a:avLst>
          </a:prstGeom>
          <a:solidFill>
            <a:srgbClr val="7C6A0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Q9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BCBDBD3-CA9C-4804-8D30-CD9F1DF63EF1}"/>
              </a:ext>
            </a:extLst>
          </p:cNvPr>
          <p:cNvSpPr>
            <a:spLocks noGrp="1"/>
          </p:cNvSpPr>
          <p:nvPr/>
        </p:nvSpPr>
        <p:spPr>
          <a:xfrm>
            <a:off x="10763250" y="4210050"/>
            <a:ext cx="666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pPr>
            <a:r>
              <a: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7 of 10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08446ED0-6C7C-4968-BC02-233F0B89C3E7}"/>
              </a:ext>
            </a:extLst>
          </p:cNvPr>
          <p:cNvSpPr>
            <a:spLocks noGrp="1"/>
          </p:cNvSpPr>
          <p:nvPr/>
        </p:nvSpPr>
        <p:spPr>
          <a:xfrm>
            <a:off x="762000" y="4591050"/>
            <a:ext cx="106489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 i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rPr sz="1200" b="0" i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Corns - write two drugs.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14142706-8F0B-47F7-BF0F-E4F1CE1466D3}"/>
              </a:ext>
            </a:extLst>
          </p:cNvPr>
          <p:cNvSpPr>
            <a:spLocks noGrp="1"/>
          </p:cNvSpPr>
          <p:nvPr/>
        </p:nvSpPr>
        <p:spPr>
          <a:xfrm>
            <a:off x="552450" y="5276850"/>
            <a:ext cx="11087100" cy="1066800"/>
          </a:xfrm>
          <a:prstGeom prst="roundRect">
            <a:avLst>
              <a:gd name="adj" fmla="val 7143"/>
            </a:avLst>
          </a:prstGeom>
          <a:solidFill>
            <a:srgbClr val="FFF8D6"/>
          </a:solidFill>
          <a:ln w="9525">
            <a:solidFill>
              <a:srgbClr val="F2DF9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51AC1970-6640-4230-B489-605EC76241BA}"/>
              </a:ext>
            </a:extLst>
          </p:cNvPr>
          <p:cNvSpPr>
            <a:spLocks noGrp="1"/>
          </p:cNvSpPr>
          <p:nvPr/>
        </p:nvSpPr>
        <p:spPr>
          <a:xfrm>
            <a:off x="552450" y="5276850"/>
            <a:ext cx="76200" cy="1066800"/>
          </a:xfrm>
          <a:prstGeom prst="rect">
            <a:avLst/>
          </a:prstGeom>
          <a:solidFill>
            <a:srgbClr val="F6C343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67831EAA-DC0A-4CE1-9B4C-E5DEEDDBB454}"/>
              </a:ext>
            </a:extLst>
          </p:cNvPr>
          <p:cNvSpPr>
            <a:spLocks noGrp="1"/>
          </p:cNvSpPr>
          <p:nvPr/>
        </p:nvSpPr>
        <p:spPr>
          <a:xfrm>
            <a:off x="762000" y="5448300"/>
            <a:ext cx="990600" cy="285750"/>
          </a:xfrm>
          <a:prstGeom prst="roundRect">
            <a:avLst>
              <a:gd name="adj" fmla="val 40000"/>
            </a:avLst>
          </a:prstGeom>
          <a:solidFill>
            <a:srgbClr val="02809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MAR 2023</a:t>
            </a: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B3AC2B8D-3A65-41DF-9308-3B5B07B08ACB}"/>
              </a:ext>
            </a:extLst>
          </p:cNvPr>
          <p:cNvSpPr>
            <a:spLocks noGrp="1"/>
          </p:cNvSpPr>
          <p:nvPr/>
        </p:nvSpPr>
        <p:spPr>
          <a:xfrm>
            <a:off x="1885950" y="5448300"/>
            <a:ext cx="1219200" cy="285750"/>
          </a:xfrm>
          <a:prstGeom prst="roundRect">
            <a:avLst>
              <a:gd name="adj" fmla="val 40000"/>
            </a:avLst>
          </a:prstGeom>
          <a:solidFill>
            <a:srgbClr val="02809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Write Notes</a:t>
            </a: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E23CFA1A-018B-416B-B576-F67CB41E62EC}"/>
              </a:ext>
            </a:extLst>
          </p:cNvPr>
          <p:cNvSpPr>
            <a:spLocks noGrp="1"/>
          </p:cNvSpPr>
          <p:nvPr/>
        </p:nvSpPr>
        <p:spPr>
          <a:xfrm>
            <a:off x="3238500" y="5448300"/>
            <a:ext cx="514350" cy="285750"/>
          </a:xfrm>
          <a:prstGeom prst="roundRect">
            <a:avLst>
              <a:gd name="adj" fmla="val 40000"/>
            </a:avLst>
          </a:prstGeom>
          <a:solidFill>
            <a:srgbClr val="7C6A0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Q2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DA10F145-EAF1-4416-A699-EBCC9CD7943F}"/>
              </a:ext>
            </a:extLst>
          </p:cNvPr>
          <p:cNvSpPr>
            <a:spLocks noGrp="1"/>
          </p:cNvSpPr>
          <p:nvPr/>
        </p:nvSpPr>
        <p:spPr>
          <a:xfrm>
            <a:off x="10763250" y="5448300"/>
            <a:ext cx="666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pPr>
            <a:r>
              <a: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8 of 10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44E231EC-2208-4437-BD36-077B74FC7D24}"/>
              </a:ext>
            </a:extLst>
          </p:cNvPr>
          <p:cNvSpPr>
            <a:spLocks noGrp="1"/>
          </p:cNvSpPr>
          <p:nvPr/>
        </p:nvSpPr>
        <p:spPr>
          <a:xfrm>
            <a:off x="762000" y="5829300"/>
            <a:ext cx="106489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 i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rPr sz="1200" b="0" i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Antimoniumcrudum and Ferrumpicricum in Corns.</a:t>
            </a:r>
          </a:p>
        </p:txBody>
      </p:sp>
    </p:spTree>
    <p:extLst>
      <p:ext uri="{BB962C8B-B14F-4D97-AF65-F5344CB8AC3E}">
        <p14:creationId xmlns:p14="http://schemas.microsoft.com/office/powerpoint/2010/main" val="88665427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4CF81666-4EF6-4B01-AAE7-76B4BF2B793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066800"/>
          </a:xfrm>
          <a:prstGeom prst="rect">
            <a:avLst/>
          </a:prstGeom>
          <a:solidFill>
            <a:srgbClr val="028090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D5C2616F-0828-4675-BD79-72E7DCC43699}"/>
              </a:ext>
            </a:extLst>
          </p:cNvPr>
          <p:cNvSpPr>
            <a:spLocks noGrp="1"/>
          </p:cNvSpPr>
          <p:nvPr/>
        </p:nvSpPr>
        <p:spPr>
          <a:xfrm>
            <a:off x="457200" y="285750"/>
            <a:ext cx="533400" cy="533400"/>
          </a:xfrm>
          <a:prstGeom prst="ellipse">
            <a:avLst/>
          </a:prstGeom>
          <a:solidFill>
            <a:srgbClr val="00A896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F7F37A9-DDD4-404E-879E-D19A00DE8E6C}"/>
              </a:ext>
            </a:extLst>
          </p:cNvPr>
          <p:cNvSpPr>
            <a:spLocks noGrp="1"/>
          </p:cNvSpPr>
          <p:nvPr/>
        </p:nvSpPr>
        <p:spPr>
          <a:xfrm>
            <a:off x="457200" y="381000"/>
            <a:ext cx="5334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57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7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558D651-07DE-4265-9020-BF579B58BFC7}"/>
              </a:ext>
            </a:extLst>
          </p:cNvPr>
          <p:cNvSpPr>
            <a:spLocks noGrp="1"/>
          </p:cNvSpPr>
          <p:nvPr/>
        </p:nvSpPr>
        <p:spPr>
          <a:xfrm>
            <a:off x="1219200" y="209550"/>
            <a:ext cx="8382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400" b="1" i="0">
                <a:solidFill>
                  <a:srgbClr val="FFFFFF"/>
                </a:solidFill>
                <a:latin typeface="Cambria"/>
                <a:ea typeface="Cambria"/>
                <a:cs typeface="Cambria"/>
              </a:defRPr>
            </a:pPr>
            <a:r>
              <a:rPr sz="2400" b="1" i="0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Corns, callosity and warts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5A1F316-2935-4BC5-B8A2-556E07FA30F8}"/>
              </a:ext>
            </a:extLst>
          </p:cNvPr>
          <p:cNvSpPr>
            <a:spLocks noGrp="1"/>
          </p:cNvSpPr>
          <p:nvPr/>
        </p:nvSpPr>
        <p:spPr>
          <a:xfrm>
            <a:off x="1219200" y="666750"/>
            <a:ext cx="8382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125" b="0" i="1">
                <a:solidFill>
                  <a:srgbClr val="E6F5F3"/>
                </a:solidFill>
                <a:latin typeface="Calibri"/>
                <a:ea typeface="Calibri"/>
                <a:cs typeface="Calibri"/>
              </a:defRPr>
            </a:pPr>
            <a:r>
              <a:rPr sz="1125" b="0" i="1">
                <a:solidFill>
                  <a:srgbClr val="E6F5F3"/>
                </a:solidFill>
                <a:latin typeface="Calibri"/>
                <a:ea typeface="Calibri"/>
                <a:cs typeface="Calibri"/>
              </a:rPr>
              <a:t>10 times asked | 5 Write Notes | 5 Short Answers | part 3 of 3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C23B6DC5-D29A-422D-9201-D63B0B01051B}"/>
              </a:ext>
            </a:extLst>
          </p:cNvPr>
          <p:cNvSpPr>
            <a:spLocks noGrp="1"/>
          </p:cNvSpPr>
          <p:nvPr/>
        </p:nvSpPr>
        <p:spPr>
          <a:xfrm>
            <a:off x="9886950" y="381000"/>
            <a:ext cx="1714500" cy="285750"/>
          </a:xfrm>
          <a:prstGeom prst="roundRect">
            <a:avLst>
              <a:gd name="adj" fmla="val 40000"/>
            </a:avLst>
          </a:prstGeom>
          <a:solidFill>
            <a:srgbClr val="016B78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Rank 4/55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BE93631-00E6-40A4-8B33-6C94F9DDDA76}"/>
              </a:ext>
            </a:extLst>
          </p:cNvPr>
          <p:cNvSpPr>
            <a:spLocks noGrp="1"/>
          </p:cNvSpPr>
          <p:nvPr/>
        </p:nvSpPr>
        <p:spPr>
          <a:xfrm>
            <a:off x="552450" y="1200150"/>
            <a:ext cx="4000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1" i="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pPr>
            <a:r>
              <a:rPr sz="1275" b="1" i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Highlighted asked questions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1A7616FF-B896-4604-9A7D-6675A0FD05CC}"/>
              </a:ext>
            </a:extLst>
          </p:cNvPr>
          <p:cNvSpPr>
            <a:spLocks noGrp="1"/>
          </p:cNvSpPr>
          <p:nvPr/>
        </p:nvSpPr>
        <p:spPr>
          <a:xfrm>
            <a:off x="552450" y="1562100"/>
            <a:ext cx="11087100" cy="1066800"/>
          </a:xfrm>
          <a:prstGeom prst="roundRect">
            <a:avLst>
              <a:gd name="adj" fmla="val 7143"/>
            </a:avLst>
          </a:prstGeom>
          <a:solidFill>
            <a:srgbClr val="FFF8D6"/>
          </a:solidFill>
          <a:ln w="9525">
            <a:solidFill>
              <a:srgbClr val="F2DF9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4549D49-813C-4661-9297-B225AB04AEDB}"/>
              </a:ext>
            </a:extLst>
          </p:cNvPr>
          <p:cNvSpPr>
            <a:spLocks noGrp="1"/>
          </p:cNvSpPr>
          <p:nvPr/>
        </p:nvSpPr>
        <p:spPr>
          <a:xfrm>
            <a:off x="552450" y="1562100"/>
            <a:ext cx="76200" cy="1066800"/>
          </a:xfrm>
          <a:prstGeom prst="rect">
            <a:avLst/>
          </a:prstGeom>
          <a:solidFill>
            <a:srgbClr val="F6C343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907B01EF-0912-458A-94D5-51C5939F2365}"/>
              </a:ext>
            </a:extLst>
          </p:cNvPr>
          <p:cNvSpPr>
            <a:spLocks noGrp="1"/>
          </p:cNvSpPr>
          <p:nvPr/>
        </p:nvSpPr>
        <p:spPr>
          <a:xfrm>
            <a:off x="762000" y="1733550"/>
            <a:ext cx="990600" cy="285750"/>
          </a:xfrm>
          <a:prstGeom prst="roundRect">
            <a:avLst>
              <a:gd name="adj" fmla="val 40000"/>
            </a:avLst>
          </a:prstGeom>
          <a:solidFill>
            <a:srgbClr val="02809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SEP 2023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A731E279-2C17-4C7E-B72F-A710FC6E10E1}"/>
              </a:ext>
            </a:extLst>
          </p:cNvPr>
          <p:cNvSpPr>
            <a:spLocks noGrp="1"/>
          </p:cNvSpPr>
          <p:nvPr/>
        </p:nvSpPr>
        <p:spPr>
          <a:xfrm>
            <a:off x="1885950" y="1733550"/>
            <a:ext cx="1219200" cy="285750"/>
          </a:xfrm>
          <a:prstGeom prst="roundRect">
            <a:avLst>
              <a:gd name="adj" fmla="val 40000"/>
            </a:avLst>
          </a:prstGeom>
          <a:solidFill>
            <a:srgbClr val="02809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Write Notes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92CF1F9E-5161-458A-9D0C-7A2D504B64B5}"/>
              </a:ext>
            </a:extLst>
          </p:cNvPr>
          <p:cNvSpPr>
            <a:spLocks noGrp="1"/>
          </p:cNvSpPr>
          <p:nvPr/>
        </p:nvSpPr>
        <p:spPr>
          <a:xfrm>
            <a:off x="3238500" y="1733550"/>
            <a:ext cx="514350" cy="285750"/>
          </a:xfrm>
          <a:prstGeom prst="roundRect">
            <a:avLst>
              <a:gd name="adj" fmla="val 40000"/>
            </a:avLst>
          </a:prstGeom>
          <a:solidFill>
            <a:srgbClr val="7C6A0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Q10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9768D3C-AC25-4FDE-8284-7CE8FCCDC7B2}"/>
              </a:ext>
            </a:extLst>
          </p:cNvPr>
          <p:cNvSpPr>
            <a:spLocks noGrp="1"/>
          </p:cNvSpPr>
          <p:nvPr/>
        </p:nvSpPr>
        <p:spPr>
          <a:xfrm>
            <a:off x="10763250" y="1733550"/>
            <a:ext cx="666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pPr>
            <a:r>
              <a: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9 of 10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043491A-F3FF-450F-898D-97BABEB33BB3}"/>
              </a:ext>
            </a:extLst>
          </p:cNvPr>
          <p:cNvSpPr>
            <a:spLocks noGrp="1"/>
          </p:cNvSpPr>
          <p:nvPr/>
        </p:nvSpPr>
        <p:spPr>
          <a:xfrm>
            <a:off x="762000" y="2114550"/>
            <a:ext cx="106489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 i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rPr sz="1200" b="0" i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Antim crud and Thuja in Warts.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6E02A275-439E-4869-92EC-3BD22A801261}"/>
              </a:ext>
            </a:extLst>
          </p:cNvPr>
          <p:cNvSpPr>
            <a:spLocks noGrp="1"/>
          </p:cNvSpPr>
          <p:nvPr/>
        </p:nvSpPr>
        <p:spPr>
          <a:xfrm>
            <a:off x="552450" y="2800350"/>
            <a:ext cx="11087100" cy="1066800"/>
          </a:xfrm>
          <a:prstGeom prst="roundRect">
            <a:avLst>
              <a:gd name="adj" fmla="val 7143"/>
            </a:avLst>
          </a:prstGeom>
          <a:solidFill>
            <a:srgbClr val="FFF8D6"/>
          </a:solidFill>
          <a:ln w="9525">
            <a:solidFill>
              <a:srgbClr val="F2DF9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44E9F97-206B-47B2-A51E-36AD052C46F4}"/>
              </a:ext>
            </a:extLst>
          </p:cNvPr>
          <p:cNvSpPr>
            <a:spLocks noGrp="1"/>
          </p:cNvSpPr>
          <p:nvPr/>
        </p:nvSpPr>
        <p:spPr>
          <a:xfrm>
            <a:off x="552450" y="2800350"/>
            <a:ext cx="76200" cy="1066800"/>
          </a:xfrm>
          <a:prstGeom prst="rect">
            <a:avLst/>
          </a:prstGeom>
          <a:solidFill>
            <a:srgbClr val="F6C343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128DD5DA-A636-4FB2-B867-7A0A5E2C2E36}"/>
              </a:ext>
            </a:extLst>
          </p:cNvPr>
          <p:cNvSpPr>
            <a:spLocks noGrp="1"/>
          </p:cNvSpPr>
          <p:nvPr/>
        </p:nvSpPr>
        <p:spPr>
          <a:xfrm>
            <a:off x="762000" y="2971800"/>
            <a:ext cx="990600" cy="285750"/>
          </a:xfrm>
          <a:prstGeom prst="roundRect">
            <a:avLst>
              <a:gd name="adj" fmla="val 40000"/>
            </a:avLst>
          </a:prstGeom>
          <a:solidFill>
            <a:srgbClr val="02809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OCT 2025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2384D5E7-27BE-4EAF-A6EE-D212E2C36182}"/>
              </a:ext>
            </a:extLst>
          </p:cNvPr>
          <p:cNvSpPr>
            <a:spLocks noGrp="1"/>
          </p:cNvSpPr>
          <p:nvPr/>
        </p:nvSpPr>
        <p:spPr>
          <a:xfrm>
            <a:off x="1885950" y="2971800"/>
            <a:ext cx="1219200" cy="285750"/>
          </a:xfrm>
          <a:prstGeom prst="roundRect">
            <a:avLst>
              <a:gd name="adj" fmla="val 40000"/>
            </a:avLst>
          </a:prstGeom>
          <a:solidFill>
            <a:srgbClr val="2563A8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Short Answers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02E5244E-CC62-4B00-86FD-69282A88668B}"/>
              </a:ext>
            </a:extLst>
          </p:cNvPr>
          <p:cNvSpPr>
            <a:spLocks noGrp="1"/>
          </p:cNvSpPr>
          <p:nvPr/>
        </p:nvSpPr>
        <p:spPr>
          <a:xfrm>
            <a:off x="3238500" y="2971800"/>
            <a:ext cx="514350" cy="285750"/>
          </a:xfrm>
          <a:prstGeom prst="roundRect">
            <a:avLst>
              <a:gd name="adj" fmla="val 40000"/>
            </a:avLst>
          </a:prstGeom>
          <a:solidFill>
            <a:srgbClr val="7C6A0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Q2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913B25F-FA76-46DC-BE58-69230026506E}"/>
              </a:ext>
            </a:extLst>
          </p:cNvPr>
          <p:cNvSpPr>
            <a:spLocks noGrp="1"/>
          </p:cNvSpPr>
          <p:nvPr/>
        </p:nvSpPr>
        <p:spPr>
          <a:xfrm>
            <a:off x="10763250" y="2971800"/>
            <a:ext cx="666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pPr>
            <a:r>
              <a: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10 of 10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B6CC5A3-5BD9-4731-AEE8-3FC20C778976}"/>
              </a:ext>
            </a:extLst>
          </p:cNvPr>
          <p:cNvSpPr>
            <a:spLocks noGrp="1"/>
          </p:cNvSpPr>
          <p:nvPr/>
        </p:nvSpPr>
        <p:spPr>
          <a:xfrm>
            <a:off x="762000" y="3352800"/>
            <a:ext cx="106489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 i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rPr sz="1200" b="0" i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Corns - two drugs.</a:t>
            </a:r>
          </a:p>
        </p:txBody>
      </p:sp>
    </p:spTree>
    <p:extLst>
      <p:ext uri="{BB962C8B-B14F-4D97-AF65-F5344CB8AC3E}">
        <p14:creationId xmlns:p14="http://schemas.microsoft.com/office/powerpoint/2010/main" val="115090394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 35">
            <a:extLst>
              <a:ext uri="{FF2B5EF4-FFF2-40B4-BE49-F238E27FC236}">
                <a16:creationId xmlns:a16="http://schemas.microsoft.com/office/drawing/2014/main" id="{238F9351-F11E-4110-A5E5-C8B86E3DFD0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066800"/>
          </a:xfrm>
          <a:prstGeom prst="rect">
            <a:avLst/>
          </a:prstGeom>
          <a:solidFill>
            <a:srgbClr val="028090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47B5152B-B638-41C4-A84B-D3E0DD066F6D}"/>
              </a:ext>
            </a:extLst>
          </p:cNvPr>
          <p:cNvSpPr>
            <a:spLocks noGrp="1"/>
          </p:cNvSpPr>
          <p:nvPr/>
        </p:nvSpPr>
        <p:spPr>
          <a:xfrm>
            <a:off x="457200" y="285750"/>
            <a:ext cx="533400" cy="533400"/>
          </a:xfrm>
          <a:prstGeom prst="ellipse">
            <a:avLst/>
          </a:prstGeom>
          <a:solidFill>
            <a:srgbClr val="00A896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28219B9-4C80-496D-9A8F-3695B7C50885}"/>
              </a:ext>
            </a:extLst>
          </p:cNvPr>
          <p:cNvSpPr>
            <a:spLocks noGrp="1"/>
          </p:cNvSpPr>
          <p:nvPr/>
        </p:nvSpPr>
        <p:spPr>
          <a:xfrm>
            <a:off x="457200" y="381000"/>
            <a:ext cx="5334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57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7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5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4812271-A50E-4782-A3E9-17EBA4118994}"/>
              </a:ext>
            </a:extLst>
          </p:cNvPr>
          <p:cNvSpPr>
            <a:spLocks noGrp="1"/>
          </p:cNvSpPr>
          <p:nvPr/>
        </p:nvSpPr>
        <p:spPr>
          <a:xfrm>
            <a:off x="1219200" y="209550"/>
            <a:ext cx="8382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400" b="1" i="0">
                <a:solidFill>
                  <a:srgbClr val="FFFFFF"/>
                </a:solidFill>
                <a:latin typeface="Cambria"/>
                <a:ea typeface="Cambria"/>
                <a:cs typeface="Cambria"/>
              </a:defRPr>
            </a:pPr>
            <a:r>
              <a:rPr sz="2400" b="1" i="0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Keloid and scars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6B50D81-7DC0-49A9-A14C-7337D2066823}"/>
              </a:ext>
            </a:extLst>
          </p:cNvPr>
          <p:cNvSpPr>
            <a:spLocks noGrp="1"/>
          </p:cNvSpPr>
          <p:nvPr/>
        </p:nvSpPr>
        <p:spPr>
          <a:xfrm>
            <a:off x="1219200" y="666750"/>
            <a:ext cx="8382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125" b="0" i="1">
                <a:solidFill>
                  <a:srgbClr val="E6F5F3"/>
                </a:solidFill>
                <a:latin typeface="Calibri"/>
                <a:ea typeface="Calibri"/>
                <a:cs typeface="Calibri"/>
              </a:defRPr>
            </a:pPr>
            <a:r>
              <a:rPr sz="1125" b="0" i="1">
                <a:solidFill>
                  <a:srgbClr val="E6F5F3"/>
                </a:solidFill>
                <a:latin typeface="Calibri"/>
                <a:ea typeface="Calibri"/>
                <a:cs typeface="Calibri"/>
              </a:rPr>
              <a:t>10 times asked | 5 Write Notes | 5 Short Answers | part 1 of 3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3D224540-FD98-44B2-8B70-99EA9C6DE227}"/>
              </a:ext>
            </a:extLst>
          </p:cNvPr>
          <p:cNvSpPr>
            <a:spLocks noGrp="1"/>
          </p:cNvSpPr>
          <p:nvPr/>
        </p:nvSpPr>
        <p:spPr>
          <a:xfrm>
            <a:off x="9886950" y="381000"/>
            <a:ext cx="1714500" cy="285750"/>
          </a:xfrm>
          <a:prstGeom prst="roundRect">
            <a:avLst>
              <a:gd name="adj" fmla="val 40000"/>
            </a:avLst>
          </a:prstGeom>
          <a:solidFill>
            <a:srgbClr val="016B78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Rank 5/55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C7E3117-4A4B-47ED-A0F6-110C702F0B2C}"/>
              </a:ext>
            </a:extLst>
          </p:cNvPr>
          <p:cNvSpPr>
            <a:spLocks noGrp="1"/>
          </p:cNvSpPr>
          <p:nvPr/>
        </p:nvSpPr>
        <p:spPr>
          <a:xfrm>
            <a:off x="552450" y="1200150"/>
            <a:ext cx="4000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1" i="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pPr>
            <a:r>
              <a:rPr sz="1275" b="1" i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Highlighted asked questions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8E3EFC45-0758-4C52-91CB-500F74CC9559}"/>
              </a:ext>
            </a:extLst>
          </p:cNvPr>
          <p:cNvSpPr>
            <a:spLocks noGrp="1"/>
          </p:cNvSpPr>
          <p:nvPr/>
        </p:nvSpPr>
        <p:spPr>
          <a:xfrm>
            <a:off x="552450" y="1562100"/>
            <a:ext cx="11087100" cy="1066800"/>
          </a:xfrm>
          <a:prstGeom prst="roundRect">
            <a:avLst>
              <a:gd name="adj" fmla="val 7143"/>
            </a:avLst>
          </a:prstGeom>
          <a:solidFill>
            <a:srgbClr val="FFF8D6"/>
          </a:solidFill>
          <a:ln w="9525">
            <a:solidFill>
              <a:srgbClr val="F2DF9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AE087F4-0453-45BF-952F-4D7E9D17223A}"/>
              </a:ext>
            </a:extLst>
          </p:cNvPr>
          <p:cNvSpPr>
            <a:spLocks noGrp="1"/>
          </p:cNvSpPr>
          <p:nvPr/>
        </p:nvSpPr>
        <p:spPr>
          <a:xfrm>
            <a:off x="552450" y="1562100"/>
            <a:ext cx="76200" cy="1066800"/>
          </a:xfrm>
          <a:prstGeom prst="rect">
            <a:avLst/>
          </a:prstGeom>
          <a:solidFill>
            <a:srgbClr val="F6C343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FBC8F2BD-A2DA-49A2-9A10-8A2204050D29}"/>
              </a:ext>
            </a:extLst>
          </p:cNvPr>
          <p:cNvSpPr>
            <a:spLocks noGrp="1"/>
          </p:cNvSpPr>
          <p:nvPr/>
        </p:nvSpPr>
        <p:spPr>
          <a:xfrm>
            <a:off x="762000" y="1733550"/>
            <a:ext cx="990600" cy="285750"/>
          </a:xfrm>
          <a:prstGeom prst="roundRect">
            <a:avLst>
              <a:gd name="adj" fmla="val 40000"/>
            </a:avLst>
          </a:prstGeom>
          <a:solidFill>
            <a:srgbClr val="02809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OCT 2018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EA7DD79-6369-4291-8104-DAB42700C9F8}"/>
              </a:ext>
            </a:extLst>
          </p:cNvPr>
          <p:cNvSpPr>
            <a:spLocks noGrp="1"/>
          </p:cNvSpPr>
          <p:nvPr/>
        </p:nvSpPr>
        <p:spPr>
          <a:xfrm>
            <a:off x="1885950" y="1733550"/>
            <a:ext cx="1219200" cy="285750"/>
          </a:xfrm>
          <a:prstGeom prst="roundRect">
            <a:avLst>
              <a:gd name="adj" fmla="val 40000"/>
            </a:avLst>
          </a:prstGeom>
          <a:solidFill>
            <a:srgbClr val="2563A8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Short Answers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B0A55E95-1FF5-47F7-BFB9-72175A4044EB}"/>
              </a:ext>
            </a:extLst>
          </p:cNvPr>
          <p:cNvSpPr>
            <a:spLocks noGrp="1"/>
          </p:cNvSpPr>
          <p:nvPr/>
        </p:nvSpPr>
        <p:spPr>
          <a:xfrm>
            <a:off x="3238500" y="1733550"/>
            <a:ext cx="514350" cy="285750"/>
          </a:xfrm>
          <a:prstGeom prst="roundRect">
            <a:avLst>
              <a:gd name="adj" fmla="val 40000"/>
            </a:avLst>
          </a:prstGeom>
          <a:solidFill>
            <a:srgbClr val="7C6A0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Q1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7DFBAEE-4FAC-4AC9-B95E-16F43084280C}"/>
              </a:ext>
            </a:extLst>
          </p:cNvPr>
          <p:cNvSpPr>
            <a:spLocks noGrp="1"/>
          </p:cNvSpPr>
          <p:nvPr/>
        </p:nvSpPr>
        <p:spPr>
          <a:xfrm>
            <a:off x="10763250" y="1733550"/>
            <a:ext cx="666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pPr>
            <a:r>
              <a: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1 of 10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FEC0DEA-44D4-44FB-8BDC-677BB09C4D98}"/>
              </a:ext>
            </a:extLst>
          </p:cNvPr>
          <p:cNvSpPr>
            <a:spLocks noGrp="1"/>
          </p:cNvSpPr>
          <p:nvPr/>
        </p:nvSpPr>
        <p:spPr>
          <a:xfrm>
            <a:off x="762000" y="2114550"/>
            <a:ext cx="106489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 i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rPr sz="1200" b="0" i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Define Keloid.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AA466B8B-683E-493D-8AB0-36CE21D5D4C9}"/>
              </a:ext>
            </a:extLst>
          </p:cNvPr>
          <p:cNvSpPr>
            <a:spLocks noGrp="1"/>
          </p:cNvSpPr>
          <p:nvPr/>
        </p:nvSpPr>
        <p:spPr>
          <a:xfrm>
            <a:off x="552450" y="2800350"/>
            <a:ext cx="11087100" cy="1066800"/>
          </a:xfrm>
          <a:prstGeom prst="roundRect">
            <a:avLst>
              <a:gd name="adj" fmla="val 7143"/>
            </a:avLst>
          </a:prstGeom>
          <a:solidFill>
            <a:srgbClr val="FFF8D6"/>
          </a:solidFill>
          <a:ln w="9525">
            <a:solidFill>
              <a:srgbClr val="F2DF9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D031ADB-1642-40D4-9ABF-1C156695F052}"/>
              </a:ext>
            </a:extLst>
          </p:cNvPr>
          <p:cNvSpPr>
            <a:spLocks noGrp="1"/>
          </p:cNvSpPr>
          <p:nvPr/>
        </p:nvSpPr>
        <p:spPr>
          <a:xfrm>
            <a:off x="552450" y="2800350"/>
            <a:ext cx="76200" cy="1066800"/>
          </a:xfrm>
          <a:prstGeom prst="rect">
            <a:avLst/>
          </a:prstGeom>
          <a:solidFill>
            <a:srgbClr val="F6C343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F3A44310-5D0D-44FC-9B9C-362972F37942}"/>
              </a:ext>
            </a:extLst>
          </p:cNvPr>
          <p:cNvSpPr>
            <a:spLocks noGrp="1"/>
          </p:cNvSpPr>
          <p:nvPr/>
        </p:nvSpPr>
        <p:spPr>
          <a:xfrm>
            <a:off x="762000" y="2971800"/>
            <a:ext cx="990600" cy="285750"/>
          </a:xfrm>
          <a:prstGeom prst="roundRect">
            <a:avLst>
              <a:gd name="adj" fmla="val 40000"/>
            </a:avLst>
          </a:prstGeom>
          <a:solidFill>
            <a:srgbClr val="02809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MAY 2019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F2F48FA3-2D8B-46D6-80FE-D43BEBAEBFF5}"/>
              </a:ext>
            </a:extLst>
          </p:cNvPr>
          <p:cNvSpPr>
            <a:spLocks noGrp="1"/>
          </p:cNvSpPr>
          <p:nvPr/>
        </p:nvSpPr>
        <p:spPr>
          <a:xfrm>
            <a:off x="1885950" y="2971800"/>
            <a:ext cx="1219200" cy="285750"/>
          </a:xfrm>
          <a:prstGeom prst="roundRect">
            <a:avLst>
              <a:gd name="adj" fmla="val 40000"/>
            </a:avLst>
          </a:prstGeom>
          <a:solidFill>
            <a:srgbClr val="2563A8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Short Answers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6B59BB52-254B-48CA-9EE5-7EEF46DBE9EB}"/>
              </a:ext>
            </a:extLst>
          </p:cNvPr>
          <p:cNvSpPr>
            <a:spLocks noGrp="1"/>
          </p:cNvSpPr>
          <p:nvPr/>
        </p:nvSpPr>
        <p:spPr>
          <a:xfrm>
            <a:off x="3238500" y="2971800"/>
            <a:ext cx="514350" cy="285750"/>
          </a:xfrm>
          <a:prstGeom prst="roundRect">
            <a:avLst>
              <a:gd name="adj" fmla="val 40000"/>
            </a:avLst>
          </a:prstGeom>
          <a:solidFill>
            <a:srgbClr val="7C6A0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Q1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56E3EB2-5C58-4BF5-BE3E-9EA0691BDAE1}"/>
              </a:ext>
            </a:extLst>
          </p:cNvPr>
          <p:cNvSpPr>
            <a:spLocks noGrp="1"/>
          </p:cNvSpPr>
          <p:nvPr/>
        </p:nvSpPr>
        <p:spPr>
          <a:xfrm>
            <a:off x="10763250" y="2971800"/>
            <a:ext cx="666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pPr>
            <a:r>
              <a: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2 of 10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7ADEE77-0CB6-43FC-AEF1-86E38E57ACE5}"/>
              </a:ext>
            </a:extLst>
          </p:cNvPr>
          <p:cNvSpPr>
            <a:spLocks noGrp="1"/>
          </p:cNvSpPr>
          <p:nvPr/>
        </p:nvSpPr>
        <p:spPr>
          <a:xfrm>
            <a:off x="762000" y="3352800"/>
            <a:ext cx="106489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 i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rPr sz="1200" b="0" i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Hypertrophic Scar.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E4CD3917-5030-4667-9172-365AEB3C961E}"/>
              </a:ext>
            </a:extLst>
          </p:cNvPr>
          <p:cNvSpPr>
            <a:spLocks noGrp="1"/>
          </p:cNvSpPr>
          <p:nvPr/>
        </p:nvSpPr>
        <p:spPr>
          <a:xfrm>
            <a:off x="552450" y="4038600"/>
            <a:ext cx="11087100" cy="1066800"/>
          </a:xfrm>
          <a:prstGeom prst="roundRect">
            <a:avLst>
              <a:gd name="adj" fmla="val 7143"/>
            </a:avLst>
          </a:prstGeom>
          <a:solidFill>
            <a:srgbClr val="FFF8D6"/>
          </a:solidFill>
          <a:ln w="9525">
            <a:solidFill>
              <a:srgbClr val="F2DF9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E726252-1BE0-4A17-B18C-5DCDE3A9C6ED}"/>
              </a:ext>
            </a:extLst>
          </p:cNvPr>
          <p:cNvSpPr>
            <a:spLocks noGrp="1"/>
          </p:cNvSpPr>
          <p:nvPr/>
        </p:nvSpPr>
        <p:spPr>
          <a:xfrm>
            <a:off x="552450" y="4038600"/>
            <a:ext cx="76200" cy="1066800"/>
          </a:xfrm>
          <a:prstGeom prst="rect">
            <a:avLst/>
          </a:prstGeom>
          <a:solidFill>
            <a:srgbClr val="F6C343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A18E907A-4BCF-4356-9EC0-14A459EE0CFA}"/>
              </a:ext>
            </a:extLst>
          </p:cNvPr>
          <p:cNvSpPr>
            <a:spLocks noGrp="1"/>
          </p:cNvSpPr>
          <p:nvPr/>
        </p:nvSpPr>
        <p:spPr>
          <a:xfrm>
            <a:off x="762000" y="4210050"/>
            <a:ext cx="990600" cy="285750"/>
          </a:xfrm>
          <a:prstGeom prst="roundRect">
            <a:avLst>
              <a:gd name="adj" fmla="val 40000"/>
            </a:avLst>
          </a:prstGeom>
          <a:solidFill>
            <a:srgbClr val="02809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MAY 2019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70623793-FAF6-4468-BD6D-A0619C33751F}"/>
              </a:ext>
            </a:extLst>
          </p:cNvPr>
          <p:cNvSpPr>
            <a:spLocks noGrp="1"/>
          </p:cNvSpPr>
          <p:nvPr/>
        </p:nvSpPr>
        <p:spPr>
          <a:xfrm>
            <a:off x="1885950" y="4210050"/>
            <a:ext cx="1219200" cy="285750"/>
          </a:xfrm>
          <a:prstGeom prst="roundRect">
            <a:avLst>
              <a:gd name="adj" fmla="val 40000"/>
            </a:avLst>
          </a:prstGeom>
          <a:solidFill>
            <a:srgbClr val="2563A8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Short Answers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C45B22CF-96B1-4430-B11D-BB3775D2C554}"/>
              </a:ext>
            </a:extLst>
          </p:cNvPr>
          <p:cNvSpPr>
            <a:spLocks noGrp="1"/>
          </p:cNvSpPr>
          <p:nvPr/>
        </p:nvSpPr>
        <p:spPr>
          <a:xfrm>
            <a:off x="3238500" y="4210050"/>
            <a:ext cx="514350" cy="285750"/>
          </a:xfrm>
          <a:prstGeom prst="roundRect">
            <a:avLst>
              <a:gd name="adj" fmla="val 40000"/>
            </a:avLst>
          </a:prstGeom>
          <a:solidFill>
            <a:srgbClr val="7C6A0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Q9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FEAFD3D-D904-4177-857C-045428ADAAB1}"/>
              </a:ext>
            </a:extLst>
          </p:cNvPr>
          <p:cNvSpPr>
            <a:spLocks noGrp="1"/>
          </p:cNvSpPr>
          <p:nvPr/>
        </p:nvSpPr>
        <p:spPr>
          <a:xfrm>
            <a:off x="10763250" y="4210050"/>
            <a:ext cx="666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pPr>
            <a:r>
              <a: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3 of 10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0BD7B7AB-7F13-41A3-BC8A-11C7C7870516}"/>
              </a:ext>
            </a:extLst>
          </p:cNvPr>
          <p:cNvSpPr>
            <a:spLocks noGrp="1"/>
          </p:cNvSpPr>
          <p:nvPr/>
        </p:nvSpPr>
        <p:spPr>
          <a:xfrm>
            <a:off x="762000" y="4591050"/>
            <a:ext cx="106489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 i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rPr sz="1200" b="0" i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Keloid - Thiosinaminum.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8CADF72A-9A38-4EDE-81A3-38B4D94ED2BE}"/>
              </a:ext>
            </a:extLst>
          </p:cNvPr>
          <p:cNvSpPr>
            <a:spLocks noGrp="1"/>
          </p:cNvSpPr>
          <p:nvPr/>
        </p:nvSpPr>
        <p:spPr>
          <a:xfrm>
            <a:off x="552450" y="5276850"/>
            <a:ext cx="11087100" cy="1066800"/>
          </a:xfrm>
          <a:prstGeom prst="roundRect">
            <a:avLst>
              <a:gd name="adj" fmla="val 7143"/>
            </a:avLst>
          </a:prstGeom>
          <a:solidFill>
            <a:srgbClr val="FFF8D6"/>
          </a:solidFill>
          <a:ln w="9525">
            <a:solidFill>
              <a:srgbClr val="F2DF9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A46697CA-54E1-45E0-99DC-58A612E10D00}"/>
              </a:ext>
            </a:extLst>
          </p:cNvPr>
          <p:cNvSpPr>
            <a:spLocks noGrp="1"/>
          </p:cNvSpPr>
          <p:nvPr/>
        </p:nvSpPr>
        <p:spPr>
          <a:xfrm>
            <a:off x="552450" y="5276850"/>
            <a:ext cx="76200" cy="1066800"/>
          </a:xfrm>
          <a:prstGeom prst="rect">
            <a:avLst/>
          </a:prstGeom>
          <a:solidFill>
            <a:srgbClr val="F6C343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23D8E3AA-A122-4EE0-AA0B-F9F2C08E25E4}"/>
              </a:ext>
            </a:extLst>
          </p:cNvPr>
          <p:cNvSpPr>
            <a:spLocks noGrp="1"/>
          </p:cNvSpPr>
          <p:nvPr/>
        </p:nvSpPr>
        <p:spPr>
          <a:xfrm>
            <a:off x="762000" y="5448300"/>
            <a:ext cx="990600" cy="285750"/>
          </a:xfrm>
          <a:prstGeom prst="roundRect">
            <a:avLst>
              <a:gd name="adj" fmla="val 40000"/>
            </a:avLst>
          </a:prstGeom>
          <a:solidFill>
            <a:srgbClr val="02809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OCT 2019</a:t>
            </a: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6A207A6A-245D-4502-ADF9-40BCA1AA9BC3}"/>
              </a:ext>
            </a:extLst>
          </p:cNvPr>
          <p:cNvSpPr>
            <a:spLocks noGrp="1"/>
          </p:cNvSpPr>
          <p:nvPr/>
        </p:nvSpPr>
        <p:spPr>
          <a:xfrm>
            <a:off x="1885950" y="5448300"/>
            <a:ext cx="1219200" cy="285750"/>
          </a:xfrm>
          <a:prstGeom prst="roundRect">
            <a:avLst>
              <a:gd name="adj" fmla="val 40000"/>
            </a:avLst>
          </a:prstGeom>
          <a:solidFill>
            <a:srgbClr val="02809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Write Notes</a:t>
            </a: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93B71A22-D646-4795-82FD-18E1595F7636}"/>
              </a:ext>
            </a:extLst>
          </p:cNvPr>
          <p:cNvSpPr>
            <a:spLocks noGrp="1"/>
          </p:cNvSpPr>
          <p:nvPr/>
        </p:nvSpPr>
        <p:spPr>
          <a:xfrm>
            <a:off x="3238500" y="5448300"/>
            <a:ext cx="514350" cy="285750"/>
          </a:xfrm>
          <a:prstGeom prst="roundRect">
            <a:avLst>
              <a:gd name="adj" fmla="val 40000"/>
            </a:avLst>
          </a:prstGeom>
          <a:solidFill>
            <a:srgbClr val="7C6A0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Q9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F04BC467-7E53-4E19-A4F3-2E0D61ABF1CE}"/>
              </a:ext>
            </a:extLst>
          </p:cNvPr>
          <p:cNvSpPr>
            <a:spLocks noGrp="1"/>
          </p:cNvSpPr>
          <p:nvPr/>
        </p:nvSpPr>
        <p:spPr>
          <a:xfrm>
            <a:off x="10763250" y="5448300"/>
            <a:ext cx="666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pPr>
            <a:r>
              <a: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4 of 10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77FA6EE4-A768-4515-823F-2251CD3843FE}"/>
              </a:ext>
            </a:extLst>
          </p:cNvPr>
          <p:cNvSpPr>
            <a:spLocks noGrp="1"/>
          </p:cNvSpPr>
          <p:nvPr/>
        </p:nvSpPr>
        <p:spPr>
          <a:xfrm>
            <a:off x="762000" y="5829300"/>
            <a:ext cx="106489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 i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rPr sz="1200" b="0" i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Keloid-Two indicated remedies.</a:t>
            </a:r>
          </a:p>
        </p:txBody>
      </p:sp>
    </p:spTree>
    <p:extLst>
      <p:ext uri="{BB962C8B-B14F-4D97-AF65-F5344CB8AC3E}">
        <p14:creationId xmlns:p14="http://schemas.microsoft.com/office/powerpoint/2010/main" val="101999349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 35">
            <a:extLst>
              <a:ext uri="{FF2B5EF4-FFF2-40B4-BE49-F238E27FC236}">
                <a16:creationId xmlns:a16="http://schemas.microsoft.com/office/drawing/2014/main" id="{DBC61A37-6D90-44AA-B4FA-C536E44FA63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066800"/>
          </a:xfrm>
          <a:prstGeom prst="rect">
            <a:avLst/>
          </a:prstGeom>
          <a:solidFill>
            <a:srgbClr val="028090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22664F7B-6FDB-4E36-B1AA-9AB2274A3758}"/>
              </a:ext>
            </a:extLst>
          </p:cNvPr>
          <p:cNvSpPr>
            <a:spLocks noGrp="1"/>
          </p:cNvSpPr>
          <p:nvPr/>
        </p:nvSpPr>
        <p:spPr>
          <a:xfrm>
            <a:off x="457200" y="285750"/>
            <a:ext cx="533400" cy="533400"/>
          </a:xfrm>
          <a:prstGeom prst="ellipse">
            <a:avLst/>
          </a:prstGeom>
          <a:solidFill>
            <a:srgbClr val="00A896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BD1555A-0874-4477-8779-7046A4378FC4}"/>
              </a:ext>
            </a:extLst>
          </p:cNvPr>
          <p:cNvSpPr>
            <a:spLocks noGrp="1"/>
          </p:cNvSpPr>
          <p:nvPr/>
        </p:nvSpPr>
        <p:spPr>
          <a:xfrm>
            <a:off x="457200" y="381000"/>
            <a:ext cx="5334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57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7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5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BB2B264-3D22-4278-8606-7A27A99D49C1}"/>
              </a:ext>
            </a:extLst>
          </p:cNvPr>
          <p:cNvSpPr>
            <a:spLocks noGrp="1"/>
          </p:cNvSpPr>
          <p:nvPr/>
        </p:nvSpPr>
        <p:spPr>
          <a:xfrm>
            <a:off x="1219200" y="209550"/>
            <a:ext cx="8382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400" b="1" i="0">
                <a:solidFill>
                  <a:srgbClr val="FFFFFF"/>
                </a:solidFill>
                <a:latin typeface="Cambria"/>
                <a:ea typeface="Cambria"/>
                <a:cs typeface="Cambria"/>
              </a:defRPr>
            </a:pPr>
            <a:r>
              <a:rPr sz="2400" b="1" i="0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Keloid and scars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3A5D1EC-CD9F-4CB9-B619-FDB57DCF4668}"/>
              </a:ext>
            </a:extLst>
          </p:cNvPr>
          <p:cNvSpPr>
            <a:spLocks noGrp="1"/>
          </p:cNvSpPr>
          <p:nvPr/>
        </p:nvSpPr>
        <p:spPr>
          <a:xfrm>
            <a:off x="1219200" y="666750"/>
            <a:ext cx="8382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125" b="0" i="1">
                <a:solidFill>
                  <a:srgbClr val="E6F5F3"/>
                </a:solidFill>
                <a:latin typeface="Calibri"/>
                <a:ea typeface="Calibri"/>
                <a:cs typeface="Calibri"/>
              </a:defRPr>
            </a:pPr>
            <a:r>
              <a:rPr sz="1125" b="0" i="1">
                <a:solidFill>
                  <a:srgbClr val="E6F5F3"/>
                </a:solidFill>
                <a:latin typeface="Calibri"/>
                <a:ea typeface="Calibri"/>
                <a:cs typeface="Calibri"/>
              </a:rPr>
              <a:t>10 times asked | 5 Write Notes | 5 Short Answers | part 2 of 3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73AC349D-4592-45F5-BFD8-F705ABC85501}"/>
              </a:ext>
            </a:extLst>
          </p:cNvPr>
          <p:cNvSpPr>
            <a:spLocks noGrp="1"/>
          </p:cNvSpPr>
          <p:nvPr/>
        </p:nvSpPr>
        <p:spPr>
          <a:xfrm>
            <a:off x="9886950" y="381000"/>
            <a:ext cx="1714500" cy="285750"/>
          </a:xfrm>
          <a:prstGeom prst="roundRect">
            <a:avLst>
              <a:gd name="adj" fmla="val 40000"/>
            </a:avLst>
          </a:prstGeom>
          <a:solidFill>
            <a:srgbClr val="016B78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Rank 5/55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9D9A5CE-A055-4497-893B-E4293F68219E}"/>
              </a:ext>
            </a:extLst>
          </p:cNvPr>
          <p:cNvSpPr>
            <a:spLocks noGrp="1"/>
          </p:cNvSpPr>
          <p:nvPr/>
        </p:nvSpPr>
        <p:spPr>
          <a:xfrm>
            <a:off x="552450" y="1200150"/>
            <a:ext cx="4000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1" i="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pPr>
            <a:r>
              <a:rPr sz="1275" b="1" i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Highlighted asked questions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94DEA034-C9D7-4067-ACDE-95E99AE0B780}"/>
              </a:ext>
            </a:extLst>
          </p:cNvPr>
          <p:cNvSpPr>
            <a:spLocks noGrp="1"/>
          </p:cNvSpPr>
          <p:nvPr/>
        </p:nvSpPr>
        <p:spPr>
          <a:xfrm>
            <a:off x="552450" y="1562100"/>
            <a:ext cx="11087100" cy="1066800"/>
          </a:xfrm>
          <a:prstGeom prst="roundRect">
            <a:avLst>
              <a:gd name="adj" fmla="val 7143"/>
            </a:avLst>
          </a:prstGeom>
          <a:solidFill>
            <a:srgbClr val="FFF8D6"/>
          </a:solidFill>
          <a:ln w="9525">
            <a:solidFill>
              <a:srgbClr val="F2DF9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5089F9D-B21D-4872-9D47-795C25781580}"/>
              </a:ext>
            </a:extLst>
          </p:cNvPr>
          <p:cNvSpPr>
            <a:spLocks noGrp="1"/>
          </p:cNvSpPr>
          <p:nvPr/>
        </p:nvSpPr>
        <p:spPr>
          <a:xfrm>
            <a:off x="552450" y="1562100"/>
            <a:ext cx="76200" cy="1066800"/>
          </a:xfrm>
          <a:prstGeom prst="rect">
            <a:avLst/>
          </a:prstGeom>
          <a:solidFill>
            <a:srgbClr val="F6C343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095BD4D1-3B02-469B-957F-CB7A041DD22B}"/>
              </a:ext>
            </a:extLst>
          </p:cNvPr>
          <p:cNvSpPr>
            <a:spLocks noGrp="1"/>
          </p:cNvSpPr>
          <p:nvPr/>
        </p:nvSpPr>
        <p:spPr>
          <a:xfrm>
            <a:off x="762000" y="1733550"/>
            <a:ext cx="990600" cy="285750"/>
          </a:xfrm>
          <a:prstGeom prst="roundRect">
            <a:avLst>
              <a:gd name="adj" fmla="val 40000"/>
            </a:avLst>
          </a:prstGeom>
          <a:solidFill>
            <a:srgbClr val="02809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MAR 2021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96F908A-305B-4F4B-B318-DF20289CDD0F}"/>
              </a:ext>
            </a:extLst>
          </p:cNvPr>
          <p:cNvSpPr>
            <a:spLocks noGrp="1"/>
          </p:cNvSpPr>
          <p:nvPr/>
        </p:nvSpPr>
        <p:spPr>
          <a:xfrm>
            <a:off x="1885950" y="1733550"/>
            <a:ext cx="1219200" cy="285750"/>
          </a:xfrm>
          <a:prstGeom prst="roundRect">
            <a:avLst>
              <a:gd name="adj" fmla="val 40000"/>
            </a:avLst>
          </a:prstGeom>
          <a:solidFill>
            <a:srgbClr val="2563A8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Short Answers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FAE3DDA4-1D1A-4DE0-B79B-CA5F01D10725}"/>
              </a:ext>
            </a:extLst>
          </p:cNvPr>
          <p:cNvSpPr>
            <a:spLocks noGrp="1"/>
          </p:cNvSpPr>
          <p:nvPr/>
        </p:nvSpPr>
        <p:spPr>
          <a:xfrm>
            <a:off x="3238500" y="1733550"/>
            <a:ext cx="514350" cy="285750"/>
          </a:xfrm>
          <a:prstGeom prst="roundRect">
            <a:avLst>
              <a:gd name="adj" fmla="val 40000"/>
            </a:avLst>
          </a:prstGeom>
          <a:solidFill>
            <a:srgbClr val="7C6A0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Q8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183DC70-ADEF-4635-A9F8-8426A95647D4}"/>
              </a:ext>
            </a:extLst>
          </p:cNvPr>
          <p:cNvSpPr>
            <a:spLocks noGrp="1"/>
          </p:cNvSpPr>
          <p:nvPr/>
        </p:nvSpPr>
        <p:spPr>
          <a:xfrm>
            <a:off x="10763250" y="1733550"/>
            <a:ext cx="666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pPr>
            <a:r>
              <a: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5 of 10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CF599D5-5401-440E-B762-B8FB1FA4ED6A}"/>
              </a:ext>
            </a:extLst>
          </p:cNvPr>
          <p:cNvSpPr>
            <a:spLocks noGrp="1"/>
          </p:cNvSpPr>
          <p:nvPr/>
        </p:nvSpPr>
        <p:spPr>
          <a:xfrm>
            <a:off x="762000" y="2114550"/>
            <a:ext cx="106489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 i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rPr sz="1200" b="0" i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Fluoric acid in keloid.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5AD3FF29-ABEF-4BE3-922A-3C77EA86B6CF}"/>
              </a:ext>
            </a:extLst>
          </p:cNvPr>
          <p:cNvSpPr>
            <a:spLocks noGrp="1"/>
          </p:cNvSpPr>
          <p:nvPr/>
        </p:nvSpPr>
        <p:spPr>
          <a:xfrm>
            <a:off x="552450" y="2800350"/>
            <a:ext cx="11087100" cy="1066800"/>
          </a:xfrm>
          <a:prstGeom prst="roundRect">
            <a:avLst>
              <a:gd name="adj" fmla="val 7143"/>
            </a:avLst>
          </a:prstGeom>
          <a:solidFill>
            <a:srgbClr val="FFF8D6"/>
          </a:solidFill>
          <a:ln w="9525">
            <a:solidFill>
              <a:srgbClr val="F2DF9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B4CB70A-A939-4D98-BEC2-95786477829A}"/>
              </a:ext>
            </a:extLst>
          </p:cNvPr>
          <p:cNvSpPr>
            <a:spLocks noGrp="1"/>
          </p:cNvSpPr>
          <p:nvPr/>
        </p:nvSpPr>
        <p:spPr>
          <a:xfrm>
            <a:off x="552450" y="2800350"/>
            <a:ext cx="76200" cy="1066800"/>
          </a:xfrm>
          <a:prstGeom prst="rect">
            <a:avLst/>
          </a:prstGeom>
          <a:solidFill>
            <a:srgbClr val="F6C343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22F2E12E-ACDA-45C3-98A4-9399FAC34FB8}"/>
              </a:ext>
            </a:extLst>
          </p:cNvPr>
          <p:cNvSpPr>
            <a:spLocks noGrp="1"/>
          </p:cNvSpPr>
          <p:nvPr/>
        </p:nvSpPr>
        <p:spPr>
          <a:xfrm>
            <a:off x="762000" y="2971800"/>
            <a:ext cx="990600" cy="285750"/>
          </a:xfrm>
          <a:prstGeom prst="roundRect">
            <a:avLst>
              <a:gd name="adj" fmla="val 40000"/>
            </a:avLst>
          </a:prstGeom>
          <a:solidFill>
            <a:srgbClr val="02809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SEP 2021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1615C084-07A7-4690-9DB2-EAD06085619C}"/>
              </a:ext>
            </a:extLst>
          </p:cNvPr>
          <p:cNvSpPr>
            <a:spLocks noGrp="1"/>
          </p:cNvSpPr>
          <p:nvPr/>
        </p:nvSpPr>
        <p:spPr>
          <a:xfrm>
            <a:off x="1885950" y="2971800"/>
            <a:ext cx="1219200" cy="285750"/>
          </a:xfrm>
          <a:prstGeom prst="roundRect">
            <a:avLst>
              <a:gd name="adj" fmla="val 40000"/>
            </a:avLst>
          </a:prstGeom>
          <a:solidFill>
            <a:srgbClr val="02809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Write Notes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668E4FDD-360B-42AB-BB38-6CDAE8D4EDA3}"/>
              </a:ext>
            </a:extLst>
          </p:cNvPr>
          <p:cNvSpPr>
            <a:spLocks noGrp="1"/>
          </p:cNvSpPr>
          <p:nvPr/>
        </p:nvSpPr>
        <p:spPr>
          <a:xfrm>
            <a:off x="3238500" y="2971800"/>
            <a:ext cx="514350" cy="285750"/>
          </a:xfrm>
          <a:prstGeom prst="roundRect">
            <a:avLst>
              <a:gd name="adj" fmla="val 40000"/>
            </a:avLst>
          </a:prstGeom>
          <a:solidFill>
            <a:srgbClr val="7C6A0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Q6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DEBFA70-3F7E-49AE-97D0-0A12875B1BF2}"/>
              </a:ext>
            </a:extLst>
          </p:cNvPr>
          <p:cNvSpPr>
            <a:spLocks noGrp="1"/>
          </p:cNvSpPr>
          <p:nvPr/>
        </p:nvSpPr>
        <p:spPr>
          <a:xfrm>
            <a:off x="10763250" y="2971800"/>
            <a:ext cx="666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pPr>
            <a:r>
              <a: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6 of 10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CFF2DAA-3E69-4C3B-89FD-46C9878D3991}"/>
              </a:ext>
            </a:extLst>
          </p:cNvPr>
          <p:cNvSpPr>
            <a:spLocks noGrp="1"/>
          </p:cNvSpPr>
          <p:nvPr/>
        </p:nvSpPr>
        <p:spPr>
          <a:xfrm>
            <a:off x="762000" y="3352800"/>
            <a:ext cx="106489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 i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rPr sz="1200" b="0" i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Keloid- Two indicated remedies..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4D83739F-1119-49C3-A665-8D3F32F5D714}"/>
              </a:ext>
            </a:extLst>
          </p:cNvPr>
          <p:cNvSpPr>
            <a:spLocks noGrp="1"/>
          </p:cNvSpPr>
          <p:nvPr/>
        </p:nvSpPr>
        <p:spPr>
          <a:xfrm>
            <a:off x="552450" y="4038600"/>
            <a:ext cx="11087100" cy="1066800"/>
          </a:xfrm>
          <a:prstGeom prst="roundRect">
            <a:avLst>
              <a:gd name="adj" fmla="val 7143"/>
            </a:avLst>
          </a:prstGeom>
          <a:solidFill>
            <a:srgbClr val="FFF8D6"/>
          </a:solidFill>
          <a:ln w="9525">
            <a:solidFill>
              <a:srgbClr val="F2DF9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5D5996A-94CF-4B6A-BC6C-27859EB4C799}"/>
              </a:ext>
            </a:extLst>
          </p:cNvPr>
          <p:cNvSpPr>
            <a:spLocks noGrp="1"/>
          </p:cNvSpPr>
          <p:nvPr/>
        </p:nvSpPr>
        <p:spPr>
          <a:xfrm>
            <a:off x="552450" y="4038600"/>
            <a:ext cx="76200" cy="1066800"/>
          </a:xfrm>
          <a:prstGeom prst="rect">
            <a:avLst/>
          </a:prstGeom>
          <a:solidFill>
            <a:srgbClr val="F6C343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5CE40AA5-B8A8-4F32-867E-BD9A3C218708}"/>
              </a:ext>
            </a:extLst>
          </p:cNvPr>
          <p:cNvSpPr>
            <a:spLocks noGrp="1"/>
          </p:cNvSpPr>
          <p:nvPr/>
        </p:nvSpPr>
        <p:spPr>
          <a:xfrm>
            <a:off x="762000" y="4210050"/>
            <a:ext cx="990600" cy="285750"/>
          </a:xfrm>
          <a:prstGeom prst="roundRect">
            <a:avLst>
              <a:gd name="adj" fmla="val 40000"/>
            </a:avLst>
          </a:prstGeom>
          <a:solidFill>
            <a:srgbClr val="02809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MAY 2022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54ECDDCF-114D-4B3F-BDC0-FBC14AAF0C63}"/>
              </a:ext>
            </a:extLst>
          </p:cNvPr>
          <p:cNvSpPr>
            <a:spLocks noGrp="1"/>
          </p:cNvSpPr>
          <p:nvPr/>
        </p:nvSpPr>
        <p:spPr>
          <a:xfrm>
            <a:off x="1885950" y="4210050"/>
            <a:ext cx="1219200" cy="285750"/>
          </a:xfrm>
          <a:prstGeom prst="roundRect">
            <a:avLst>
              <a:gd name="adj" fmla="val 40000"/>
            </a:avLst>
          </a:prstGeom>
          <a:solidFill>
            <a:srgbClr val="2563A8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Short Answers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29401CE0-9D3F-4199-AC88-02BE6E212929}"/>
              </a:ext>
            </a:extLst>
          </p:cNvPr>
          <p:cNvSpPr>
            <a:spLocks noGrp="1"/>
          </p:cNvSpPr>
          <p:nvPr/>
        </p:nvSpPr>
        <p:spPr>
          <a:xfrm>
            <a:off x="3238500" y="4210050"/>
            <a:ext cx="514350" cy="285750"/>
          </a:xfrm>
          <a:prstGeom prst="roundRect">
            <a:avLst>
              <a:gd name="adj" fmla="val 40000"/>
            </a:avLst>
          </a:prstGeom>
          <a:solidFill>
            <a:srgbClr val="7C6A0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Q7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0BDF1739-AE2A-4511-85FF-1397C808211E}"/>
              </a:ext>
            </a:extLst>
          </p:cNvPr>
          <p:cNvSpPr>
            <a:spLocks noGrp="1"/>
          </p:cNvSpPr>
          <p:nvPr/>
        </p:nvSpPr>
        <p:spPr>
          <a:xfrm>
            <a:off x="10763250" y="4210050"/>
            <a:ext cx="666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pPr>
            <a:r>
              <a: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7 of 10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F2813F8F-1C91-4214-ACFF-7DBF1E937F91}"/>
              </a:ext>
            </a:extLst>
          </p:cNvPr>
          <p:cNvSpPr>
            <a:spLocks noGrp="1"/>
          </p:cNvSpPr>
          <p:nvPr/>
        </p:nvSpPr>
        <p:spPr>
          <a:xfrm>
            <a:off x="762000" y="4591050"/>
            <a:ext cx="106489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 i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rPr sz="1200" b="0" i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Keloid - two drugs.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C8BC76CD-C58F-4FA3-8C1B-4BEBC152786A}"/>
              </a:ext>
            </a:extLst>
          </p:cNvPr>
          <p:cNvSpPr>
            <a:spLocks noGrp="1"/>
          </p:cNvSpPr>
          <p:nvPr/>
        </p:nvSpPr>
        <p:spPr>
          <a:xfrm>
            <a:off x="552450" y="5276850"/>
            <a:ext cx="11087100" cy="1066800"/>
          </a:xfrm>
          <a:prstGeom prst="roundRect">
            <a:avLst>
              <a:gd name="adj" fmla="val 7143"/>
            </a:avLst>
          </a:prstGeom>
          <a:solidFill>
            <a:srgbClr val="FFF8D6"/>
          </a:solidFill>
          <a:ln w="9525">
            <a:solidFill>
              <a:srgbClr val="F2DF9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6D8DB997-5823-4372-BA74-5E4797960CDA}"/>
              </a:ext>
            </a:extLst>
          </p:cNvPr>
          <p:cNvSpPr>
            <a:spLocks noGrp="1"/>
          </p:cNvSpPr>
          <p:nvPr/>
        </p:nvSpPr>
        <p:spPr>
          <a:xfrm>
            <a:off x="552450" y="5276850"/>
            <a:ext cx="76200" cy="1066800"/>
          </a:xfrm>
          <a:prstGeom prst="rect">
            <a:avLst/>
          </a:prstGeom>
          <a:solidFill>
            <a:srgbClr val="F6C343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6D29CB04-840B-4247-BF74-DF1374F648B5}"/>
              </a:ext>
            </a:extLst>
          </p:cNvPr>
          <p:cNvSpPr>
            <a:spLocks noGrp="1"/>
          </p:cNvSpPr>
          <p:nvPr/>
        </p:nvSpPr>
        <p:spPr>
          <a:xfrm>
            <a:off x="762000" y="5448300"/>
            <a:ext cx="990600" cy="285750"/>
          </a:xfrm>
          <a:prstGeom prst="roundRect">
            <a:avLst>
              <a:gd name="adj" fmla="val 40000"/>
            </a:avLst>
          </a:prstGeom>
          <a:solidFill>
            <a:srgbClr val="02809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OCT 2022</a:t>
            </a: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4575577C-D5F5-4B30-96DB-ADA05941B8CF}"/>
              </a:ext>
            </a:extLst>
          </p:cNvPr>
          <p:cNvSpPr>
            <a:spLocks noGrp="1"/>
          </p:cNvSpPr>
          <p:nvPr/>
        </p:nvSpPr>
        <p:spPr>
          <a:xfrm>
            <a:off x="1885950" y="5448300"/>
            <a:ext cx="1219200" cy="285750"/>
          </a:xfrm>
          <a:prstGeom prst="roundRect">
            <a:avLst>
              <a:gd name="adj" fmla="val 40000"/>
            </a:avLst>
          </a:prstGeom>
          <a:solidFill>
            <a:srgbClr val="02809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Write Notes</a:t>
            </a: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D10F818D-BCBD-4AF2-8D30-0831C0E5A02C}"/>
              </a:ext>
            </a:extLst>
          </p:cNvPr>
          <p:cNvSpPr>
            <a:spLocks noGrp="1"/>
          </p:cNvSpPr>
          <p:nvPr/>
        </p:nvSpPr>
        <p:spPr>
          <a:xfrm>
            <a:off x="3238500" y="5448300"/>
            <a:ext cx="514350" cy="285750"/>
          </a:xfrm>
          <a:prstGeom prst="roundRect">
            <a:avLst>
              <a:gd name="adj" fmla="val 40000"/>
            </a:avLst>
          </a:prstGeom>
          <a:solidFill>
            <a:srgbClr val="7C6A0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Q4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A8E38F59-2014-434C-8E10-4714869CC326}"/>
              </a:ext>
            </a:extLst>
          </p:cNvPr>
          <p:cNvSpPr>
            <a:spLocks noGrp="1"/>
          </p:cNvSpPr>
          <p:nvPr/>
        </p:nvSpPr>
        <p:spPr>
          <a:xfrm>
            <a:off x="10763250" y="5448300"/>
            <a:ext cx="666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pPr>
            <a:r>
              <a: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8 of 10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541FF769-0832-4A9C-B189-37BB47AFB93D}"/>
              </a:ext>
            </a:extLst>
          </p:cNvPr>
          <p:cNvSpPr>
            <a:spLocks noGrp="1"/>
          </p:cNvSpPr>
          <p:nvPr/>
        </p:nvSpPr>
        <p:spPr>
          <a:xfrm>
            <a:off x="762000" y="5829300"/>
            <a:ext cx="106489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 i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rPr sz="1200" b="0" i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Define Keloid, write two drugs with indication.</a:t>
            </a:r>
          </a:p>
        </p:txBody>
      </p:sp>
    </p:spTree>
    <p:extLst>
      <p:ext uri="{BB962C8B-B14F-4D97-AF65-F5344CB8AC3E}">
        <p14:creationId xmlns:p14="http://schemas.microsoft.com/office/powerpoint/2010/main" val="57409170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80D6DA3A-73D1-415B-9DBB-55E97B2618E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066800"/>
          </a:xfrm>
          <a:prstGeom prst="rect">
            <a:avLst/>
          </a:prstGeom>
          <a:solidFill>
            <a:srgbClr val="028090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ED9D4150-3219-4BCA-A532-4AF6F7E3736E}"/>
              </a:ext>
            </a:extLst>
          </p:cNvPr>
          <p:cNvSpPr>
            <a:spLocks noGrp="1"/>
          </p:cNvSpPr>
          <p:nvPr/>
        </p:nvSpPr>
        <p:spPr>
          <a:xfrm>
            <a:off x="457200" y="285750"/>
            <a:ext cx="533400" cy="533400"/>
          </a:xfrm>
          <a:prstGeom prst="ellipse">
            <a:avLst/>
          </a:prstGeom>
          <a:solidFill>
            <a:srgbClr val="00A896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8BA883C-1385-4B6F-AF12-BB7B393CCD98}"/>
              </a:ext>
            </a:extLst>
          </p:cNvPr>
          <p:cNvSpPr>
            <a:spLocks noGrp="1"/>
          </p:cNvSpPr>
          <p:nvPr/>
        </p:nvSpPr>
        <p:spPr>
          <a:xfrm>
            <a:off x="457200" y="381000"/>
            <a:ext cx="5334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57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7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5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B22F83B-2AA2-4886-A0E3-A36D8A14D3A3}"/>
              </a:ext>
            </a:extLst>
          </p:cNvPr>
          <p:cNvSpPr>
            <a:spLocks noGrp="1"/>
          </p:cNvSpPr>
          <p:nvPr/>
        </p:nvSpPr>
        <p:spPr>
          <a:xfrm>
            <a:off x="1219200" y="209550"/>
            <a:ext cx="8382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400" b="1" i="0">
                <a:solidFill>
                  <a:srgbClr val="FFFFFF"/>
                </a:solidFill>
                <a:latin typeface="Cambria"/>
                <a:ea typeface="Cambria"/>
                <a:cs typeface="Cambria"/>
              </a:defRPr>
            </a:pPr>
            <a:r>
              <a:rPr sz="2400" b="1" i="0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Keloid and scars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4A0DE66-90EA-45D5-B70E-2561C34CA4BD}"/>
              </a:ext>
            </a:extLst>
          </p:cNvPr>
          <p:cNvSpPr>
            <a:spLocks noGrp="1"/>
          </p:cNvSpPr>
          <p:nvPr/>
        </p:nvSpPr>
        <p:spPr>
          <a:xfrm>
            <a:off x="1219200" y="666750"/>
            <a:ext cx="8382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125" b="0" i="1">
                <a:solidFill>
                  <a:srgbClr val="E6F5F3"/>
                </a:solidFill>
                <a:latin typeface="Calibri"/>
                <a:ea typeface="Calibri"/>
                <a:cs typeface="Calibri"/>
              </a:defRPr>
            </a:pPr>
            <a:r>
              <a:rPr sz="1125" b="0" i="1">
                <a:solidFill>
                  <a:srgbClr val="E6F5F3"/>
                </a:solidFill>
                <a:latin typeface="Calibri"/>
                <a:ea typeface="Calibri"/>
                <a:cs typeface="Calibri"/>
              </a:rPr>
              <a:t>10 times asked | 5 Write Notes | 5 Short Answers | part 3 of 3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406A8C11-03F6-4A36-BF9C-CBFC535EEEA8}"/>
              </a:ext>
            </a:extLst>
          </p:cNvPr>
          <p:cNvSpPr>
            <a:spLocks noGrp="1"/>
          </p:cNvSpPr>
          <p:nvPr/>
        </p:nvSpPr>
        <p:spPr>
          <a:xfrm>
            <a:off x="9886950" y="381000"/>
            <a:ext cx="1714500" cy="285750"/>
          </a:xfrm>
          <a:prstGeom prst="roundRect">
            <a:avLst>
              <a:gd name="adj" fmla="val 40000"/>
            </a:avLst>
          </a:prstGeom>
          <a:solidFill>
            <a:srgbClr val="016B78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Rank 5/55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A288D68-2AEC-43E4-B2C6-FE0C85617FFC}"/>
              </a:ext>
            </a:extLst>
          </p:cNvPr>
          <p:cNvSpPr>
            <a:spLocks noGrp="1"/>
          </p:cNvSpPr>
          <p:nvPr/>
        </p:nvSpPr>
        <p:spPr>
          <a:xfrm>
            <a:off x="552450" y="1200150"/>
            <a:ext cx="4000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1" i="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pPr>
            <a:r>
              <a:rPr sz="1275" b="1" i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Highlighted asked questions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F6F19563-6691-44F6-962D-FCA9F9D2271B}"/>
              </a:ext>
            </a:extLst>
          </p:cNvPr>
          <p:cNvSpPr>
            <a:spLocks noGrp="1"/>
          </p:cNvSpPr>
          <p:nvPr/>
        </p:nvSpPr>
        <p:spPr>
          <a:xfrm>
            <a:off x="552450" y="1562100"/>
            <a:ext cx="11087100" cy="1066800"/>
          </a:xfrm>
          <a:prstGeom prst="roundRect">
            <a:avLst>
              <a:gd name="adj" fmla="val 7143"/>
            </a:avLst>
          </a:prstGeom>
          <a:solidFill>
            <a:srgbClr val="FFF8D6"/>
          </a:solidFill>
          <a:ln w="9525">
            <a:solidFill>
              <a:srgbClr val="F2DF9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0388767-8E89-46C7-B336-C166B52BF3D9}"/>
              </a:ext>
            </a:extLst>
          </p:cNvPr>
          <p:cNvSpPr>
            <a:spLocks noGrp="1"/>
          </p:cNvSpPr>
          <p:nvPr/>
        </p:nvSpPr>
        <p:spPr>
          <a:xfrm>
            <a:off x="552450" y="1562100"/>
            <a:ext cx="76200" cy="1066800"/>
          </a:xfrm>
          <a:prstGeom prst="rect">
            <a:avLst/>
          </a:prstGeom>
          <a:solidFill>
            <a:srgbClr val="F6C343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DE06A843-7A61-4993-88A0-6CFF276C19F2}"/>
              </a:ext>
            </a:extLst>
          </p:cNvPr>
          <p:cNvSpPr>
            <a:spLocks noGrp="1"/>
          </p:cNvSpPr>
          <p:nvPr/>
        </p:nvSpPr>
        <p:spPr>
          <a:xfrm>
            <a:off x="762000" y="1733550"/>
            <a:ext cx="990600" cy="285750"/>
          </a:xfrm>
          <a:prstGeom prst="roundRect">
            <a:avLst>
              <a:gd name="adj" fmla="val 40000"/>
            </a:avLst>
          </a:prstGeom>
          <a:solidFill>
            <a:srgbClr val="02809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AUG 2025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4597B6EF-2976-4225-9DDF-4CE70C89EA89}"/>
              </a:ext>
            </a:extLst>
          </p:cNvPr>
          <p:cNvSpPr>
            <a:spLocks noGrp="1"/>
          </p:cNvSpPr>
          <p:nvPr/>
        </p:nvSpPr>
        <p:spPr>
          <a:xfrm>
            <a:off x="1885950" y="1733550"/>
            <a:ext cx="1219200" cy="285750"/>
          </a:xfrm>
          <a:prstGeom prst="roundRect">
            <a:avLst>
              <a:gd name="adj" fmla="val 40000"/>
            </a:avLst>
          </a:prstGeom>
          <a:solidFill>
            <a:srgbClr val="02809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Write Notes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7D26252-F88A-431E-97B0-64AF5EFACEA5}"/>
              </a:ext>
            </a:extLst>
          </p:cNvPr>
          <p:cNvSpPr>
            <a:spLocks noGrp="1"/>
          </p:cNvSpPr>
          <p:nvPr/>
        </p:nvSpPr>
        <p:spPr>
          <a:xfrm>
            <a:off x="3238500" y="1733550"/>
            <a:ext cx="514350" cy="285750"/>
          </a:xfrm>
          <a:prstGeom prst="roundRect">
            <a:avLst>
              <a:gd name="adj" fmla="val 40000"/>
            </a:avLst>
          </a:prstGeom>
          <a:solidFill>
            <a:srgbClr val="7C6A0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Q1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E7AA3F7-AFA6-492B-AEB9-A1B560B10A68}"/>
              </a:ext>
            </a:extLst>
          </p:cNvPr>
          <p:cNvSpPr>
            <a:spLocks noGrp="1"/>
          </p:cNvSpPr>
          <p:nvPr/>
        </p:nvSpPr>
        <p:spPr>
          <a:xfrm>
            <a:off x="10763250" y="1733550"/>
            <a:ext cx="666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pPr>
            <a:r>
              <a: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9 of 10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44C6241-B681-4245-9BD8-6CF59F8EF4F1}"/>
              </a:ext>
            </a:extLst>
          </p:cNvPr>
          <p:cNvSpPr>
            <a:spLocks noGrp="1"/>
          </p:cNvSpPr>
          <p:nvPr/>
        </p:nvSpPr>
        <p:spPr>
          <a:xfrm>
            <a:off x="762000" y="2114550"/>
            <a:ext cx="106489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 i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rPr sz="1200" b="0" i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Define Keloid - write two drugs with indications.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6C2C92D5-7286-48BE-B1F0-3632D9DA3B8A}"/>
              </a:ext>
            </a:extLst>
          </p:cNvPr>
          <p:cNvSpPr>
            <a:spLocks noGrp="1"/>
          </p:cNvSpPr>
          <p:nvPr/>
        </p:nvSpPr>
        <p:spPr>
          <a:xfrm>
            <a:off x="552450" y="2800350"/>
            <a:ext cx="11087100" cy="1066800"/>
          </a:xfrm>
          <a:prstGeom prst="roundRect">
            <a:avLst>
              <a:gd name="adj" fmla="val 7143"/>
            </a:avLst>
          </a:prstGeom>
          <a:solidFill>
            <a:srgbClr val="FFF8D6"/>
          </a:solidFill>
          <a:ln w="9525">
            <a:solidFill>
              <a:srgbClr val="F2DF9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EC7CAFE-44ED-4EE7-B848-CB66C4715466}"/>
              </a:ext>
            </a:extLst>
          </p:cNvPr>
          <p:cNvSpPr>
            <a:spLocks noGrp="1"/>
          </p:cNvSpPr>
          <p:nvPr/>
        </p:nvSpPr>
        <p:spPr>
          <a:xfrm>
            <a:off x="552450" y="2800350"/>
            <a:ext cx="76200" cy="1066800"/>
          </a:xfrm>
          <a:prstGeom prst="rect">
            <a:avLst/>
          </a:prstGeom>
          <a:solidFill>
            <a:srgbClr val="F6C343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A84CCBD9-FA14-4109-8634-D2BBD79FEC38}"/>
              </a:ext>
            </a:extLst>
          </p:cNvPr>
          <p:cNvSpPr>
            <a:spLocks noGrp="1"/>
          </p:cNvSpPr>
          <p:nvPr/>
        </p:nvSpPr>
        <p:spPr>
          <a:xfrm>
            <a:off x="762000" y="2971800"/>
            <a:ext cx="990600" cy="285750"/>
          </a:xfrm>
          <a:prstGeom prst="roundRect">
            <a:avLst>
              <a:gd name="adj" fmla="val 40000"/>
            </a:avLst>
          </a:prstGeom>
          <a:solidFill>
            <a:srgbClr val="02809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OCT 2025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C0A9F2B7-E882-4D51-85C2-B5024AB31965}"/>
              </a:ext>
            </a:extLst>
          </p:cNvPr>
          <p:cNvSpPr>
            <a:spLocks noGrp="1"/>
          </p:cNvSpPr>
          <p:nvPr/>
        </p:nvSpPr>
        <p:spPr>
          <a:xfrm>
            <a:off x="1885950" y="2971800"/>
            <a:ext cx="1219200" cy="285750"/>
          </a:xfrm>
          <a:prstGeom prst="roundRect">
            <a:avLst>
              <a:gd name="adj" fmla="val 40000"/>
            </a:avLst>
          </a:prstGeom>
          <a:solidFill>
            <a:srgbClr val="02809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Write Notes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D450137A-481B-41C0-ACB1-4FEA5A8B3466}"/>
              </a:ext>
            </a:extLst>
          </p:cNvPr>
          <p:cNvSpPr>
            <a:spLocks noGrp="1"/>
          </p:cNvSpPr>
          <p:nvPr/>
        </p:nvSpPr>
        <p:spPr>
          <a:xfrm>
            <a:off x="3238500" y="2971800"/>
            <a:ext cx="514350" cy="285750"/>
          </a:xfrm>
          <a:prstGeom prst="roundRect">
            <a:avLst>
              <a:gd name="adj" fmla="val 40000"/>
            </a:avLst>
          </a:prstGeom>
          <a:solidFill>
            <a:srgbClr val="7C6A0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Q3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2FE8B13-272E-45C0-A458-773EC3F0E92E}"/>
              </a:ext>
            </a:extLst>
          </p:cNvPr>
          <p:cNvSpPr>
            <a:spLocks noGrp="1"/>
          </p:cNvSpPr>
          <p:nvPr/>
        </p:nvSpPr>
        <p:spPr>
          <a:xfrm>
            <a:off x="10763250" y="2971800"/>
            <a:ext cx="666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pPr>
            <a:r>
              <a: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10 of 10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B06462A-661A-482B-B2E4-CFF6E52C466F}"/>
              </a:ext>
            </a:extLst>
          </p:cNvPr>
          <p:cNvSpPr>
            <a:spLocks noGrp="1"/>
          </p:cNvSpPr>
          <p:nvPr/>
        </p:nvSpPr>
        <p:spPr>
          <a:xfrm>
            <a:off x="762000" y="3352800"/>
            <a:ext cx="106489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 i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rPr sz="1200" b="0" i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Keloid - two drugs with indications.</a:t>
            </a:r>
          </a:p>
        </p:txBody>
      </p:sp>
    </p:spTree>
    <p:extLst>
      <p:ext uri="{BB962C8B-B14F-4D97-AF65-F5344CB8AC3E}">
        <p14:creationId xmlns:p14="http://schemas.microsoft.com/office/powerpoint/2010/main" val="86633557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 35">
            <a:extLst>
              <a:ext uri="{FF2B5EF4-FFF2-40B4-BE49-F238E27FC236}">
                <a16:creationId xmlns:a16="http://schemas.microsoft.com/office/drawing/2014/main" id="{F60ECC93-4FE2-450E-8C89-8425EAC8D61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066800"/>
          </a:xfrm>
          <a:prstGeom prst="rect">
            <a:avLst/>
          </a:prstGeom>
          <a:solidFill>
            <a:srgbClr val="028090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0DC45593-EEAF-47CC-ABC8-74C576A64497}"/>
              </a:ext>
            </a:extLst>
          </p:cNvPr>
          <p:cNvSpPr>
            <a:spLocks noGrp="1"/>
          </p:cNvSpPr>
          <p:nvPr/>
        </p:nvSpPr>
        <p:spPr>
          <a:xfrm>
            <a:off x="457200" y="285750"/>
            <a:ext cx="533400" cy="533400"/>
          </a:xfrm>
          <a:prstGeom prst="ellipse">
            <a:avLst/>
          </a:prstGeom>
          <a:solidFill>
            <a:srgbClr val="00A896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9534ACE-59CB-46F9-AEDE-3E65B35869EE}"/>
              </a:ext>
            </a:extLst>
          </p:cNvPr>
          <p:cNvSpPr>
            <a:spLocks noGrp="1"/>
          </p:cNvSpPr>
          <p:nvPr/>
        </p:nvSpPr>
        <p:spPr>
          <a:xfrm>
            <a:off x="457200" y="381000"/>
            <a:ext cx="5334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57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7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6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5C2743D-93AD-4208-9244-A11099AB9557}"/>
              </a:ext>
            </a:extLst>
          </p:cNvPr>
          <p:cNvSpPr>
            <a:spLocks noGrp="1"/>
          </p:cNvSpPr>
          <p:nvPr/>
        </p:nvSpPr>
        <p:spPr>
          <a:xfrm>
            <a:off x="1219200" y="209550"/>
            <a:ext cx="8382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400" b="1" i="0">
                <a:solidFill>
                  <a:srgbClr val="FFFFFF"/>
                </a:solidFill>
                <a:latin typeface="Cambria"/>
                <a:ea typeface="Cambria"/>
                <a:cs typeface="Cambria"/>
              </a:defRPr>
            </a:pPr>
            <a:r>
              <a:rPr sz="2400" b="1" i="0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Nerve, hand and foot lesions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4BD185B-B90C-4EE7-81CF-AE66AE5C94FA}"/>
              </a:ext>
            </a:extLst>
          </p:cNvPr>
          <p:cNvSpPr>
            <a:spLocks noGrp="1"/>
          </p:cNvSpPr>
          <p:nvPr/>
        </p:nvSpPr>
        <p:spPr>
          <a:xfrm>
            <a:off x="1219200" y="666750"/>
            <a:ext cx="8382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125" b="0" i="1">
                <a:solidFill>
                  <a:srgbClr val="E6F5F3"/>
                </a:solidFill>
                <a:latin typeface="Calibri"/>
                <a:ea typeface="Calibri"/>
                <a:cs typeface="Calibri"/>
              </a:defRPr>
            </a:pPr>
            <a:r>
              <a:rPr sz="1125" b="0" i="1">
                <a:solidFill>
                  <a:srgbClr val="E6F5F3"/>
                </a:solidFill>
                <a:latin typeface="Calibri"/>
                <a:ea typeface="Calibri"/>
                <a:cs typeface="Calibri"/>
              </a:rPr>
              <a:t>10 times asked | 0 Write Notes | 10 Short Answers | part 1 of 3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2886D29F-1AEE-4B53-9FAE-F5EE632F0AAE}"/>
              </a:ext>
            </a:extLst>
          </p:cNvPr>
          <p:cNvSpPr>
            <a:spLocks noGrp="1"/>
          </p:cNvSpPr>
          <p:nvPr/>
        </p:nvSpPr>
        <p:spPr>
          <a:xfrm>
            <a:off x="9886950" y="381000"/>
            <a:ext cx="1714500" cy="285750"/>
          </a:xfrm>
          <a:prstGeom prst="roundRect">
            <a:avLst>
              <a:gd name="adj" fmla="val 40000"/>
            </a:avLst>
          </a:prstGeom>
          <a:solidFill>
            <a:srgbClr val="016B78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Rank 6/55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B2A91AD-6B50-4664-8BEF-0BBA9C8E8C57}"/>
              </a:ext>
            </a:extLst>
          </p:cNvPr>
          <p:cNvSpPr>
            <a:spLocks noGrp="1"/>
          </p:cNvSpPr>
          <p:nvPr/>
        </p:nvSpPr>
        <p:spPr>
          <a:xfrm>
            <a:off x="552450" y="1200150"/>
            <a:ext cx="4000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1" i="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pPr>
            <a:r>
              <a:rPr sz="1275" b="1" i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Highlighted asked questions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7FEB1043-6423-453B-9671-5576B2CDDC8C}"/>
              </a:ext>
            </a:extLst>
          </p:cNvPr>
          <p:cNvSpPr>
            <a:spLocks noGrp="1"/>
          </p:cNvSpPr>
          <p:nvPr/>
        </p:nvSpPr>
        <p:spPr>
          <a:xfrm>
            <a:off x="552450" y="1562100"/>
            <a:ext cx="11087100" cy="1066800"/>
          </a:xfrm>
          <a:prstGeom prst="roundRect">
            <a:avLst>
              <a:gd name="adj" fmla="val 7143"/>
            </a:avLst>
          </a:prstGeom>
          <a:solidFill>
            <a:srgbClr val="FFF8D6"/>
          </a:solidFill>
          <a:ln w="9525">
            <a:solidFill>
              <a:srgbClr val="F2DF9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18A344A-FEF4-46ED-B509-CC64092FAFA8}"/>
              </a:ext>
            </a:extLst>
          </p:cNvPr>
          <p:cNvSpPr>
            <a:spLocks noGrp="1"/>
          </p:cNvSpPr>
          <p:nvPr/>
        </p:nvSpPr>
        <p:spPr>
          <a:xfrm>
            <a:off x="552450" y="1562100"/>
            <a:ext cx="76200" cy="1066800"/>
          </a:xfrm>
          <a:prstGeom prst="rect">
            <a:avLst/>
          </a:prstGeom>
          <a:solidFill>
            <a:srgbClr val="F6C343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0794E2D8-5809-49FE-ACF9-45623CAFC8A7}"/>
              </a:ext>
            </a:extLst>
          </p:cNvPr>
          <p:cNvSpPr>
            <a:spLocks noGrp="1"/>
          </p:cNvSpPr>
          <p:nvPr/>
        </p:nvSpPr>
        <p:spPr>
          <a:xfrm>
            <a:off x="762000" y="1733550"/>
            <a:ext cx="990600" cy="285750"/>
          </a:xfrm>
          <a:prstGeom prst="roundRect">
            <a:avLst>
              <a:gd name="adj" fmla="val 40000"/>
            </a:avLst>
          </a:prstGeom>
          <a:solidFill>
            <a:srgbClr val="02809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MAR 2021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C3B50CC6-AD79-44AD-BF58-7730BB402372}"/>
              </a:ext>
            </a:extLst>
          </p:cNvPr>
          <p:cNvSpPr>
            <a:spLocks noGrp="1"/>
          </p:cNvSpPr>
          <p:nvPr/>
        </p:nvSpPr>
        <p:spPr>
          <a:xfrm>
            <a:off x="1885950" y="1733550"/>
            <a:ext cx="1219200" cy="285750"/>
          </a:xfrm>
          <a:prstGeom prst="roundRect">
            <a:avLst>
              <a:gd name="adj" fmla="val 40000"/>
            </a:avLst>
          </a:prstGeom>
          <a:solidFill>
            <a:srgbClr val="2563A8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Short Answers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2F5A3D1B-AA26-4CD1-B90F-46929142E8BF}"/>
              </a:ext>
            </a:extLst>
          </p:cNvPr>
          <p:cNvSpPr>
            <a:spLocks noGrp="1"/>
          </p:cNvSpPr>
          <p:nvPr/>
        </p:nvSpPr>
        <p:spPr>
          <a:xfrm>
            <a:off x="3238500" y="1733550"/>
            <a:ext cx="514350" cy="285750"/>
          </a:xfrm>
          <a:prstGeom prst="roundRect">
            <a:avLst>
              <a:gd name="adj" fmla="val 40000"/>
            </a:avLst>
          </a:prstGeom>
          <a:solidFill>
            <a:srgbClr val="7C6A0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Q1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94922D5-3880-4B77-81AF-0D9DDEB7E5DB}"/>
              </a:ext>
            </a:extLst>
          </p:cNvPr>
          <p:cNvSpPr>
            <a:spLocks noGrp="1"/>
          </p:cNvSpPr>
          <p:nvPr/>
        </p:nvSpPr>
        <p:spPr>
          <a:xfrm>
            <a:off x="10763250" y="1733550"/>
            <a:ext cx="666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pPr>
            <a:r>
              <a: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1 of 10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00A12EC-5613-4AF6-AD40-E65053E4451C}"/>
              </a:ext>
            </a:extLst>
          </p:cNvPr>
          <p:cNvSpPr>
            <a:spLocks noGrp="1"/>
          </p:cNvSpPr>
          <p:nvPr/>
        </p:nvSpPr>
        <p:spPr>
          <a:xfrm>
            <a:off x="762000" y="2114550"/>
            <a:ext cx="106489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 i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rPr sz="1200" b="0" i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Dupuytren's contracture.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2BEFE510-9384-4770-99D8-4CE44289D5BF}"/>
              </a:ext>
            </a:extLst>
          </p:cNvPr>
          <p:cNvSpPr>
            <a:spLocks noGrp="1"/>
          </p:cNvSpPr>
          <p:nvPr/>
        </p:nvSpPr>
        <p:spPr>
          <a:xfrm>
            <a:off x="552450" y="2800350"/>
            <a:ext cx="11087100" cy="1066800"/>
          </a:xfrm>
          <a:prstGeom prst="roundRect">
            <a:avLst>
              <a:gd name="adj" fmla="val 7143"/>
            </a:avLst>
          </a:prstGeom>
          <a:solidFill>
            <a:srgbClr val="FFF8D6"/>
          </a:solidFill>
          <a:ln w="9525">
            <a:solidFill>
              <a:srgbClr val="F2DF9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326F4A0-08C5-42CD-8A9A-85EA30326209}"/>
              </a:ext>
            </a:extLst>
          </p:cNvPr>
          <p:cNvSpPr>
            <a:spLocks noGrp="1"/>
          </p:cNvSpPr>
          <p:nvPr/>
        </p:nvSpPr>
        <p:spPr>
          <a:xfrm>
            <a:off x="552450" y="2800350"/>
            <a:ext cx="76200" cy="1066800"/>
          </a:xfrm>
          <a:prstGeom prst="rect">
            <a:avLst/>
          </a:prstGeom>
          <a:solidFill>
            <a:srgbClr val="F6C343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EF7DC864-1E34-48C9-A6B0-CB270430BC1A}"/>
              </a:ext>
            </a:extLst>
          </p:cNvPr>
          <p:cNvSpPr>
            <a:spLocks noGrp="1"/>
          </p:cNvSpPr>
          <p:nvPr/>
        </p:nvSpPr>
        <p:spPr>
          <a:xfrm>
            <a:off x="762000" y="2971800"/>
            <a:ext cx="990600" cy="285750"/>
          </a:xfrm>
          <a:prstGeom prst="roundRect">
            <a:avLst>
              <a:gd name="adj" fmla="val 40000"/>
            </a:avLst>
          </a:prstGeom>
          <a:solidFill>
            <a:srgbClr val="02809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MAR 2021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E6B91CD9-69FF-4A48-9010-648202BDD008}"/>
              </a:ext>
            </a:extLst>
          </p:cNvPr>
          <p:cNvSpPr>
            <a:spLocks noGrp="1"/>
          </p:cNvSpPr>
          <p:nvPr/>
        </p:nvSpPr>
        <p:spPr>
          <a:xfrm>
            <a:off x="1885950" y="2971800"/>
            <a:ext cx="1219200" cy="285750"/>
          </a:xfrm>
          <a:prstGeom prst="roundRect">
            <a:avLst>
              <a:gd name="adj" fmla="val 40000"/>
            </a:avLst>
          </a:prstGeom>
          <a:solidFill>
            <a:srgbClr val="2563A8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Short Answers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5EE76531-35F3-41CE-8F41-83E004727374}"/>
              </a:ext>
            </a:extLst>
          </p:cNvPr>
          <p:cNvSpPr>
            <a:spLocks noGrp="1"/>
          </p:cNvSpPr>
          <p:nvPr/>
        </p:nvSpPr>
        <p:spPr>
          <a:xfrm>
            <a:off x="3238500" y="2971800"/>
            <a:ext cx="514350" cy="285750"/>
          </a:xfrm>
          <a:prstGeom prst="roundRect">
            <a:avLst>
              <a:gd name="adj" fmla="val 40000"/>
            </a:avLst>
          </a:prstGeom>
          <a:solidFill>
            <a:srgbClr val="7C6A0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Q4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A404616-3B7C-4C9B-BDB3-C9BFD21E243D}"/>
              </a:ext>
            </a:extLst>
          </p:cNvPr>
          <p:cNvSpPr>
            <a:spLocks noGrp="1"/>
          </p:cNvSpPr>
          <p:nvPr/>
        </p:nvSpPr>
        <p:spPr>
          <a:xfrm>
            <a:off x="10763250" y="2971800"/>
            <a:ext cx="666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pPr>
            <a:r>
              <a: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2 of 10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13FA943-B877-4992-9FD9-735419734B2C}"/>
              </a:ext>
            </a:extLst>
          </p:cNvPr>
          <p:cNvSpPr>
            <a:spLocks noGrp="1"/>
          </p:cNvSpPr>
          <p:nvPr/>
        </p:nvSpPr>
        <p:spPr>
          <a:xfrm>
            <a:off x="762000" y="3352800"/>
            <a:ext cx="106489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 i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rPr sz="1200" b="0" i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Claw hand.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7893A8FB-C41B-45F7-910B-7C09A01CF8BE}"/>
              </a:ext>
            </a:extLst>
          </p:cNvPr>
          <p:cNvSpPr>
            <a:spLocks noGrp="1"/>
          </p:cNvSpPr>
          <p:nvPr/>
        </p:nvSpPr>
        <p:spPr>
          <a:xfrm>
            <a:off x="552450" y="4038600"/>
            <a:ext cx="11087100" cy="1066800"/>
          </a:xfrm>
          <a:prstGeom prst="roundRect">
            <a:avLst>
              <a:gd name="adj" fmla="val 7143"/>
            </a:avLst>
          </a:prstGeom>
          <a:solidFill>
            <a:srgbClr val="FFF8D6"/>
          </a:solidFill>
          <a:ln w="9525">
            <a:solidFill>
              <a:srgbClr val="F2DF9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295B346-00B2-476A-B55E-9675838660E8}"/>
              </a:ext>
            </a:extLst>
          </p:cNvPr>
          <p:cNvSpPr>
            <a:spLocks noGrp="1"/>
          </p:cNvSpPr>
          <p:nvPr/>
        </p:nvSpPr>
        <p:spPr>
          <a:xfrm>
            <a:off x="552450" y="4038600"/>
            <a:ext cx="76200" cy="1066800"/>
          </a:xfrm>
          <a:prstGeom prst="rect">
            <a:avLst/>
          </a:prstGeom>
          <a:solidFill>
            <a:srgbClr val="F6C343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94C55BFE-F38B-45D6-9FC9-F83F5D6AB114}"/>
              </a:ext>
            </a:extLst>
          </p:cNvPr>
          <p:cNvSpPr>
            <a:spLocks noGrp="1"/>
          </p:cNvSpPr>
          <p:nvPr/>
        </p:nvSpPr>
        <p:spPr>
          <a:xfrm>
            <a:off x="762000" y="4210050"/>
            <a:ext cx="990600" cy="285750"/>
          </a:xfrm>
          <a:prstGeom prst="roundRect">
            <a:avLst>
              <a:gd name="adj" fmla="val 40000"/>
            </a:avLst>
          </a:prstGeom>
          <a:solidFill>
            <a:srgbClr val="02809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SEP 2021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F8345C0C-94E1-43BE-918A-D6FB451B9986}"/>
              </a:ext>
            </a:extLst>
          </p:cNvPr>
          <p:cNvSpPr>
            <a:spLocks noGrp="1"/>
          </p:cNvSpPr>
          <p:nvPr/>
        </p:nvSpPr>
        <p:spPr>
          <a:xfrm>
            <a:off x="1885950" y="4210050"/>
            <a:ext cx="1219200" cy="285750"/>
          </a:xfrm>
          <a:prstGeom prst="roundRect">
            <a:avLst>
              <a:gd name="adj" fmla="val 40000"/>
            </a:avLst>
          </a:prstGeom>
          <a:solidFill>
            <a:srgbClr val="2563A8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Short Answers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CEC025F8-94C9-4795-8EB9-A34CAAC95618}"/>
              </a:ext>
            </a:extLst>
          </p:cNvPr>
          <p:cNvSpPr>
            <a:spLocks noGrp="1"/>
          </p:cNvSpPr>
          <p:nvPr/>
        </p:nvSpPr>
        <p:spPr>
          <a:xfrm>
            <a:off x="3238500" y="4210050"/>
            <a:ext cx="514350" cy="285750"/>
          </a:xfrm>
          <a:prstGeom prst="roundRect">
            <a:avLst>
              <a:gd name="adj" fmla="val 40000"/>
            </a:avLst>
          </a:prstGeom>
          <a:solidFill>
            <a:srgbClr val="7C6A0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Q3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EA75BECF-794C-437B-A0D5-FB27B9F6AF0B}"/>
              </a:ext>
            </a:extLst>
          </p:cNvPr>
          <p:cNvSpPr>
            <a:spLocks noGrp="1"/>
          </p:cNvSpPr>
          <p:nvPr/>
        </p:nvSpPr>
        <p:spPr>
          <a:xfrm>
            <a:off x="10763250" y="4210050"/>
            <a:ext cx="666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pPr>
            <a:r>
              <a: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3 of 10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F932204A-5F1C-4157-A500-286A8677272B}"/>
              </a:ext>
            </a:extLst>
          </p:cNvPr>
          <p:cNvSpPr>
            <a:spLocks noGrp="1"/>
          </p:cNvSpPr>
          <p:nvPr/>
        </p:nvSpPr>
        <p:spPr>
          <a:xfrm>
            <a:off x="762000" y="4591050"/>
            <a:ext cx="106489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 i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rPr sz="1200" b="0" i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Wrist drop.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819AEC07-CE10-45E9-BD39-9BCB09FEFD45}"/>
              </a:ext>
            </a:extLst>
          </p:cNvPr>
          <p:cNvSpPr>
            <a:spLocks noGrp="1"/>
          </p:cNvSpPr>
          <p:nvPr/>
        </p:nvSpPr>
        <p:spPr>
          <a:xfrm>
            <a:off x="552450" y="5276850"/>
            <a:ext cx="11087100" cy="1066800"/>
          </a:xfrm>
          <a:prstGeom prst="roundRect">
            <a:avLst>
              <a:gd name="adj" fmla="val 7143"/>
            </a:avLst>
          </a:prstGeom>
          <a:solidFill>
            <a:srgbClr val="FFF8D6"/>
          </a:solidFill>
          <a:ln w="9525">
            <a:solidFill>
              <a:srgbClr val="F2DF9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18986EB6-6BEE-465E-BBC6-F85BCDA17647}"/>
              </a:ext>
            </a:extLst>
          </p:cNvPr>
          <p:cNvSpPr>
            <a:spLocks noGrp="1"/>
          </p:cNvSpPr>
          <p:nvPr/>
        </p:nvSpPr>
        <p:spPr>
          <a:xfrm>
            <a:off x="552450" y="5276850"/>
            <a:ext cx="76200" cy="1066800"/>
          </a:xfrm>
          <a:prstGeom prst="rect">
            <a:avLst/>
          </a:prstGeom>
          <a:solidFill>
            <a:srgbClr val="F6C343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10BDC497-35A1-40F5-9546-2AB0E818A25A}"/>
              </a:ext>
            </a:extLst>
          </p:cNvPr>
          <p:cNvSpPr>
            <a:spLocks noGrp="1"/>
          </p:cNvSpPr>
          <p:nvPr/>
        </p:nvSpPr>
        <p:spPr>
          <a:xfrm>
            <a:off x="762000" y="5448300"/>
            <a:ext cx="990600" cy="285750"/>
          </a:xfrm>
          <a:prstGeom prst="roundRect">
            <a:avLst>
              <a:gd name="adj" fmla="val 40000"/>
            </a:avLst>
          </a:prstGeom>
          <a:solidFill>
            <a:srgbClr val="02809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MAY 2022</a:t>
            </a: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3F0AF5A7-A3E5-435F-B93B-3D937FAA4A04}"/>
              </a:ext>
            </a:extLst>
          </p:cNvPr>
          <p:cNvSpPr>
            <a:spLocks noGrp="1"/>
          </p:cNvSpPr>
          <p:nvPr/>
        </p:nvSpPr>
        <p:spPr>
          <a:xfrm>
            <a:off x="1885950" y="5448300"/>
            <a:ext cx="1219200" cy="285750"/>
          </a:xfrm>
          <a:prstGeom prst="roundRect">
            <a:avLst>
              <a:gd name="adj" fmla="val 40000"/>
            </a:avLst>
          </a:prstGeom>
          <a:solidFill>
            <a:srgbClr val="2563A8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Short Answers</a:t>
            </a: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2C888181-9071-4866-97E4-F3126959DF4E}"/>
              </a:ext>
            </a:extLst>
          </p:cNvPr>
          <p:cNvSpPr>
            <a:spLocks noGrp="1"/>
          </p:cNvSpPr>
          <p:nvPr/>
        </p:nvSpPr>
        <p:spPr>
          <a:xfrm>
            <a:off x="3238500" y="5448300"/>
            <a:ext cx="514350" cy="285750"/>
          </a:xfrm>
          <a:prstGeom prst="roundRect">
            <a:avLst>
              <a:gd name="adj" fmla="val 40000"/>
            </a:avLst>
          </a:prstGeom>
          <a:solidFill>
            <a:srgbClr val="7C6A0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Q4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D2A3FE32-FF33-4E9C-86F2-1537FE99FFEB}"/>
              </a:ext>
            </a:extLst>
          </p:cNvPr>
          <p:cNvSpPr>
            <a:spLocks noGrp="1"/>
          </p:cNvSpPr>
          <p:nvPr/>
        </p:nvSpPr>
        <p:spPr>
          <a:xfrm>
            <a:off x="10763250" y="5448300"/>
            <a:ext cx="666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pPr>
            <a:r>
              <a: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4 of 10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EC01E9C5-F0B6-4913-8336-42BF8478B678}"/>
              </a:ext>
            </a:extLst>
          </p:cNvPr>
          <p:cNvSpPr>
            <a:spLocks noGrp="1"/>
          </p:cNvSpPr>
          <p:nvPr/>
        </p:nvSpPr>
        <p:spPr>
          <a:xfrm>
            <a:off x="762000" y="5829300"/>
            <a:ext cx="106489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 i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rPr sz="1200" b="0" i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Wrist drop.</a:t>
            </a:r>
          </a:p>
        </p:txBody>
      </p:sp>
    </p:spTree>
    <p:extLst>
      <p:ext uri="{BB962C8B-B14F-4D97-AF65-F5344CB8AC3E}">
        <p14:creationId xmlns:p14="http://schemas.microsoft.com/office/powerpoint/2010/main" val="175244133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 35">
            <a:extLst>
              <a:ext uri="{FF2B5EF4-FFF2-40B4-BE49-F238E27FC236}">
                <a16:creationId xmlns:a16="http://schemas.microsoft.com/office/drawing/2014/main" id="{E6CFFACF-B310-41A1-9CB0-9DA98D5A784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066800"/>
          </a:xfrm>
          <a:prstGeom prst="rect">
            <a:avLst/>
          </a:prstGeom>
          <a:solidFill>
            <a:srgbClr val="028090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149F3EED-BDF4-489D-8B78-E507CB4AD5B2}"/>
              </a:ext>
            </a:extLst>
          </p:cNvPr>
          <p:cNvSpPr>
            <a:spLocks noGrp="1"/>
          </p:cNvSpPr>
          <p:nvPr/>
        </p:nvSpPr>
        <p:spPr>
          <a:xfrm>
            <a:off x="457200" y="285750"/>
            <a:ext cx="533400" cy="533400"/>
          </a:xfrm>
          <a:prstGeom prst="ellipse">
            <a:avLst/>
          </a:prstGeom>
          <a:solidFill>
            <a:srgbClr val="00A896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2C537F1-5A06-489E-95BD-1368E10B2A89}"/>
              </a:ext>
            </a:extLst>
          </p:cNvPr>
          <p:cNvSpPr>
            <a:spLocks noGrp="1"/>
          </p:cNvSpPr>
          <p:nvPr/>
        </p:nvSpPr>
        <p:spPr>
          <a:xfrm>
            <a:off x="457200" y="381000"/>
            <a:ext cx="5334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57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7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6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4747A09-0C8F-4349-B8CA-E5AB2FE94A17}"/>
              </a:ext>
            </a:extLst>
          </p:cNvPr>
          <p:cNvSpPr>
            <a:spLocks noGrp="1"/>
          </p:cNvSpPr>
          <p:nvPr/>
        </p:nvSpPr>
        <p:spPr>
          <a:xfrm>
            <a:off x="1219200" y="209550"/>
            <a:ext cx="8382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400" b="1" i="0">
                <a:solidFill>
                  <a:srgbClr val="FFFFFF"/>
                </a:solidFill>
                <a:latin typeface="Cambria"/>
                <a:ea typeface="Cambria"/>
                <a:cs typeface="Cambria"/>
              </a:defRPr>
            </a:pPr>
            <a:r>
              <a:rPr sz="2400" b="1" i="0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Nerve, hand and foot lesions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4C03A8C-520F-4135-AB3A-6CCC14273CDD}"/>
              </a:ext>
            </a:extLst>
          </p:cNvPr>
          <p:cNvSpPr>
            <a:spLocks noGrp="1"/>
          </p:cNvSpPr>
          <p:nvPr/>
        </p:nvSpPr>
        <p:spPr>
          <a:xfrm>
            <a:off x="1219200" y="666750"/>
            <a:ext cx="8382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125" b="0" i="1">
                <a:solidFill>
                  <a:srgbClr val="E6F5F3"/>
                </a:solidFill>
                <a:latin typeface="Calibri"/>
                <a:ea typeface="Calibri"/>
                <a:cs typeface="Calibri"/>
              </a:defRPr>
            </a:pPr>
            <a:r>
              <a:rPr sz="1125" b="0" i="1">
                <a:solidFill>
                  <a:srgbClr val="E6F5F3"/>
                </a:solidFill>
                <a:latin typeface="Calibri"/>
                <a:ea typeface="Calibri"/>
                <a:cs typeface="Calibri"/>
              </a:rPr>
              <a:t>10 times asked | 0 Write Notes | 10 Short Answers | part 2 of 3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D73CE7B0-C13E-489D-BCC3-DF76D3E4752F}"/>
              </a:ext>
            </a:extLst>
          </p:cNvPr>
          <p:cNvSpPr>
            <a:spLocks noGrp="1"/>
          </p:cNvSpPr>
          <p:nvPr/>
        </p:nvSpPr>
        <p:spPr>
          <a:xfrm>
            <a:off x="9886950" y="381000"/>
            <a:ext cx="1714500" cy="285750"/>
          </a:xfrm>
          <a:prstGeom prst="roundRect">
            <a:avLst>
              <a:gd name="adj" fmla="val 40000"/>
            </a:avLst>
          </a:prstGeom>
          <a:solidFill>
            <a:srgbClr val="016B78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Rank 6/55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F3D5A52-C5F7-4ABE-B3DF-28D7428B28B6}"/>
              </a:ext>
            </a:extLst>
          </p:cNvPr>
          <p:cNvSpPr>
            <a:spLocks noGrp="1"/>
          </p:cNvSpPr>
          <p:nvPr/>
        </p:nvSpPr>
        <p:spPr>
          <a:xfrm>
            <a:off x="552450" y="1200150"/>
            <a:ext cx="4000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1" i="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pPr>
            <a:r>
              <a:rPr sz="1275" b="1" i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Highlighted asked questions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FEAA5FCE-79DF-4067-9EE9-5F34CA7EA6B7}"/>
              </a:ext>
            </a:extLst>
          </p:cNvPr>
          <p:cNvSpPr>
            <a:spLocks noGrp="1"/>
          </p:cNvSpPr>
          <p:nvPr/>
        </p:nvSpPr>
        <p:spPr>
          <a:xfrm>
            <a:off x="552450" y="1562100"/>
            <a:ext cx="11087100" cy="1066800"/>
          </a:xfrm>
          <a:prstGeom prst="roundRect">
            <a:avLst>
              <a:gd name="adj" fmla="val 7143"/>
            </a:avLst>
          </a:prstGeom>
          <a:solidFill>
            <a:srgbClr val="FFF8D6"/>
          </a:solidFill>
          <a:ln w="9525">
            <a:solidFill>
              <a:srgbClr val="F2DF9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B6CE449-7879-4CF9-BFA2-0042AF0F921D}"/>
              </a:ext>
            </a:extLst>
          </p:cNvPr>
          <p:cNvSpPr>
            <a:spLocks noGrp="1"/>
          </p:cNvSpPr>
          <p:nvPr/>
        </p:nvSpPr>
        <p:spPr>
          <a:xfrm>
            <a:off x="552450" y="1562100"/>
            <a:ext cx="76200" cy="1066800"/>
          </a:xfrm>
          <a:prstGeom prst="rect">
            <a:avLst/>
          </a:prstGeom>
          <a:solidFill>
            <a:srgbClr val="F6C343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3CB63955-5688-4D79-93E1-B68AFCCE48E7}"/>
              </a:ext>
            </a:extLst>
          </p:cNvPr>
          <p:cNvSpPr>
            <a:spLocks noGrp="1"/>
          </p:cNvSpPr>
          <p:nvPr/>
        </p:nvSpPr>
        <p:spPr>
          <a:xfrm>
            <a:off x="762000" y="1733550"/>
            <a:ext cx="990600" cy="285750"/>
          </a:xfrm>
          <a:prstGeom prst="roundRect">
            <a:avLst>
              <a:gd name="adj" fmla="val 40000"/>
            </a:avLst>
          </a:prstGeom>
          <a:solidFill>
            <a:srgbClr val="02809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OCT 2022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4B810280-7A6F-466B-BA53-CC9A3A167AEF}"/>
              </a:ext>
            </a:extLst>
          </p:cNvPr>
          <p:cNvSpPr>
            <a:spLocks noGrp="1"/>
          </p:cNvSpPr>
          <p:nvPr/>
        </p:nvSpPr>
        <p:spPr>
          <a:xfrm>
            <a:off x="1885950" y="1733550"/>
            <a:ext cx="1219200" cy="285750"/>
          </a:xfrm>
          <a:prstGeom prst="roundRect">
            <a:avLst>
              <a:gd name="adj" fmla="val 40000"/>
            </a:avLst>
          </a:prstGeom>
          <a:solidFill>
            <a:srgbClr val="2563A8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Short Answers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6BBE4583-BF41-4C07-AFDB-F954E0720D45}"/>
              </a:ext>
            </a:extLst>
          </p:cNvPr>
          <p:cNvSpPr>
            <a:spLocks noGrp="1"/>
          </p:cNvSpPr>
          <p:nvPr/>
        </p:nvSpPr>
        <p:spPr>
          <a:xfrm>
            <a:off x="3238500" y="1733550"/>
            <a:ext cx="514350" cy="285750"/>
          </a:xfrm>
          <a:prstGeom prst="roundRect">
            <a:avLst>
              <a:gd name="adj" fmla="val 40000"/>
            </a:avLst>
          </a:prstGeom>
          <a:solidFill>
            <a:srgbClr val="7C6A0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Q4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8B92500-D67D-417E-AA7A-D45DD412FEE7}"/>
              </a:ext>
            </a:extLst>
          </p:cNvPr>
          <p:cNvSpPr>
            <a:spLocks noGrp="1"/>
          </p:cNvSpPr>
          <p:nvPr/>
        </p:nvSpPr>
        <p:spPr>
          <a:xfrm>
            <a:off x="10763250" y="1733550"/>
            <a:ext cx="666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pPr>
            <a:r>
              <a: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5 of 10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84A0C16-B10B-4DF4-A8CD-97EFBE19BBF7}"/>
              </a:ext>
            </a:extLst>
          </p:cNvPr>
          <p:cNvSpPr>
            <a:spLocks noGrp="1"/>
          </p:cNvSpPr>
          <p:nvPr/>
        </p:nvSpPr>
        <p:spPr>
          <a:xfrm>
            <a:off x="762000" y="2114550"/>
            <a:ext cx="106489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 i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rPr sz="1200" b="0" i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Foot drop.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B2CCDCC7-EF45-4AAB-B52D-1C2B528E6C5C}"/>
              </a:ext>
            </a:extLst>
          </p:cNvPr>
          <p:cNvSpPr>
            <a:spLocks noGrp="1"/>
          </p:cNvSpPr>
          <p:nvPr/>
        </p:nvSpPr>
        <p:spPr>
          <a:xfrm>
            <a:off x="552450" y="2800350"/>
            <a:ext cx="11087100" cy="1066800"/>
          </a:xfrm>
          <a:prstGeom prst="roundRect">
            <a:avLst>
              <a:gd name="adj" fmla="val 7143"/>
            </a:avLst>
          </a:prstGeom>
          <a:solidFill>
            <a:srgbClr val="FFF8D6"/>
          </a:solidFill>
          <a:ln w="9525">
            <a:solidFill>
              <a:srgbClr val="F2DF9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F45E049-4499-42A8-91A0-B394EE39FA00}"/>
              </a:ext>
            </a:extLst>
          </p:cNvPr>
          <p:cNvSpPr>
            <a:spLocks noGrp="1"/>
          </p:cNvSpPr>
          <p:nvPr/>
        </p:nvSpPr>
        <p:spPr>
          <a:xfrm>
            <a:off x="552450" y="2800350"/>
            <a:ext cx="76200" cy="1066800"/>
          </a:xfrm>
          <a:prstGeom prst="rect">
            <a:avLst/>
          </a:prstGeom>
          <a:solidFill>
            <a:srgbClr val="F6C343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A0294BB4-3B6A-46EE-ADDE-78F49A903EB4}"/>
              </a:ext>
            </a:extLst>
          </p:cNvPr>
          <p:cNvSpPr>
            <a:spLocks noGrp="1"/>
          </p:cNvSpPr>
          <p:nvPr/>
        </p:nvSpPr>
        <p:spPr>
          <a:xfrm>
            <a:off x="762000" y="2971800"/>
            <a:ext cx="990600" cy="285750"/>
          </a:xfrm>
          <a:prstGeom prst="roundRect">
            <a:avLst>
              <a:gd name="adj" fmla="val 40000"/>
            </a:avLst>
          </a:prstGeom>
          <a:solidFill>
            <a:srgbClr val="02809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MAR 2023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D096A9A0-C000-4AAA-B86A-DFB2D66F1DCB}"/>
              </a:ext>
            </a:extLst>
          </p:cNvPr>
          <p:cNvSpPr>
            <a:spLocks noGrp="1"/>
          </p:cNvSpPr>
          <p:nvPr/>
        </p:nvSpPr>
        <p:spPr>
          <a:xfrm>
            <a:off x="1885950" y="2971800"/>
            <a:ext cx="1219200" cy="285750"/>
          </a:xfrm>
          <a:prstGeom prst="roundRect">
            <a:avLst>
              <a:gd name="adj" fmla="val 40000"/>
            </a:avLst>
          </a:prstGeom>
          <a:solidFill>
            <a:srgbClr val="2563A8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Short Answers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A48EE239-FC57-4EA3-ABC1-D90143FFB972}"/>
              </a:ext>
            </a:extLst>
          </p:cNvPr>
          <p:cNvSpPr>
            <a:spLocks noGrp="1"/>
          </p:cNvSpPr>
          <p:nvPr/>
        </p:nvSpPr>
        <p:spPr>
          <a:xfrm>
            <a:off x="3238500" y="2971800"/>
            <a:ext cx="514350" cy="285750"/>
          </a:xfrm>
          <a:prstGeom prst="roundRect">
            <a:avLst>
              <a:gd name="adj" fmla="val 40000"/>
            </a:avLst>
          </a:prstGeom>
          <a:solidFill>
            <a:srgbClr val="7C6A0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Q4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620ED37-49DE-4AC3-8336-AF1395480DEA}"/>
              </a:ext>
            </a:extLst>
          </p:cNvPr>
          <p:cNvSpPr>
            <a:spLocks noGrp="1"/>
          </p:cNvSpPr>
          <p:nvPr/>
        </p:nvSpPr>
        <p:spPr>
          <a:xfrm>
            <a:off x="10763250" y="2971800"/>
            <a:ext cx="666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pPr>
            <a:r>
              <a: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6 of 10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52C8211-9687-4311-9483-80464362D2FC}"/>
              </a:ext>
            </a:extLst>
          </p:cNvPr>
          <p:cNvSpPr>
            <a:spLocks noGrp="1"/>
          </p:cNvSpPr>
          <p:nvPr/>
        </p:nvSpPr>
        <p:spPr>
          <a:xfrm>
            <a:off x="762000" y="3352800"/>
            <a:ext cx="106489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 i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rPr sz="1200" b="0" i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Claw hand.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47D6A1C1-5C44-4825-B9F7-6CF7D5DCA2A9}"/>
              </a:ext>
            </a:extLst>
          </p:cNvPr>
          <p:cNvSpPr>
            <a:spLocks noGrp="1"/>
          </p:cNvSpPr>
          <p:nvPr/>
        </p:nvSpPr>
        <p:spPr>
          <a:xfrm>
            <a:off x="552450" y="4038600"/>
            <a:ext cx="11087100" cy="1066800"/>
          </a:xfrm>
          <a:prstGeom prst="roundRect">
            <a:avLst>
              <a:gd name="adj" fmla="val 7143"/>
            </a:avLst>
          </a:prstGeom>
          <a:solidFill>
            <a:srgbClr val="FFF8D6"/>
          </a:solidFill>
          <a:ln w="9525">
            <a:solidFill>
              <a:srgbClr val="F2DF9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8DCEE71-E7E3-4446-A2FC-30D23CC0F312}"/>
              </a:ext>
            </a:extLst>
          </p:cNvPr>
          <p:cNvSpPr>
            <a:spLocks noGrp="1"/>
          </p:cNvSpPr>
          <p:nvPr/>
        </p:nvSpPr>
        <p:spPr>
          <a:xfrm>
            <a:off x="552450" y="4038600"/>
            <a:ext cx="76200" cy="1066800"/>
          </a:xfrm>
          <a:prstGeom prst="rect">
            <a:avLst/>
          </a:prstGeom>
          <a:solidFill>
            <a:srgbClr val="F6C343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DEDCAE5B-AAD3-4A6B-8391-EB8388DB387A}"/>
              </a:ext>
            </a:extLst>
          </p:cNvPr>
          <p:cNvSpPr>
            <a:spLocks noGrp="1"/>
          </p:cNvSpPr>
          <p:nvPr/>
        </p:nvSpPr>
        <p:spPr>
          <a:xfrm>
            <a:off x="762000" y="4210050"/>
            <a:ext cx="990600" cy="285750"/>
          </a:xfrm>
          <a:prstGeom prst="roundRect">
            <a:avLst>
              <a:gd name="adj" fmla="val 40000"/>
            </a:avLst>
          </a:prstGeom>
          <a:solidFill>
            <a:srgbClr val="02809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SEP 2023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74E83649-4ED8-402E-9008-18E0D77DE282}"/>
              </a:ext>
            </a:extLst>
          </p:cNvPr>
          <p:cNvSpPr>
            <a:spLocks noGrp="1"/>
          </p:cNvSpPr>
          <p:nvPr/>
        </p:nvSpPr>
        <p:spPr>
          <a:xfrm>
            <a:off x="1885950" y="4210050"/>
            <a:ext cx="1219200" cy="285750"/>
          </a:xfrm>
          <a:prstGeom prst="roundRect">
            <a:avLst>
              <a:gd name="adj" fmla="val 40000"/>
            </a:avLst>
          </a:prstGeom>
          <a:solidFill>
            <a:srgbClr val="2563A8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Short Answers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19C68899-F9EB-449B-9E68-DE8E2DFE91D4}"/>
              </a:ext>
            </a:extLst>
          </p:cNvPr>
          <p:cNvSpPr>
            <a:spLocks noGrp="1"/>
          </p:cNvSpPr>
          <p:nvPr/>
        </p:nvSpPr>
        <p:spPr>
          <a:xfrm>
            <a:off x="3238500" y="4210050"/>
            <a:ext cx="514350" cy="285750"/>
          </a:xfrm>
          <a:prstGeom prst="roundRect">
            <a:avLst>
              <a:gd name="adj" fmla="val 40000"/>
            </a:avLst>
          </a:prstGeom>
          <a:solidFill>
            <a:srgbClr val="7C6A0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Q5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052D6B4-B4B4-4549-B8E8-E978D3FEBA1B}"/>
              </a:ext>
            </a:extLst>
          </p:cNvPr>
          <p:cNvSpPr>
            <a:spLocks noGrp="1"/>
          </p:cNvSpPr>
          <p:nvPr/>
        </p:nvSpPr>
        <p:spPr>
          <a:xfrm>
            <a:off x="10763250" y="4210050"/>
            <a:ext cx="666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pPr>
            <a:r>
              <a: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7 of 10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77F835B2-6DE6-4860-9BB4-0CFC97F8CF53}"/>
              </a:ext>
            </a:extLst>
          </p:cNvPr>
          <p:cNvSpPr>
            <a:spLocks noGrp="1"/>
          </p:cNvSpPr>
          <p:nvPr/>
        </p:nvSpPr>
        <p:spPr>
          <a:xfrm>
            <a:off x="762000" y="4591050"/>
            <a:ext cx="106489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 i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rPr sz="1200" b="0" i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Neuropraxia.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76D3FCD3-8904-41DD-8A52-51D2D16E267D}"/>
              </a:ext>
            </a:extLst>
          </p:cNvPr>
          <p:cNvSpPr>
            <a:spLocks noGrp="1"/>
          </p:cNvSpPr>
          <p:nvPr/>
        </p:nvSpPr>
        <p:spPr>
          <a:xfrm>
            <a:off x="552450" y="5276850"/>
            <a:ext cx="11087100" cy="1066800"/>
          </a:xfrm>
          <a:prstGeom prst="roundRect">
            <a:avLst>
              <a:gd name="adj" fmla="val 7143"/>
            </a:avLst>
          </a:prstGeom>
          <a:solidFill>
            <a:srgbClr val="FFF8D6"/>
          </a:solidFill>
          <a:ln w="9525">
            <a:solidFill>
              <a:srgbClr val="F2DF9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899DAC9D-EA50-4616-B3FF-04A8A14A5F7D}"/>
              </a:ext>
            </a:extLst>
          </p:cNvPr>
          <p:cNvSpPr>
            <a:spLocks noGrp="1"/>
          </p:cNvSpPr>
          <p:nvPr/>
        </p:nvSpPr>
        <p:spPr>
          <a:xfrm>
            <a:off x="552450" y="5276850"/>
            <a:ext cx="76200" cy="1066800"/>
          </a:xfrm>
          <a:prstGeom prst="rect">
            <a:avLst/>
          </a:prstGeom>
          <a:solidFill>
            <a:srgbClr val="F6C343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37914F87-9491-4884-BDC1-2B533397D912}"/>
              </a:ext>
            </a:extLst>
          </p:cNvPr>
          <p:cNvSpPr>
            <a:spLocks noGrp="1"/>
          </p:cNvSpPr>
          <p:nvPr/>
        </p:nvSpPr>
        <p:spPr>
          <a:xfrm>
            <a:off x="762000" y="5448300"/>
            <a:ext cx="990600" cy="285750"/>
          </a:xfrm>
          <a:prstGeom prst="roundRect">
            <a:avLst>
              <a:gd name="adj" fmla="val 40000"/>
            </a:avLst>
          </a:prstGeom>
          <a:solidFill>
            <a:srgbClr val="02809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MAR 2025</a:t>
            </a: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3AC8A22E-4EF3-413E-96F3-1FC6F76A4610}"/>
              </a:ext>
            </a:extLst>
          </p:cNvPr>
          <p:cNvSpPr>
            <a:spLocks noGrp="1"/>
          </p:cNvSpPr>
          <p:nvPr/>
        </p:nvSpPr>
        <p:spPr>
          <a:xfrm>
            <a:off x="1885950" y="5448300"/>
            <a:ext cx="1219200" cy="285750"/>
          </a:xfrm>
          <a:prstGeom prst="roundRect">
            <a:avLst>
              <a:gd name="adj" fmla="val 40000"/>
            </a:avLst>
          </a:prstGeom>
          <a:solidFill>
            <a:srgbClr val="2563A8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Short Answers</a:t>
            </a: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C432A48F-D0AE-40BF-8637-E79A1C04E114}"/>
              </a:ext>
            </a:extLst>
          </p:cNvPr>
          <p:cNvSpPr>
            <a:spLocks noGrp="1"/>
          </p:cNvSpPr>
          <p:nvPr/>
        </p:nvSpPr>
        <p:spPr>
          <a:xfrm>
            <a:off x="3238500" y="5448300"/>
            <a:ext cx="514350" cy="285750"/>
          </a:xfrm>
          <a:prstGeom prst="roundRect">
            <a:avLst>
              <a:gd name="adj" fmla="val 40000"/>
            </a:avLst>
          </a:prstGeom>
          <a:solidFill>
            <a:srgbClr val="7C6A0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Q2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42E995E3-D003-4178-B339-5AA0486F9C2F}"/>
              </a:ext>
            </a:extLst>
          </p:cNvPr>
          <p:cNvSpPr>
            <a:spLocks noGrp="1"/>
          </p:cNvSpPr>
          <p:nvPr/>
        </p:nvSpPr>
        <p:spPr>
          <a:xfrm>
            <a:off x="10763250" y="5448300"/>
            <a:ext cx="666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pPr>
            <a:r>
              <a: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8 of 10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9F08CC7B-5D03-4E5D-989F-73CB4B3D34F1}"/>
              </a:ext>
            </a:extLst>
          </p:cNvPr>
          <p:cNvSpPr>
            <a:spLocks noGrp="1"/>
          </p:cNvSpPr>
          <p:nvPr/>
        </p:nvSpPr>
        <p:spPr>
          <a:xfrm>
            <a:off x="762000" y="5829300"/>
            <a:ext cx="106489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 i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rPr sz="1200" b="0" i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Volkmann's ischemic contracture.</a:t>
            </a:r>
          </a:p>
        </p:txBody>
      </p:sp>
    </p:spTree>
    <p:extLst>
      <p:ext uri="{BB962C8B-B14F-4D97-AF65-F5344CB8AC3E}">
        <p14:creationId xmlns:p14="http://schemas.microsoft.com/office/powerpoint/2010/main" val="45063334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A7B1F740-0FE0-4798-AA66-979B26DE71E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066800"/>
          </a:xfrm>
          <a:prstGeom prst="rect">
            <a:avLst/>
          </a:prstGeom>
          <a:solidFill>
            <a:srgbClr val="028090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15A2B2A5-24E5-430F-B822-6073DCA7FDBF}"/>
              </a:ext>
            </a:extLst>
          </p:cNvPr>
          <p:cNvSpPr>
            <a:spLocks noGrp="1"/>
          </p:cNvSpPr>
          <p:nvPr/>
        </p:nvSpPr>
        <p:spPr>
          <a:xfrm>
            <a:off x="457200" y="285750"/>
            <a:ext cx="533400" cy="533400"/>
          </a:xfrm>
          <a:prstGeom prst="ellipse">
            <a:avLst/>
          </a:prstGeom>
          <a:solidFill>
            <a:srgbClr val="00A896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C6A3961-4BE6-4E1A-B3F2-53E3DEC86853}"/>
              </a:ext>
            </a:extLst>
          </p:cNvPr>
          <p:cNvSpPr>
            <a:spLocks noGrp="1"/>
          </p:cNvSpPr>
          <p:nvPr/>
        </p:nvSpPr>
        <p:spPr>
          <a:xfrm>
            <a:off x="457200" y="381000"/>
            <a:ext cx="5334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57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7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6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C9168D9-08F8-4EF4-A091-D8664B9A3B69}"/>
              </a:ext>
            </a:extLst>
          </p:cNvPr>
          <p:cNvSpPr>
            <a:spLocks noGrp="1"/>
          </p:cNvSpPr>
          <p:nvPr/>
        </p:nvSpPr>
        <p:spPr>
          <a:xfrm>
            <a:off x="1219200" y="209550"/>
            <a:ext cx="8382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400" b="1" i="0">
                <a:solidFill>
                  <a:srgbClr val="FFFFFF"/>
                </a:solidFill>
                <a:latin typeface="Cambria"/>
                <a:ea typeface="Cambria"/>
                <a:cs typeface="Cambria"/>
              </a:defRPr>
            </a:pPr>
            <a:r>
              <a:rPr sz="2400" b="1" i="0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Nerve, hand and foot lesions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CFA4016-6837-4DAB-8ABE-78D14E861B27}"/>
              </a:ext>
            </a:extLst>
          </p:cNvPr>
          <p:cNvSpPr>
            <a:spLocks noGrp="1"/>
          </p:cNvSpPr>
          <p:nvPr/>
        </p:nvSpPr>
        <p:spPr>
          <a:xfrm>
            <a:off x="1219200" y="666750"/>
            <a:ext cx="8382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125" b="0" i="1">
                <a:solidFill>
                  <a:srgbClr val="E6F5F3"/>
                </a:solidFill>
                <a:latin typeface="Calibri"/>
                <a:ea typeface="Calibri"/>
                <a:cs typeface="Calibri"/>
              </a:defRPr>
            </a:pPr>
            <a:r>
              <a:rPr sz="1125" b="0" i="1">
                <a:solidFill>
                  <a:srgbClr val="E6F5F3"/>
                </a:solidFill>
                <a:latin typeface="Calibri"/>
                <a:ea typeface="Calibri"/>
                <a:cs typeface="Calibri"/>
              </a:rPr>
              <a:t>10 times asked | 0 Write Notes | 10 Short Answers | part 3 of 3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1F0E2E0F-8DFE-49E3-8E39-1404ADC7AA63}"/>
              </a:ext>
            </a:extLst>
          </p:cNvPr>
          <p:cNvSpPr>
            <a:spLocks noGrp="1"/>
          </p:cNvSpPr>
          <p:nvPr/>
        </p:nvSpPr>
        <p:spPr>
          <a:xfrm>
            <a:off x="9886950" y="381000"/>
            <a:ext cx="1714500" cy="285750"/>
          </a:xfrm>
          <a:prstGeom prst="roundRect">
            <a:avLst>
              <a:gd name="adj" fmla="val 40000"/>
            </a:avLst>
          </a:prstGeom>
          <a:solidFill>
            <a:srgbClr val="016B78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Rank 6/55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740675B-BDEB-4147-A45B-96D94B8F62B5}"/>
              </a:ext>
            </a:extLst>
          </p:cNvPr>
          <p:cNvSpPr>
            <a:spLocks noGrp="1"/>
          </p:cNvSpPr>
          <p:nvPr/>
        </p:nvSpPr>
        <p:spPr>
          <a:xfrm>
            <a:off x="552450" y="1200150"/>
            <a:ext cx="4000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1" i="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pPr>
            <a:r>
              <a:rPr sz="1275" b="1" i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Highlighted asked questions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C87164F0-3FE5-4CF3-A8DB-39F9C7807F14}"/>
              </a:ext>
            </a:extLst>
          </p:cNvPr>
          <p:cNvSpPr>
            <a:spLocks noGrp="1"/>
          </p:cNvSpPr>
          <p:nvPr/>
        </p:nvSpPr>
        <p:spPr>
          <a:xfrm>
            <a:off x="552450" y="1562100"/>
            <a:ext cx="11087100" cy="1066800"/>
          </a:xfrm>
          <a:prstGeom prst="roundRect">
            <a:avLst>
              <a:gd name="adj" fmla="val 7143"/>
            </a:avLst>
          </a:prstGeom>
          <a:solidFill>
            <a:srgbClr val="FFF8D6"/>
          </a:solidFill>
          <a:ln w="9525">
            <a:solidFill>
              <a:srgbClr val="F2DF9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88B08A4-08BA-4A6D-BA29-F563E42E3884}"/>
              </a:ext>
            </a:extLst>
          </p:cNvPr>
          <p:cNvSpPr>
            <a:spLocks noGrp="1"/>
          </p:cNvSpPr>
          <p:nvPr/>
        </p:nvSpPr>
        <p:spPr>
          <a:xfrm>
            <a:off x="552450" y="1562100"/>
            <a:ext cx="76200" cy="1066800"/>
          </a:xfrm>
          <a:prstGeom prst="rect">
            <a:avLst/>
          </a:prstGeom>
          <a:solidFill>
            <a:srgbClr val="F6C343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BBEE815E-7CB3-4E5D-B223-A805666654F9}"/>
              </a:ext>
            </a:extLst>
          </p:cNvPr>
          <p:cNvSpPr>
            <a:spLocks noGrp="1"/>
          </p:cNvSpPr>
          <p:nvPr/>
        </p:nvSpPr>
        <p:spPr>
          <a:xfrm>
            <a:off x="762000" y="1733550"/>
            <a:ext cx="990600" cy="285750"/>
          </a:xfrm>
          <a:prstGeom prst="roundRect">
            <a:avLst>
              <a:gd name="adj" fmla="val 40000"/>
            </a:avLst>
          </a:prstGeom>
          <a:solidFill>
            <a:srgbClr val="02809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AUG 2025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204995EE-9F7E-4538-A0A7-6070F7F246B4}"/>
              </a:ext>
            </a:extLst>
          </p:cNvPr>
          <p:cNvSpPr>
            <a:spLocks noGrp="1"/>
          </p:cNvSpPr>
          <p:nvPr/>
        </p:nvSpPr>
        <p:spPr>
          <a:xfrm>
            <a:off x="1885950" y="1733550"/>
            <a:ext cx="1219200" cy="285750"/>
          </a:xfrm>
          <a:prstGeom prst="roundRect">
            <a:avLst>
              <a:gd name="adj" fmla="val 40000"/>
            </a:avLst>
          </a:prstGeom>
          <a:solidFill>
            <a:srgbClr val="2563A8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Short Answers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062CA733-E895-47B8-ADD0-C12F1FE7C132}"/>
              </a:ext>
            </a:extLst>
          </p:cNvPr>
          <p:cNvSpPr>
            <a:spLocks noGrp="1"/>
          </p:cNvSpPr>
          <p:nvPr/>
        </p:nvSpPr>
        <p:spPr>
          <a:xfrm>
            <a:off x="3238500" y="1733550"/>
            <a:ext cx="514350" cy="285750"/>
          </a:xfrm>
          <a:prstGeom prst="roundRect">
            <a:avLst>
              <a:gd name="adj" fmla="val 40000"/>
            </a:avLst>
          </a:prstGeom>
          <a:solidFill>
            <a:srgbClr val="7C6A0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Q8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22EDDF4-49BD-4E6D-BB84-3D236136E5EB}"/>
              </a:ext>
            </a:extLst>
          </p:cNvPr>
          <p:cNvSpPr>
            <a:spLocks noGrp="1"/>
          </p:cNvSpPr>
          <p:nvPr/>
        </p:nvSpPr>
        <p:spPr>
          <a:xfrm>
            <a:off x="10763250" y="1733550"/>
            <a:ext cx="666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pPr>
            <a:r>
              <a: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9 of 10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FF97D7C-BFDA-4451-B453-8FBBD004862F}"/>
              </a:ext>
            </a:extLst>
          </p:cNvPr>
          <p:cNvSpPr>
            <a:spLocks noGrp="1"/>
          </p:cNvSpPr>
          <p:nvPr/>
        </p:nvSpPr>
        <p:spPr>
          <a:xfrm>
            <a:off x="762000" y="2114550"/>
            <a:ext cx="106489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 i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rPr sz="1200" b="0" i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Wrist drop.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7074165B-EE24-40AA-8557-F2BD8D9320C8}"/>
              </a:ext>
            </a:extLst>
          </p:cNvPr>
          <p:cNvSpPr>
            <a:spLocks noGrp="1"/>
          </p:cNvSpPr>
          <p:nvPr/>
        </p:nvSpPr>
        <p:spPr>
          <a:xfrm>
            <a:off x="552450" y="2800350"/>
            <a:ext cx="11087100" cy="1066800"/>
          </a:xfrm>
          <a:prstGeom prst="roundRect">
            <a:avLst>
              <a:gd name="adj" fmla="val 7143"/>
            </a:avLst>
          </a:prstGeom>
          <a:solidFill>
            <a:srgbClr val="FFF8D6"/>
          </a:solidFill>
          <a:ln w="9525">
            <a:solidFill>
              <a:srgbClr val="F2DF9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F0C70CD-46FF-43FB-AD0C-1FF0BB4A01CC}"/>
              </a:ext>
            </a:extLst>
          </p:cNvPr>
          <p:cNvSpPr>
            <a:spLocks noGrp="1"/>
          </p:cNvSpPr>
          <p:nvPr/>
        </p:nvSpPr>
        <p:spPr>
          <a:xfrm>
            <a:off x="552450" y="2800350"/>
            <a:ext cx="76200" cy="1066800"/>
          </a:xfrm>
          <a:prstGeom prst="rect">
            <a:avLst/>
          </a:prstGeom>
          <a:solidFill>
            <a:srgbClr val="F6C343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466FE8B0-ACB5-47DF-B434-4CE7388A9997}"/>
              </a:ext>
            </a:extLst>
          </p:cNvPr>
          <p:cNvSpPr>
            <a:spLocks noGrp="1"/>
          </p:cNvSpPr>
          <p:nvPr/>
        </p:nvSpPr>
        <p:spPr>
          <a:xfrm>
            <a:off x="762000" y="2971800"/>
            <a:ext cx="990600" cy="285750"/>
          </a:xfrm>
          <a:prstGeom prst="roundRect">
            <a:avLst>
              <a:gd name="adj" fmla="val 40000"/>
            </a:avLst>
          </a:prstGeom>
          <a:solidFill>
            <a:srgbClr val="02809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OCT 2025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FF3ABB82-4033-4717-83CF-7A2C2A962DEB}"/>
              </a:ext>
            </a:extLst>
          </p:cNvPr>
          <p:cNvSpPr>
            <a:spLocks noGrp="1"/>
          </p:cNvSpPr>
          <p:nvPr/>
        </p:nvSpPr>
        <p:spPr>
          <a:xfrm>
            <a:off x="1885950" y="2971800"/>
            <a:ext cx="1219200" cy="285750"/>
          </a:xfrm>
          <a:prstGeom prst="roundRect">
            <a:avLst>
              <a:gd name="adj" fmla="val 40000"/>
            </a:avLst>
          </a:prstGeom>
          <a:solidFill>
            <a:srgbClr val="2563A8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Short Answers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F834FD09-99F7-4725-B00A-A3584E5E5E9B}"/>
              </a:ext>
            </a:extLst>
          </p:cNvPr>
          <p:cNvSpPr>
            <a:spLocks noGrp="1"/>
          </p:cNvSpPr>
          <p:nvPr/>
        </p:nvSpPr>
        <p:spPr>
          <a:xfrm>
            <a:off x="3238500" y="2971800"/>
            <a:ext cx="514350" cy="285750"/>
          </a:xfrm>
          <a:prstGeom prst="roundRect">
            <a:avLst>
              <a:gd name="adj" fmla="val 40000"/>
            </a:avLst>
          </a:prstGeom>
          <a:solidFill>
            <a:srgbClr val="7C6A0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Q8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EBC3D21-8418-4B90-8613-0E455FD45FA9}"/>
              </a:ext>
            </a:extLst>
          </p:cNvPr>
          <p:cNvSpPr>
            <a:spLocks noGrp="1"/>
          </p:cNvSpPr>
          <p:nvPr/>
        </p:nvSpPr>
        <p:spPr>
          <a:xfrm>
            <a:off x="10763250" y="2971800"/>
            <a:ext cx="666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pPr>
            <a:r>
              <a: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10 of 10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C6646AF-462D-4214-A024-ECA00785915C}"/>
              </a:ext>
            </a:extLst>
          </p:cNvPr>
          <p:cNvSpPr>
            <a:spLocks noGrp="1"/>
          </p:cNvSpPr>
          <p:nvPr/>
        </p:nvSpPr>
        <p:spPr>
          <a:xfrm>
            <a:off x="762000" y="3352800"/>
            <a:ext cx="106489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 i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rPr sz="1200" b="0" i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Claw hand.</a:t>
            </a:r>
          </a:p>
        </p:txBody>
      </p:sp>
    </p:spTree>
    <p:extLst>
      <p:ext uri="{BB962C8B-B14F-4D97-AF65-F5344CB8AC3E}">
        <p14:creationId xmlns:p14="http://schemas.microsoft.com/office/powerpoint/2010/main" val="173860637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 35">
            <a:extLst>
              <a:ext uri="{FF2B5EF4-FFF2-40B4-BE49-F238E27FC236}">
                <a16:creationId xmlns:a16="http://schemas.microsoft.com/office/drawing/2014/main" id="{772CF32E-63CA-4638-9B74-EAB5874B658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066800"/>
          </a:xfrm>
          <a:prstGeom prst="rect">
            <a:avLst/>
          </a:prstGeom>
          <a:solidFill>
            <a:srgbClr val="028090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9DB5FFEE-CB39-43FE-8309-0C4CF68AA4FC}"/>
              </a:ext>
            </a:extLst>
          </p:cNvPr>
          <p:cNvSpPr>
            <a:spLocks noGrp="1"/>
          </p:cNvSpPr>
          <p:nvPr/>
        </p:nvSpPr>
        <p:spPr>
          <a:xfrm>
            <a:off x="457200" y="285750"/>
            <a:ext cx="533400" cy="533400"/>
          </a:xfrm>
          <a:prstGeom prst="ellipse">
            <a:avLst/>
          </a:prstGeom>
          <a:solidFill>
            <a:srgbClr val="00A896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AF5A6E1-0833-4A7D-A78B-103B5C3E5CEF}"/>
              </a:ext>
            </a:extLst>
          </p:cNvPr>
          <p:cNvSpPr>
            <a:spLocks noGrp="1"/>
          </p:cNvSpPr>
          <p:nvPr/>
        </p:nvSpPr>
        <p:spPr>
          <a:xfrm>
            <a:off x="457200" y="381000"/>
            <a:ext cx="5334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57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7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7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D6AAF3E-C740-4E69-BB16-0BD5616DFC59}"/>
              </a:ext>
            </a:extLst>
          </p:cNvPr>
          <p:cNvSpPr>
            <a:spLocks noGrp="1"/>
          </p:cNvSpPr>
          <p:nvPr/>
        </p:nvSpPr>
        <p:spPr>
          <a:xfrm>
            <a:off x="1219200" y="209550"/>
            <a:ext cx="8382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400" b="1" i="0">
                <a:solidFill>
                  <a:srgbClr val="FFFFFF"/>
                </a:solidFill>
                <a:latin typeface="Cambria"/>
                <a:ea typeface="Cambria"/>
                <a:cs typeface="Cambria"/>
              </a:defRPr>
            </a:pPr>
            <a:r>
              <a:rPr sz="2400" b="1" i="0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Burns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4A5AE50-3403-46B0-B7FD-1472C9C0C942}"/>
              </a:ext>
            </a:extLst>
          </p:cNvPr>
          <p:cNvSpPr>
            <a:spLocks noGrp="1"/>
          </p:cNvSpPr>
          <p:nvPr/>
        </p:nvSpPr>
        <p:spPr>
          <a:xfrm>
            <a:off x="1219200" y="666750"/>
            <a:ext cx="8382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125" b="0" i="1">
                <a:solidFill>
                  <a:srgbClr val="E6F5F3"/>
                </a:solidFill>
                <a:latin typeface="Calibri"/>
                <a:ea typeface="Calibri"/>
                <a:cs typeface="Calibri"/>
              </a:defRPr>
            </a:pPr>
            <a:r>
              <a:rPr sz="1125" b="0" i="1">
                <a:solidFill>
                  <a:srgbClr val="E6F5F3"/>
                </a:solidFill>
                <a:latin typeface="Calibri"/>
                <a:ea typeface="Calibri"/>
                <a:cs typeface="Calibri"/>
              </a:rPr>
              <a:t>9 times asked | 9 Write Notes | 0 Short Answers | part 1 of 3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0F6B6F63-A47C-40B3-B828-ADE4B478E98E}"/>
              </a:ext>
            </a:extLst>
          </p:cNvPr>
          <p:cNvSpPr>
            <a:spLocks noGrp="1"/>
          </p:cNvSpPr>
          <p:nvPr/>
        </p:nvSpPr>
        <p:spPr>
          <a:xfrm>
            <a:off x="9886950" y="381000"/>
            <a:ext cx="1714500" cy="285750"/>
          </a:xfrm>
          <a:prstGeom prst="roundRect">
            <a:avLst>
              <a:gd name="adj" fmla="val 40000"/>
            </a:avLst>
          </a:prstGeom>
          <a:solidFill>
            <a:srgbClr val="016B78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Rank 7/55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64F24F4-A1A9-4F72-96DD-8D87987DEFB8}"/>
              </a:ext>
            </a:extLst>
          </p:cNvPr>
          <p:cNvSpPr>
            <a:spLocks noGrp="1"/>
          </p:cNvSpPr>
          <p:nvPr/>
        </p:nvSpPr>
        <p:spPr>
          <a:xfrm>
            <a:off x="552450" y="1200150"/>
            <a:ext cx="4000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1" i="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pPr>
            <a:r>
              <a:rPr sz="1275" b="1" i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Highlighted asked questions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B18A8160-18FF-4E6F-898F-8E82E8901E7C}"/>
              </a:ext>
            </a:extLst>
          </p:cNvPr>
          <p:cNvSpPr>
            <a:spLocks noGrp="1"/>
          </p:cNvSpPr>
          <p:nvPr/>
        </p:nvSpPr>
        <p:spPr>
          <a:xfrm>
            <a:off x="552450" y="1562100"/>
            <a:ext cx="11087100" cy="1066800"/>
          </a:xfrm>
          <a:prstGeom prst="roundRect">
            <a:avLst>
              <a:gd name="adj" fmla="val 7143"/>
            </a:avLst>
          </a:prstGeom>
          <a:solidFill>
            <a:srgbClr val="FFF8D6"/>
          </a:solidFill>
          <a:ln w="9525">
            <a:solidFill>
              <a:srgbClr val="F2DF9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6A39281-E3AB-43FC-B14C-2B389D22DE86}"/>
              </a:ext>
            </a:extLst>
          </p:cNvPr>
          <p:cNvSpPr>
            <a:spLocks noGrp="1"/>
          </p:cNvSpPr>
          <p:nvPr/>
        </p:nvSpPr>
        <p:spPr>
          <a:xfrm>
            <a:off x="552450" y="1562100"/>
            <a:ext cx="76200" cy="1066800"/>
          </a:xfrm>
          <a:prstGeom prst="rect">
            <a:avLst/>
          </a:prstGeom>
          <a:solidFill>
            <a:srgbClr val="F6C343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17C88AFE-A45D-4752-BEF4-981E3A554194}"/>
              </a:ext>
            </a:extLst>
          </p:cNvPr>
          <p:cNvSpPr>
            <a:spLocks noGrp="1"/>
          </p:cNvSpPr>
          <p:nvPr/>
        </p:nvSpPr>
        <p:spPr>
          <a:xfrm>
            <a:off x="762000" y="1733550"/>
            <a:ext cx="990600" cy="285750"/>
          </a:xfrm>
          <a:prstGeom prst="roundRect">
            <a:avLst>
              <a:gd name="adj" fmla="val 40000"/>
            </a:avLst>
          </a:prstGeom>
          <a:solidFill>
            <a:srgbClr val="02809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OCT 2018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4293DB71-0128-4DCB-AA84-9C3CA8232D73}"/>
              </a:ext>
            </a:extLst>
          </p:cNvPr>
          <p:cNvSpPr>
            <a:spLocks noGrp="1"/>
          </p:cNvSpPr>
          <p:nvPr/>
        </p:nvSpPr>
        <p:spPr>
          <a:xfrm>
            <a:off x="1885950" y="1733550"/>
            <a:ext cx="1219200" cy="285750"/>
          </a:xfrm>
          <a:prstGeom prst="roundRect">
            <a:avLst>
              <a:gd name="adj" fmla="val 40000"/>
            </a:avLst>
          </a:prstGeom>
          <a:solidFill>
            <a:srgbClr val="02809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Write Notes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A01C7913-F2D7-4549-ACD0-7EE24AE1C985}"/>
              </a:ext>
            </a:extLst>
          </p:cNvPr>
          <p:cNvSpPr>
            <a:spLocks noGrp="1"/>
          </p:cNvSpPr>
          <p:nvPr/>
        </p:nvSpPr>
        <p:spPr>
          <a:xfrm>
            <a:off x="3238500" y="1733550"/>
            <a:ext cx="514350" cy="285750"/>
          </a:xfrm>
          <a:prstGeom prst="roundRect">
            <a:avLst>
              <a:gd name="adj" fmla="val 40000"/>
            </a:avLst>
          </a:prstGeom>
          <a:solidFill>
            <a:srgbClr val="7C6A0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Q8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378578D-B261-4488-BB13-6C029A8CB02E}"/>
              </a:ext>
            </a:extLst>
          </p:cNvPr>
          <p:cNvSpPr>
            <a:spLocks noGrp="1"/>
          </p:cNvSpPr>
          <p:nvPr/>
        </p:nvSpPr>
        <p:spPr>
          <a:xfrm>
            <a:off x="10763250" y="1733550"/>
            <a:ext cx="666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pPr>
            <a:r>
              <a: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1 of 9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D7F582F-3F8D-4868-A11F-3A4540B5222D}"/>
              </a:ext>
            </a:extLst>
          </p:cNvPr>
          <p:cNvSpPr>
            <a:spLocks noGrp="1"/>
          </p:cNvSpPr>
          <p:nvPr/>
        </p:nvSpPr>
        <p:spPr>
          <a:xfrm>
            <a:off x="762000" y="2114550"/>
            <a:ext cx="106489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 i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rPr sz="1200" b="0" i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Cantharis and Kreosote in burns.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302F5231-55D9-4904-928C-4D624EDFFDA4}"/>
              </a:ext>
            </a:extLst>
          </p:cNvPr>
          <p:cNvSpPr>
            <a:spLocks noGrp="1"/>
          </p:cNvSpPr>
          <p:nvPr/>
        </p:nvSpPr>
        <p:spPr>
          <a:xfrm>
            <a:off x="552450" y="2800350"/>
            <a:ext cx="11087100" cy="1066800"/>
          </a:xfrm>
          <a:prstGeom prst="roundRect">
            <a:avLst>
              <a:gd name="adj" fmla="val 7143"/>
            </a:avLst>
          </a:prstGeom>
          <a:solidFill>
            <a:srgbClr val="FFF8D6"/>
          </a:solidFill>
          <a:ln w="9525">
            <a:solidFill>
              <a:srgbClr val="F2DF9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6B8F434-B100-4814-992D-F6C1CD798AEC}"/>
              </a:ext>
            </a:extLst>
          </p:cNvPr>
          <p:cNvSpPr>
            <a:spLocks noGrp="1"/>
          </p:cNvSpPr>
          <p:nvPr/>
        </p:nvSpPr>
        <p:spPr>
          <a:xfrm>
            <a:off x="552450" y="2800350"/>
            <a:ext cx="76200" cy="1066800"/>
          </a:xfrm>
          <a:prstGeom prst="rect">
            <a:avLst/>
          </a:prstGeom>
          <a:solidFill>
            <a:srgbClr val="F6C343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E8DDF697-D732-455F-BE26-6C06F229E090}"/>
              </a:ext>
            </a:extLst>
          </p:cNvPr>
          <p:cNvSpPr>
            <a:spLocks noGrp="1"/>
          </p:cNvSpPr>
          <p:nvPr/>
        </p:nvSpPr>
        <p:spPr>
          <a:xfrm>
            <a:off x="762000" y="2971800"/>
            <a:ext cx="990600" cy="285750"/>
          </a:xfrm>
          <a:prstGeom prst="roundRect">
            <a:avLst>
              <a:gd name="adj" fmla="val 40000"/>
            </a:avLst>
          </a:prstGeom>
          <a:solidFill>
            <a:srgbClr val="02809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OCT 2019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CD2D31E2-93E4-4BE7-BB63-CF403FF11B49}"/>
              </a:ext>
            </a:extLst>
          </p:cNvPr>
          <p:cNvSpPr>
            <a:spLocks noGrp="1"/>
          </p:cNvSpPr>
          <p:nvPr/>
        </p:nvSpPr>
        <p:spPr>
          <a:xfrm>
            <a:off x="1885950" y="2971800"/>
            <a:ext cx="1219200" cy="285750"/>
          </a:xfrm>
          <a:prstGeom prst="roundRect">
            <a:avLst>
              <a:gd name="adj" fmla="val 40000"/>
            </a:avLst>
          </a:prstGeom>
          <a:solidFill>
            <a:srgbClr val="02809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Write Notes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869C02C3-3F99-466D-88E3-94820BABC5C4}"/>
              </a:ext>
            </a:extLst>
          </p:cNvPr>
          <p:cNvSpPr>
            <a:spLocks noGrp="1"/>
          </p:cNvSpPr>
          <p:nvPr/>
        </p:nvSpPr>
        <p:spPr>
          <a:xfrm>
            <a:off x="3238500" y="2971800"/>
            <a:ext cx="514350" cy="285750"/>
          </a:xfrm>
          <a:prstGeom prst="roundRect">
            <a:avLst>
              <a:gd name="adj" fmla="val 40000"/>
            </a:avLst>
          </a:prstGeom>
          <a:solidFill>
            <a:srgbClr val="7C6A0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Q6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C4A0E1A-76B0-40BD-BD93-F3C368BC4C1B}"/>
              </a:ext>
            </a:extLst>
          </p:cNvPr>
          <p:cNvSpPr>
            <a:spLocks noGrp="1"/>
          </p:cNvSpPr>
          <p:nvPr/>
        </p:nvSpPr>
        <p:spPr>
          <a:xfrm>
            <a:off x="10763250" y="2971800"/>
            <a:ext cx="666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pPr>
            <a:r>
              <a: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2 of 9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318EC07-2813-4EF5-8635-BED7EDC0613F}"/>
              </a:ext>
            </a:extLst>
          </p:cNvPr>
          <p:cNvSpPr>
            <a:spLocks noGrp="1"/>
          </p:cNvSpPr>
          <p:nvPr/>
        </p:nvSpPr>
        <p:spPr>
          <a:xfrm>
            <a:off x="762000" y="3352800"/>
            <a:ext cx="106489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 i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rPr sz="1200" b="0" i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Cantharis and Urtica urens in Burns.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638FB255-2D12-4AE3-BFB5-8AFDB80B415D}"/>
              </a:ext>
            </a:extLst>
          </p:cNvPr>
          <p:cNvSpPr>
            <a:spLocks noGrp="1"/>
          </p:cNvSpPr>
          <p:nvPr/>
        </p:nvSpPr>
        <p:spPr>
          <a:xfrm>
            <a:off x="552450" y="4038600"/>
            <a:ext cx="11087100" cy="1066800"/>
          </a:xfrm>
          <a:prstGeom prst="roundRect">
            <a:avLst>
              <a:gd name="adj" fmla="val 7143"/>
            </a:avLst>
          </a:prstGeom>
          <a:solidFill>
            <a:srgbClr val="FFF8D6"/>
          </a:solidFill>
          <a:ln w="9525">
            <a:solidFill>
              <a:srgbClr val="F2DF9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9EF1E73-6D7E-4E75-A0DA-A5A03E3C2DC9}"/>
              </a:ext>
            </a:extLst>
          </p:cNvPr>
          <p:cNvSpPr>
            <a:spLocks noGrp="1"/>
          </p:cNvSpPr>
          <p:nvPr/>
        </p:nvSpPr>
        <p:spPr>
          <a:xfrm>
            <a:off x="552450" y="4038600"/>
            <a:ext cx="76200" cy="1066800"/>
          </a:xfrm>
          <a:prstGeom prst="rect">
            <a:avLst/>
          </a:prstGeom>
          <a:solidFill>
            <a:srgbClr val="F6C343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7C746DE5-D180-475B-9CFA-E7C4EAE6FFF5}"/>
              </a:ext>
            </a:extLst>
          </p:cNvPr>
          <p:cNvSpPr>
            <a:spLocks noGrp="1"/>
          </p:cNvSpPr>
          <p:nvPr/>
        </p:nvSpPr>
        <p:spPr>
          <a:xfrm>
            <a:off x="762000" y="4210050"/>
            <a:ext cx="990600" cy="285750"/>
          </a:xfrm>
          <a:prstGeom prst="roundRect">
            <a:avLst>
              <a:gd name="adj" fmla="val 40000"/>
            </a:avLst>
          </a:prstGeom>
          <a:solidFill>
            <a:srgbClr val="02809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SEP 2021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DFC5DE55-FA76-482A-8AEE-B4C371FABCDB}"/>
              </a:ext>
            </a:extLst>
          </p:cNvPr>
          <p:cNvSpPr>
            <a:spLocks noGrp="1"/>
          </p:cNvSpPr>
          <p:nvPr/>
        </p:nvSpPr>
        <p:spPr>
          <a:xfrm>
            <a:off x="1885950" y="4210050"/>
            <a:ext cx="1219200" cy="285750"/>
          </a:xfrm>
          <a:prstGeom prst="roundRect">
            <a:avLst>
              <a:gd name="adj" fmla="val 40000"/>
            </a:avLst>
          </a:prstGeom>
          <a:solidFill>
            <a:srgbClr val="02809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Write Notes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2623F91E-4F49-423F-B36C-C93EE7C48327}"/>
              </a:ext>
            </a:extLst>
          </p:cNvPr>
          <p:cNvSpPr>
            <a:spLocks noGrp="1"/>
          </p:cNvSpPr>
          <p:nvPr/>
        </p:nvSpPr>
        <p:spPr>
          <a:xfrm>
            <a:off x="3238500" y="4210050"/>
            <a:ext cx="514350" cy="285750"/>
          </a:xfrm>
          <a:prstGeom prst="roundRect">
            <a:avLst>
              <a:gd name="adj" fmla="val 40000"/>
            </a:avLst>
          </a:prstGeom>
          <a:solidFill>
            <a:srgbClr val="7C6A0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Q4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43F7799E-4768-41B6-A504-92FA74DF3D36}"/>
              </a:ext>
            </a:extLst>
          </p:cNvPr>
          <p:cNvSpPr>
            <a:spLocks noGrp="1"/>
          </p:cNvSpPr>
          <p:nvPr/>
        </p:nvSpPr>
        <p:spPr>
          <a:xfrm>
            <a:off x="10763250" y="4210050"/>
            <a:ext cx="666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pPr>
            <a:r>
              <a: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3 of 9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B909F2C9-F718-4B79-A7C5-FF477E929C2A}"/>
              </a:ext>
            </a:extLst>
          </p:cNvPr>
          <p:cNvSpPr>
            <a:spLocks noGrp="1"/>
          </p:cNvSpPr>
          <p:nvPr/>
        </p:nvSpPr>
        <p:spPr>
          <a:xfrm>
            <a:off x="762000" y="4591050"/>
            <a:ext cx="106489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 i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rPr sz="1200" b="0" i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Rule of nine.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8B001455-EDE4-4883-8FEE-E9DA0045A888}"/>
              </a:ext>
            </a:extLst>
          </p:cNvPr>
          <p:cNvSpPr>
            <a:spLocks noGrp="1"/>
          </p:cNvSpPr>
          <p:nvPr/>
        </p:nvSpPr>
        <p:spPr>
          <a:xfrm>
            <a:off x="552450" y="5276850"/>
            <a:ext cx="11087100" cy="1066800"/>
          </a:xfrm>
          <a:prstGeom prst="roundRect">
            <a:avLst>
              <a:gd name="adj" fmla="val 7143"/>
            </a:avLst>
          </a:prstGeom>
          <a:solidFill>
            <a:srgbClr val="FFF8D6"/>
          </a:solidFill>
          <a:ln w="9525">
            <a:solidFill>
              <a:srgbClr val="F2DF9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1F5576AF-17AB-4D28-B0A0-53AB75455891}"/>
              </a:ext>
            </a:extLst>
          </p:cNvPr>
          <p:cNvSpPr>
            <a:spLocks noGrp="1"/>
          </p:cNvSpPr>
          <p:nvPr/>
        </p:nvSpPr>
        <p:spPr>
          <a:xfrm>
            <a:off x="552450" y="5276850"/>
            <a:ext cx="76200" cy="1066800"/>
          </a:xfrm>
          <a:prstGeom prst="rect">
            <a:avLst/>
          </a:prstGeom>
          <a:solidFill>
            <a:srgbClr val="F6C343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21D0B970-7B58-43E9-B650-085C5A8E30ED}"/>
              </a:ext>
            </a:extLst>
          </p:cNvPr>
          <p:cNvSpPr>
            <a:spLocks noGrp="1"/>
          </p:cNvSpPr>
          <p:nvPr/>
        </p:nvSpPr>
        <p:spPr>
          <a:xfrm>
            <a:off x="762000" y="5448300"/>
            <a:ext cx="990600" cy="285750"/>
          </a:xfrm>
          <a:prstGeom prst="roundRect">
            <a:avLst>
              <a:gd name="adj" fmla="val 40000"/>
            </a:avLst>
          </a:prstGeom>
          <a:solidFill>
            <a:srgbClr val="02809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SEP 2021</a:t>
            </a: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EE2CE4BB-5627-4983-8F8E-0A741CF3E27B}"/>
              </a:ext>
            </a:extLst>
          </p:cNvPr>
          <p:cNvSpPr>
            <a:spLocks noGrp="1"/>
          </p:cNvSpPr>
          <p:nvPr/>
        </p:nvSpPr>
        <p:spPr>
          <a:xfrm>
            <a:off x="1885950" y="5448300"/>
            <a:ext cx="1219200" cy="285750"/>
          </a:xfrm>
          <a:prstGeom prst="roundRect">
            <a:avLst>
              <a:gd name="adj" fmla="val 40000"/>
            </a:avLst>
          </a:prstGeom>
          <a:solidFill>
            <a:srgbClr val="02809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Write Notes</a:t>
            </a: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247DDBD1-17C5-43B6-9A19-DB0351BD28D1}"/>
              </a:ext>
            </a:extLst>
          </p:cNvPr>
          <p:cNvSpPr>
            <a:spLocks noGrp="1"/>
          </p:cNvSpPr>
          <p:nvPr/>
        </p:nvSpPr>
        <p:spPr>
          <a:xfrm>
            <a:off x="3238500" y="5448300"/>
            <a:ext cx="514350" cy="285750"/>
          </a:xfrm>
          <a:prstGeom prst="roundRect">
            <a:avLst>
              <a:gd name="adj" fmla="val 40000"/>
            </a:avLst>
          </a:prstGeom>
          <a:solidFill>
            <a:srgbClr val="7C6A0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Q7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B1354EEB-7EB2-4F34-B6D8-3806A30E2E79}"/>
              </a:ext>
            </a:extLst>
          </p:cNvPr>
          <p:cNvSpPr>
            <a:spLocks noGrp="1"/>
          </p:cNvSpPr>
          <p:nvPr/>
        </p:nvSpPr>
        <p:spPr>
          <a:xfrm>
            <a:off x="10763250" y="5448300"/>
            <a:ext cx="666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pPr>
            <a:r>
              <a: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4 of 9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925251F3-4672-44D7-97A2-DCD29B56D2D6}"/>
              </a:ext>
            </a:extLst>
          </p:cNvPr>
          <p:cNvSpPr>
            <a:spLocks noGrp="1"/>
          </p:cNvSpPr>
          <p:nvPr/>
        </p:nvSpPr>
        <p:spPr>
          <a:xfrm>
            <a:off x="762000" y="5829300"/>
            <a:ext cx="106489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 i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rPr sz="1200" b="0" i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Burns-Two indicated remedies.</a:t>
            </a:r>
          </a:p>
        </p:txBody>
      </p:sp>
    </p:spTree>
    <p:extLst>
      <p:ext uri="{BB962C8B-B14F-4D97-AF65-F5344CB8AC3E}">
        <p14:creationId xmlns:p14="http://schemas.microsoft.com/office/powerpoint/2010/main" val="24106928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 35">
            <a:extLst>
              <a:ext uri="{FF2B5EF4-FFF2-40B4-BE49-F238E27FC236}">
                <a16:creationId xmlns:a16="http://schemas.microsoft.com/office/drawing/2014/main" id="{4935FD34-1586-4D03-9450-317E1B71E3C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066800"/>
          </a:xfrm>
          <a:prstGeom prst="rect">
            <a:avLst/>
          </a:prstGeom>
          <a:solidFill>
            <a:srgbClr val="028090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689139A0-78A3-4C1A-8A34-C333E6A4DBAA}"/>
              </a:ext>
            </a:extLst>
          </p:cNvPr>
          <p:cNvSpPr>
            <a:spLocks noGrp="1"/>
          </p:cNvSpPr>
          <p:nvPr/>
        </p:nvSpPr>
        <p:spPr>
          <a:xfrm>
            <a:off x="457200" y="285750"/>
            <a:ext cx="533400" cy="533400"/>
          </a:xfrm>
          <a:prstGeom prst="ellipse">
            <a:avLst/>
          </a:prstGeom>
          <a:solidFill>
            <a:srgbClr val="00A896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13A73FC-D6CB-4DDC-AC7B-C9ADB16FE55A}"/>
              </a:ext>
            </a:extLst>
          </p:cNvPr>
          <p:cNvSpPr>
            <a:spLocks noGrp="1"/>
          </p:cNvSpPr>
          <p:nvPr/>
        </p:nvSpPr>
        <p:spPr>
          <a:xfrm>
            <a:off x="457200" y="381000"/>
            <a:ext cx="5334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57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7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7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11DF785-0666-4B27-B032-24625B695014}"/>
              </a:ext>
            </a:extLst>
          </p:cNvPr>
          <p:cNvSpPr>
            <a:spLocks noGrp="1"/>
          </p:cNvSpPr>
          <p:nvPr/>
        </p:nvSpPr>
        <p:spPr>
          <a:xfrm>
            <a:off x="1219200" y="209550"/>
            <a:ext cx="8382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400" b="1" i="0">
                <a:solidFill>
                  <a:srgbClr val="FFFFFF"/>
                </a:solidFill>
                <a:latin typeface="Cambria"/>
                <a:ea typeface="Cambria"/>
                <a:cs typeface="Cambria"/>
              </a:defRPr>
            </a:pPr>
            <a:r>
              <a:rPr sz="2400" b="1" i="0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Burns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21FAF9A-759F-4120-8668-1DCAC89C2F5B}"/>
              </a:ext>
            </a:extLst>
          </p:cNvPr>
          <p:cNvSpPr>
            <a:spLocks noGrp="1"/>
          </p:cNvSpPr>
          <p:nvPr/>
        </p:nvSpPr>
        <p:spPr>
          <a:xfrm>
            <a:off x="1219200" y="666750"/>
            <a:ext cx="8382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125" b="0" i="1">
                <a:solidFill>
                  <a:srgbClr val="E6F5F3"/>
                </a:solidFill>
                <a:latin typeface="Calibri"/>
                <a:ea typeface="Calibri"/>
                <a:cs typeface="Calibri"/>
              </a:defRPr>
            </a:pPr>
            <a:r>
              <a:rPr sz="1125" b="0" i="1">
                <a:solidFill>
                  <a:srgbClr val="E6F5F3"/>
                </a:solidFill>
                <a:latin typeface="Calibri"/>
                <a:ea typeface="Calibri"/>
                <a:cs typeface="Calibri"/>
              </a:rPr>
              <a:t>9 times asked | 9 Write Notes | 0 Short Answers | part 2 of 3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1C5D3956-4AB6-46D7-B270-C8712FD94359}"/>
              </a:ext>
            </a:extLst>
          </p:cNvPr>
          <p:cNvSpPr>
            <a:spLocks noGrp="1"/>
          </p:cNvSpPr>
          <p:nvPr/>
        </p:nvSpPr>
        <p:spPr>
          <a:xfrm>
            <a:off x="9886950" y="381000"/>
            <a:ext cx="1714500" cy="285750"/>
          </a:xfrm>
          <a:prstGeom prst="roundRect">
            <a:avLst>
              <a:gd name="adj" fmla="val 40000"/>
            </a:avLst>
          </a:prstGeom>
          <a:solidFill>
            <a:srgbClr val="016B78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Rank 7/55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4ECFB6E-A1B7-4402-8ECA-F389F92C3EFE}"/>
              </a:ext>
            </a:extLst>
          </p:cNvPr>
          <p:cNvSpPr>
            <a:spLocks noGrp="1"/>
          </p:cNvSpPr>
          <p:nvPr/>
        </p:nvSpPr>
        <p:spPr>
          <a:xfrm>
            <a:off x="552450" y="1200150"/>
            <a:ext cx="4000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1" i="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pPr>
            <a:r>
              <a:rPr sz="1275" b="1" i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Highlighted asked questions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3F687B4C-4E9D-4FE2-AE64-99A741AB6DC8}"/>
              </a:ext>
            </a:extLst>
          </p:cNvPr>
          <p:cNvSpPr>
            <a:spLocks noGrp="1"/>
          </p:cNvSpPr>
          <p:nvPr/>
        </p:nvSpPr>
        <p:spPr>
          <a:xfrm>
            <a:off x="552450" y="1562100"/>
            <a:ext cx="11087100" cy="1066800"/>
          </a:xfrm>
          <a:prstGeom prst="roundRect">
            <a:avLst>
              <a:gd name="adj" fmla="val 7143"/>
            </a:avLst>
          </a:prstGeom>
          <a:solidFill>
            <a:srgbClr val="FFF8D6"/>
          </a:solidFill>
          <a:ln w="9525">
            <a:solidFill>
              <a:srgbClr val="F2DF9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A993B2B-99C9-41FF-AA0A-605B65C382AF}"/>
              </a:ext>
            </a:extLst>
          </p:cNvPr>
          <p:cNvSpPr>
            <a:spLocks noGrp="1"/>
          </p:cNvSpPr>
          <p:nvPr/>
        </p:nvSpPr>
        <p:spPr>
          <a:xfrm>
            <a:off x="552450" y="1562100"/>
            <a:ext cx="76200" cy="1066800"/>
          </a:xfrm>
          <a:prstGeom prst="rect">
            <a:avLst/>
          </a:prstGeom>
          <a:solidFill>
            <a:srgbClr val="F6C343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3F8B9C74-E1FC-4D40-B0BE-6E15E3F5FFA5}"/>
              </a:ext>
            </a:extLst>
          </p:cNvPr>
          <p:cNvSpPr>
            <a:spLocks noGrp="1"/>
          </p:cNvSpPr>
          <p:nvPr/>
        </p:nvSpPr>
        <p:spPr>
          <a:xfrm>
            <a:off x="762000" y="1733550"/>
            <a:ext cx="990600" cy="285750"/>
          </a:xfrm>
          <a:prstGeom prst="roundRect">
            <a:avLst>
              <a:gd name="adj" fmla="val 40000"/>
            </a:avLst>
          </a:prstGeom>
          <a:solidFill>
            <a:srgbClr val="02809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MAY 2022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17BB16C0-64DC-44FA-AAF7-74079B174F4A}"/>
              </a:ext>
            </a:extLst>
          </p:cNvPr>
          <p:cNvSpPr>
            <a:spLocks noGrp="1"/>
          </p:cNvSpPr>
          <p:nvPr/>
        </p:nvSpPr>
        <p:spPr>
          <a:xfrm>
            <a:off x="1885950" y="1733550"/>
            <a:ext cx="1219200" cy="285750"/>
          </a:xfrm>
          <a:prstGeom prst="roundRect">
            <a:avLst>
              <a:gd name="adj" fmla="val 40000"/>
            </a:avLst>
          </a:prstGeom>
          <a:solidFill>
            <a:srgbClr val="02809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Write Notes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6B748495-817F-4414-9427-66C2981E522C}"/>
              </a:ext>
            </a:extLst>
          </p:cNvPr>
          <p:cNvSpPr>
            <a:spLocks noGrp="1"/>
          </p:cNvSpPr>
          <p:nvPr/>
        </p:nvSpPr>
        <p:spPr>
          <a:xfrm>
            <a:off x="3238500" y="1733550"/>
            <a:ext cx="514350" cy="285750"/>
          </a:xfrm>
          <a:prstGeom prst="roundRect">
            <a:avLst>
              <a:gd name="adj" fmla="val 40000"/>
            </a:avLst>
          </a:prstGeom>
          <a:solidFill>
            <a:srgbClr val="7C6A0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Q2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AE48325-ED23-4C48-ABC6-64778CF6469D}"/>
              </a:ext>
            </a:extLst>
          </p:cNvPr>
          <p:cNvSpPr>
            <a:spLocks noGrp="1"/>
          </p:cNvSpPr>
          <p:nvPr/>
        </p:nvSpPr>
        <p:spPr>
          <a:xfrm>
            <a:off x="10763250" y="1733550"/>
            <a:ext cx="666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pPr>
            <a:r>
              <a: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5 of 9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4EE1ABB-55FF-4060-B954-F092D28B5251}"/>
              </a:ext>
            </a:extLst>
          </p:cNvPr>
          <p:cNvSpPr>
            <a:spLocks noGrp="1"/>
          </p:cNvSpPr>
          <p:nvPr/>
        </p:nvSpPr>
        <p:spPr>
          <a:xfrm>
            <a:off x="762000" y="2114550"/>
            <a:ext cx="106489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 i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rPr sz="1200" b="0" i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Effects of Burn injury, write two drugs with indicatoin.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0007D915-BDBD-43F9-9D02-DC81A5D75F4E}"/>
              </a:ext>
            </a:extLst>
          </p:cNvPr>
          <p:cNvSpPr>
            <a:spLocks noGrp="1"/>
          </p:cNvSpPr>
          <p:nvPr/>
        </p:nvSpPr>
        <p:spPr>
          <a:xfrm>
            <a:off x="552450" y="2800350"/>
            <a:ext cx="11087100" cy="1066800"/>
          </a:xfrm>
          <a:prstGeom prst="roundRect">
            <a:avLst>
              <a:gd name="adj" fmla="val 7143"/>
            </a:avLst>
          </a:prstGeom>
          <a:solidFill>
            <a:srgbClr val="FFF8D6"/>
          </a:solidFill>
          <a:ln w="9525">
            <a:solidFill>
              <a:srgbClr val="F2DF9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EA353E0-0352-4D61-B65A-9B996932CF4D}"/>
              </a:ext>
            </a:extLst>
          </p:cNvPr>
          <p:cNvSpPr>
            <a:spLocks noGrp="1"/>
          </p:cNvSpPr>
          <p:nvPr/>
        </p:nvSpPr>
        <p:spPr>
          <a:xfrm>
            <a:off x="552450" y="2800350"/>
            <a:ext cx="76200" cy="1066800"/>
          </a:xfrm>
          <a:prstGeom prst="rect">
            <a:avLst/>
          </a:prstGeom>
          <a:solidFill>
            <a:srgbClr val="F6C343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25581D09-1490-4096-AF87-67C90728BC87}"/>
              </a:ext>
            </a:extLst>
          </p:cNvPr>
          <p:cNvSpPr>
            <a:spLocks noGrp="1"/>
          </p:cNvSpPr>
          <p:nvPr/>
        </p:nvSpPr>
        <p:spPr>
          <a:xfrm>
            <a:off x="762000" y="2971800"/>
            <a:ext cx="990600" cy="285750"/>
          </a:xfrm>
          <a:prstGeom prst="roundRect">
            <a:avLst>
              <a:gd name="adj" fmla="val 40000"/>
            </a:avLst>
          </a:prstGeom>
          <a:solidFill>
            <a:srgbClr val="02809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MAR 2023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3133F698-8CED-43B1-B634-CCBFE49CD5B8}"/>
              </a:ext>
            </a:extLst>
          </p:cNvPr>
          <p:cNvSpPr>
            <a:spLocks noGrp="1"/>
          </p:cNvSpPr>
          <p:nvPr/>
        </p:nvSpPr>
        <p:spPr>
          <a:xfrm>
            <a:off x="1885950" y="2971800"/>
            <a:ext cx="1219200" cy="285750"/>
          </a:xfrm>
          <a:prstGeom prst="roundRect">
            <a:avLst>
              <a:gd name="adj" fmla="val 40000"/>
            </a:avLst>
          </a:prstGeom>
          <a:solidFill>
            <a:srgbClr val="02809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Write Notes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62275840-B0E4-49D8-8C56-DA1D90F07293}"/>
              </a:ext>
            </a:extLst>
          </p:cNvPr>
          <p:cNvSpPr>
            <a:spLocks noGrp="1"/>
          </p:cNvSpPr>
          <p:nvPr/>
        </p:nvSpPr>
        <p:spPr>
          <a:xfrm>
            <a:off x="3238500" y="2971800"/>
            <a:ext cx="514350" cy="285750"/>
          </a:xfrm>
          <a:prstGeom prst="roundRect">
            <a:avLst>
              <a:gd name="adj" fmla="val 40000"/>
            </a:avLst>
          </a:prstGeom>
          <a:solidFill>
            <a:srgbClr val="7C6A0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Q7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7D47ECE-8929-466C-B197-469FBF720D25}"/>
              </a:ext>
            </a:extLst>
          </p:cNvPr>
          <p:cNvSpPr>
            <a:spLocks noGrp="1"/>
          </p:cNvSpPr>
          <p:nvPr/>
        </p:nvSpPr>
        <p:spPr>
          <a:xfrm>
            <a:off x="10763250" y="2971800"/>
            <a:ext cx="666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pPr>
            <a:r>
              <a: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6 of 9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7B07CB6-BCF8-4471-A89A-B7E836C9BF3C}"/>
              </a:ext>
            </a:extLst>
          </p:cNvPr>
          <p:cNvSpPr>
            <a:spLocks noGrp="1"/>
          </p:cNvSpPr>
          <p:nvPr/>
        </p:nvSpPr>
        <p:spPr>
          <a:xfrm>
            <a:off x="762000" y="3352800"/>
            <a:ext cx="106489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 i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rPr sz="1200" b="0" i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Urlicaurans and Cantharis in burns.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4C3562FC-FB81-49A0-9554-54AD7EA7AD59}"/>
              </a:ext>
            </a:extLst>
          </p:cNvPr>
          <p:cNvSpPr>
            <a:spLocks noGrp="1"/>
          </p:cNvSpPr>
          <p:nvPr/>
        </p:nvSpPr>
        <p:spPr>
          <a:xfrm>
            <a:off x="552450" y="4038600"/>
            <a:ext cx="11087100" cy="1066800"/>
          </a:xfrm>
          <a:prstGeom prst="roundRect">
            <a:avLst>
              <a:gd name="adj" fmla="val 7143"/>
            </a:avLst>
          </a:prstGeom>
          <a:solidFill>
            <a:srgbClr val="FFF8D6"/>
          </a:solidFill>
          <a:ln w="9525">
            <a:solidFill>
              <a:srgbClr val="F2DF9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1841A73-5460-4426-8403-FBFFB64FB2EB}"/>
              </a:ext>
            </a:extLst>
          </p:cNvPr>
          <p:cNvSpPr>
            <a:spLocks noGrp="1"/>
          </p:cNvSpPr>
          <p:nvPr/>
        </p:nvSpPr>
        <p:spPr>
          <a:xfrm>
            <a:off x="552450" y="4038600"/>
            <a:ext cx="76200" cy="1066800"/>
          </a:xfrm>
          <a:prstGeom prst="rect">
            <a:avLst/>
          </a:prstGeom>
          <a:solidFill>
            <a:srgbClr val="F6C343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F6463F5C-55DA-468F-9D2A-8FC3BE97018E}"/>
              </a:ext>
            </a:extLst>
          </p:cNvPr>
          <p:cNvSpPr>
            <a:spLocks noGrp="1"/>
          </p:cNvSpPr>
          <p:nvPr/>
        </p:nvSpPr>
        <p:spPr>
          <a:xfrm>
            <a:off x="762000" y="4210050"/>
            <a:ext cx="990600" cy="285750"/>
          </a:xfrm>
          <a:prstGeom prst="roundRect">
            <a:avLst>
              <a:gd name="adj" fmla="val 40000"/>
            </a:avLst>
          </a:prstGeom>
          <a:solidFill>
            <a:srgbClr val="02809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SEP 2023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CE4B907C-C81E-485B-BCA2-ACCABD5D736A}"/>
              </a:ext>
            </a:extLst>
          </p:cNvPr>
          <p:cNvSpPr>
            <a:spLocks noGrp="1"/>
          </p:cNvSpPr>
          <p:nvPr/>
        </p:nvSpPr>
        <p:spPr>
          <a:xfrm>
            <a:off x="1885950" y="4210050"/>
            <a:ext cx="1219200" cy="285750"/>
          </a:xfrm>
          <a:prstGeom prst="roundRect">
            <a:avLst>
              <a:gd name="adj" fmla="val 40000"/>
            </a:avLst>
          </a:prstGeom>
          <a:solidFill>
            <a:srgbClr val="02809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Write Notes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019AE74E-2472-4484-B7B4-90DC9D448070}"/>
              </a:ext>
            </a:extLst>
          </p:cNvPr>
          <p:cNvSpPr>
            <a:spLocks noGrp="1"/>
          </p:cNvSpPr>
          <p:nvPr/>
        </p:nvSpPr>
        <p:spPr>
          <a:xfrm>
            <a:off x="3238500" y="4210050"/>
            <a:ext cx="514350" cy="285750"/>
          </a:xfrm>
          <a:prstGeom prst="roundRect">
            <a:avLst>
              <a:gd name="adj" fmla="val 40000"/>
            </a:avLst>
          </a:prstGeom>
          <a:solidFill>
            <a:srgbClr val="7C6A0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Q5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F47A5EBB-F844-4694-ACA4-10DF188AC594}"/>
              </a:ext>
            </a:extLst>
          </p:cNvPr>
          <p:cNvSpPr>
            <a:spLocks noGrp="1"/>
          </p:cNvSpPr>
          <p:nvPr/>
        </p:nvSpPr>
        <p:spPr>
          <a:xfrm>
            <a:off x="10763250" y="4210050"/>
            <a:ext cx="666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pPr>
            <a:r>
              <a: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7 of 9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A6CA41BA-7EEA-4016-83F6-0F9B01F0F710}"/>
              </a:ext>
            </a:extLst>
          </p:cNvPr>
          <p:cNvSpPr>
            <a:spLocks noGrp="1"/>
          </p:cNvSpPr>
          <p:nvPr/>
        </p:nvSpPr>
        <p:spPr>
          <a:xfrm>
            <a:off x="762000" y="4591050"/>
            <a:ext cx="106489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 i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rPr sz="1200" b="0" i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Mangement of Burns.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BA8189FE-27BC-4628-9221-79F5ED58AF97}"/>
              </a:ext>
            </a:extLst>
          </p:cNvPr>
          <p:cNvSpPr>
            <a:spLocks noGrp="1"/>
          </p:cNvSpPr>
          <p:nvPr/>
        </p:nvSpPr>
        <p:spPr>
          <a:xfrm>
            <a:off x="552450" y="5276850"/>
            <a:ext cx="11087100" cy="1066800"/>
          </a:xfrm>
          <a:prstGeom prst="roundRect">
            <a:avLst>
              <a:gd name="adj" fmla="val 7143"/>
            </a:avLst>
          </a:prstGeom>
          <a:solidFill>
            <a:srgbClr val="FFF8D6"/>
          </a:solidFill>
          <a:ln w="9525">
            <a:solidFill>
              <a:srgbClr val="F2DF9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5C5FB1A8-1593-43D8-84CF-F573BFA52E91}"/>
              </a:ext>
            </a:extLst>
          </p:cNvPr>
          <p:cNvSpPr>
            <a:spLocks noGrp="1"/>
          </p:cNvSpPr>
          <p:nvPr/>
        </p:nvSpPr>
        <p:spPr>
          <a:xfrm>
            <a:off x="552450" y="5276850"/>
            <a:ext cx="76200" cy="1066800"/>
          </a:xfrm>
          <a:prstGeom prst="rect">
            <a:avLst/>
          </a:prstGeom>
          <a:solidFill>
            <a:srgbClr val="F6C343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5260CD39-8BA0-4CEE-9831-C898095E4B0C}"/>
              </a:ext>
            </a:extLst>
          </p:cNvPr>
          <p:cNvSpPr>
            <a:spLocks noGrp="1"/>
          </p:cNvSpPr>
          <p:nvPr/>
        </p:nvSpPr>
        <p:spPr>
          <a:xfrm>
            <a:off x="762000" y="5448300"/>
            <a:ext cx="990600" cy="285750"/>
          </a:xfrm>
          <a:prstGeom prst="roundRect">
            <a:avLst>
              <a:gd name="adj" fmla="val 40000"/>
            </a:avLst>
          </a:prstGeom>
          <a:solidFill>
            <a:srgbClr val="02809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AUG 2024</a:t>
            </a: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1DAA40D1-763D-4044-9E70-430E6DBCEABE}"/>
              </a:ext>
            </a:extLst>
          </p:cNvPr>
          <p:cNvSpPr>
            <a:spLocks noGrp="1"/>
          </p:cNvSpPr>
          <p:nvPr/>
        </p:nvSpPr>
        <p:spPr>
          <a:xfrm>
            <a:off x="1885950" y="5448300"/>
            <a:ext cx="1219200" cy="285750"/>
          </a:xfrm>
          <a:prstGeom prst="roundRect">
            <a:avLst>
              <a:gd name="adj" fmla="val 40000"/>
            </a:avLst>
          </a:prstGeom>
          <a:solidFill>
            <a:srgbClr val="02809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Write Notes</a:t>
            </a: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0DA21BB2-490F-4399-ADA5-416F8BD6969E}"/>
              </a:ext>
            </a:extLst>
          </p:cNvPr>
          <p:cNvSpPr>
            <a:spLocks noGrp="1"/>
          </p:cNvSpPr>
          <p:nvPr/>
        </p:nvSpPr>
        <p:spPr>
          <a:xfrm>
            <a:off x="3238500" y="5448300"/>
            <a:ext cx="514350" cy="285750"/>
          </a:xfrm>
          <a:prstGeom prst="roundRect">
            <a:avLst>
              <a:gd name="adj" fmla="val 40000"/>
            </a:avLst>
          </a:prstGeom>
          <a:solidFill>
            <a:srgbClr val="7C6A0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Q8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4F42C815-BFDD-4B80-9960-558B0028A430}"/>
              </a:ext>
            </a:extLst>
          </p:cNvPr>
          <p:cNvSpPr>
            <a:spLocks noGrp="1"/>
          </p:cNvSpPr>
          <p:nvPr/>
        </p:nvSpPr>
        <p:spPr>
          <a:xfrm>
            <a:off x="10763250" y="5448300"/>
            <a:ext cx="666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pPr>
            <a:r>
              <a: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8 of 9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A40F4ED8-5BF9-4E84-9B55-F164CD2A66F8}"/>
              </a:ext>
            </a:extLst>
          </p:cNvPr>
          <p:cNvSpPr>
            <a:spLocks noGrp="1"/>
          </p:cNvSpPr>
          <p:nvPr/>
        </p:nvSpPr>
        <p:spPr>
          <a:xfrm>
            <a:off x="762000" y="5829300"/>
            <a:ext cx="106489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 i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rPr sz="1200" b="0" i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Urtica urens and Cantharis in Burns.</a:t>
            </a:r>
          </a:p>
        </p:txBody>
      </p:sp>
    </p:spTree>
    <p:extLst>
      <p:ext uri="{BB962C8B-B14F-4D97-AF65-F5344CB8AC3E}">
        <p14:creationId xmlns:p14="http://schemas.microsoft.com/office/powerpoint/2010/main" val="110912827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BA937977-5AF1-4126-B074-E99CFD74437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066800"/>
          </a:xfrm>
          <a:prstGeom prst="rect">
            <a:avLst/>
          </a:prstGeom>
          <a:solidFill>
            <a:srgbClr val="028090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B730A09F-B04E-4A7D-8D54-922CD1AA9E33}"/>
              </a:ext>
            </a:extLst>
          </p:cNvPr>
          <p:cNvSpPr>
            <a:spLocks noGrp="1"/>
          </p:cNvSpPr>
          <p:nvPr/>
        </p:nvSpPr>
        <p:spPr>
          <a:xfrm>
            <a:off x="457200" y="285750"/>
            <a:ext cx="533400" cy="533400"/>
          </a:xfrm>
          <a:prstGeom prst="ellipse">
            <a:avLst/>
          </a:prstGeom>
          <a:solidFill>
            <a:srgbClr val="00A896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E7614AB-821A-45E9-8876-465D18B3C474}"/>
              </a:ext>
            </a:extLst>
          </p:cNvPr>
          <p:cNvSpPr>
            <a:spLocks noGrp="1"/>
          </p:cNvSpPr>
          <p:nvPr/>
        </p:nvSpPr>
        <p:spPr>
          <a:xfrm>
            <a:off x="457200" y="381000"/>
            <a:ext cx="5334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57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7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7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1624653-0401-4CF4-B19E-888A012BB7B4}"/>
              </a:ext>
            </a:extLst>
          </p:cNvPr>
          <p:cNvSpPr>
            <a:spLocks noGrp="1"/>
          </p:cNvSpPr>
          <p:nvPr/>
        </p:nvSpPr>
        <p:spPr>
          <a:xfrm>
            <a:off x="1219200" y="209550"/>
            <a:ext cx="8382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400" b="1" i="0">
                <a:solidFill>
                  <a:srgbClr val="FFFFFF"/>
                </a:solidFill>
                <a:latin typeface="Cambria"/>
                <a:ea typeface="Cambria"/>
                <a:cs typeface="Cambria"/>
              </a:defRPr>
            </a:pPr>
            <a:r>
              <a:rPr sz="2400" b="1" i="0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Burns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0B9EFF4-7A54-49AF-B0E3-2B60E20925D3}"/>
              </a:ext>
            </a:extLst>
          </p:cNvPr>
          <p:cNvSpPr>
            <a:spLocks noGrp="1"/>
          </p:cNvSpPr>
          <p:nvPr/>
        </p:nvSpPr>
        <p:spPr>
          <a:xfrm>
            <a:off x="1219200" y="666750"/>
            <a:ext cx="8382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125" b="0" i="1">
                <a:solidFill>
                  <a:srgbClr val="E6F5F3"/>
                </a:solidFill>
                <a:latin typeface="Calibri"/>
                <a:ea typeface="Calibri"/>
                <a:cs typeface="Calibri"/>
              </a:defRPr>
            </a:pPr>
            <a:r>
              <a:rPr sz="1125" b="0" i="1">
                <a:solidFill>
                  <a:srgbClr val="E6F5F3"/>
                </a:solidFill>
                <a:latin typeface="Calibri"/>
                <a:ea typeface="Calibri"/>
                <a:cs typeface="Calibri"/>
              </a:rPr>
              <a:t>9 times asked | 9 Write Notes | 0 Short Answers | part 3 of 3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FD80E9EF-FA45-4B0D-A01B-E89B85F7C960}"/>
              </a:ext>
            </a:extLst>
          </p:cNvPr>
          <p:cNvSpPr>
            <a:spLocks noGrp="1"/>
          </p:cNvSpPr>
          <p:nvPr/>
        </p:nvSpPr>
        <p:spPr>
          <a:xfrm>
            <a:off x="9886950" y="381000"/>
            <a:ext cx="1714500" cy="285750"/>
          </a:xfrm>
          <a:prstGeom prst="roundRect">
            <a:avLst>
              <a:gd name="adj" fmla="val 40000"/>
            </a:avLst>
          </a:prstGeom>
          <a:solidFill>
            <a:srgbClr val="016B78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Rank 7/55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F32DEE2-A879-4F65-9AB5-95318CF25E5B}"/>
              </a:ext>
            </a:extLst>
          </p:cNvPr>
          <p:cNvSpPr>
            <a:spLocks noGrp="1"/>
          </p:cNvSpPr>
          <p:nvPr/>
        </p:nvSpPr>
        <p:spPr>
          <a:xfrm>
            <a:off x="552450" y="1200150"/>
            <a:ext cx="4000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1" i="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pPr>
            <a:r>
              <a:rPr sz="1275" b="1" i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Highlighted asked questions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9DEC6219-9AAF-4275-A6AE-EF3E14751151}"/>
              </a:ext>
            </a:extLst>
          </p:cNvPr>
          <p:cNvSpPr>
            <a:spLocks noGrp="1"/>
          </p:cNvSpPr>
          <p:nvPr/>
        </p:nvSpPr>
        <p:spPr>
          <a:xfrm>
            <a:off x="552450" y="1562100"/>
            <a:ext cx="11087100" cy="1066800"/>
          </a:xfrm>
          <a:prstGeom prst="roundRect">
            <a:avLst>
              <a:gd name="adj" fmla="val 7143"/>
            </a:avLst>
          </a:prstGeom>
          <a:solidFill>
            <a:srgbClr val="FFF8D6"/>
          </a:solidFill>
          <a:ln w="9525">
            <a:solidFill>
              <a:srgbClr val="F2DF9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61B79C3-3C9B-42F5-B35C-22A4AF99DCB0}"/>
              </a:ext>
            </a:extLst>
          </p:cNvPr>
          <p:cNvSpPr>
            <a:spLocks noGrp="1"/>
          </p:cNvSpPr>
          <p:nvPr/>
        </p:nvSpPr>
        <p:spPr>
          <a:xfrm>
            <a:off x="552450" y="1562100"/>
            <a:ext cx="76200" cy="1066800"/>
          </a:xfrm>
          <a:prstGeom prst="rect">
            <a:avLst/>
          </a:prstGeom>
          <a:solidFill>
            <a:srgbClr val="F6C343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3963C77A-D083-4688-AE95-978EA1BFEEA7}"/>
              </a:ext>
            </a:extLst>
          </p:cNvPr>
          <p:cNvSpPr>
            <a:spLocks noGrp="1"/>
          </p:cNvSpPr>
          <p:nvPr/>
        </p:nvSpPr>
        <p:spPr>
          <a:xfrm>
            <a:off x="762000" y="1733550"/>
            <a:ext cx="990600" cy="285750"/>
          </a:xfrm>
          <a:prstGeom prst="roundRect">
            <a:avLst>
              <a:gd name="adj" fmla="val 40000"/>
            </a:avLst>
          </a:prstGeom>
          <a:solidFill>
            <a:srgbClr val="02809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AUG 2025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9079DB19-314F-4752-BD53-046C53EEFE8E}"/>
              </a:ext>
            </a:extLst>
          </p:cNvPr>
          <p:cNvSpPr>
            <a:spLocks noGrp="1"/>
          </p:cNvSpPr>
          <p:nvPr/>
        </p:nvSpPr>
        <p:spPr>
          <a:xfrm>
            <a:off x="1885950" y="1733550"/>
            <a:ext cx="1219200" cy="285750"/>
          </a:xfrm>
          <a:prstGeom prst="roundRect">
            <a:avLst>
              <a:gd name="adj" fmla="val 40000"/>
            </a:avLst>
          </a:prstGeom>
          <a:solidFill>
            <a:srgbClr val="02809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Write Notes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6E56F86F-AC93-453F-A936-C565D95C1692}"/>
              </a:ext>
            </a:extLst>
          </p:cNvPr>
          <p:cNvSpPr>
            <a:spLocks noGrp="1"/>
          </p:cNvSpPr>
          <p:nvPr/>
        </p:nvSpPr>
        <p:spPr>
          <a:xfrm>
            <a:off x="3238500" y="1733550"/>
            <a:ext cx="514350" cy="285750"/>
          </a:xfrm>
          <a:prstGeom prst="roundRect">
            <a:avLst>
              <a:gd name="adj" fmla="val 40000"/>
            </a:avLst>
          </a:prstGeom>
          <a:solidFill>
            <a:srgbClr val="7C6A0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Q3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7513C3C-BCDD-4431-B330-DE033F1180B5}"/>
              </a:ext>
            </a:extLst>
          </p:cNvPr>
          <p:cNvSpPr>
            <a:spLocks noGrp="1"/>
          </p:cNvSpPr>
          <p:nvPr/>
        </p:nvSpPr>
        <p:spPr>
          <a:xfrm>
            <a:off x="10763250" y="1733550"/>
            <a:ext cx="666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pPr>
            <a:r>
              <a: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9 of 9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A19DED6-1B57-47C6-8A9B-173B0F349CB6}"/>
              </a:ext>
            </a:extLst>
          </p:cNvPr>
          <p:cNvSpPr>
            <a:spLocks noGrp="1"/>
          </p:cNvSpPr>
          <p:nvPr/>
        </p:nvSpPr>
        <p:spPr>
          <a:xfrm>
            <a:off x="762000" y="2114550"/>
            <a:ext cx="106489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 i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rPr sz="1200" b="0" i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Effect of burns - write two drugs with indications.</a:t>
            </a:r>
          </a:p>
        </p:txBody>
      </p:sp>
    </p:spTree>
    <p:extLst>
      <p:ext uri="{BB962C8B-B14F-4D97-AF65-F5344CB8AC3E}">
        <p14:creationId xmlns:p14="http://schemas.microsoft.com/office/powerpoint/2010/main" val="196842302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 35">
            <a:extLst>
              <a:ext uri="{FF2B5EF4-FFF2-40B4-BE49-F238E27FC236}">
                <a16:creationId xmlns:a16="http://schemas.microsoft.com/office/drawing/2014/main" id="{A82D2541-6A91-433D-8553-73064FB2148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066800"/>
          </a:xfrm>
          <a:prstGeom prst="rect">
            <a:avLst/>
          </a:prstGeom>
          <a:solidFill>
            <a:srgbClr val="028090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5F7F9803-2F1E-40DC-B06E-4E56430DA946}"/>
              </a:ext>
            </a:extLst>
          </p:cNvPr>
          <p:cNvSpPr>
            <a:spLocks noGrp="1"/>
          </p:cNvSpPr>
          <p:nvPr/>
        </p:nvSpPr>
        <p:spPr>
          <a:xfrm>
            <a:off x="457200" y="285750"/>
            <a:ext cx="533400" cy="533400"/>
          </a:xfrm>
          <a:prstGeom prst="ellipse">
            <a:avLst/>
          </a:prstGeom>
          <a:solidFill>
            <a:srgbClr val="00A896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EA7D4C2-2258-4F56-AC13-36F9312F87FF}"/>
              </a:ext>
            </a:extLst>
          </p:cNvPr>
          <p:cNvSpPr>
            <a:spLocks noGrp="1"/>
          </p:cNvSpPr>
          <p:nvPr/>
        </p:nvSpPr>
        <p:spPr>
          <a:xfrm>
            <a:off x="457200" y="381000"/>
            <a:ext cx="5334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57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7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8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DE6B0FD-1311-4779-809B-EBA772D94F9A}"/>
              </a:ext>
            </a:extLst>
          </p:cNvPr>
          <p:cNvSpPr>
            <a:spLocks noGrp="1"/>
          </p:cNvSpPr>
          <p:nvPr/>
        </p:nvSpPr>
        <p:spPr>
          <a:xfrm>
            <a:off x="1219200" y="209550"/>
            <a:ext cx="8382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400" b="1" i="0">
                <a:solidFill>
                  <a:srgbClr val="FFFFFF"/>
                </a:solidFill>
                <a:latin typeface="Cambria"/>
                <a:ea typeface="Cambria"/>
                <a:cs typeface="Cambria"/>
              </a:defRPr>
            </a:pPr>
            <a:r>
              <a:rPr sz="2400" b="1" i="0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Blood transfusion and blood products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5524247-D6D3-4A1E-8354-46E52C076656}"/>
              </a:ext>
            </a:extLst>
          </p:cNvPr>
          <p:cNvSpPr>
            <a:spLocks noGrp="1"/>
          </p:cNvSpPr>
          <p:nvPr/>
        </p:nvSpPr>
        <p:spPr>
          <a:xfrm>
            <a:off x="1219200" y="666750"/>
            <a:ext cx="8382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125" b="0" i="1">
                <a:solidFill>
                  <a:srgbClr val="E6F5F3"/>
                </a:solidFill>
                <a:latin typeface="Calibri"/>
                <a:ea typeface="Calibri"/>
                <a:cs typeface="Calibri"/>
              </a:defRPr>
            </a:pPr>
            <a:r>
              <a:rPr sz="1125" b="0" i="1">
                <a:solidFill>
                  <a:srgbClr val="E6F5F3"/>
                </a:solidFill>
                <a:latin typeface="Calibri"/>
                <a:ea typeface="Calibri"/>
                <a:cs typeface="Calibri"/>
              </a:rPr>
              <a:t>8 times asked | 5 Write Notes | 3 Short Answers | part 1 of 2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354DFC5B-8A38-4B51-B7F2-CA1618ED0577}"/>
              </a:ext>
            </a:extLst>
          </p:cNvPr>
          <p:cNvSpPr>
            <a:spLocks noGrp="1"/>
          </p:cNvSpPr>
          <p:nvPr/>
        </p:nvSpPr>
        <p:spPr>
          <a:xfrm>
            <a:off x="9886950" y="381000"/>
            <a:ext cx="1714500" cy="285750"/>
          </a:xfrm>
          <a:prstGeom prst="roundRect">
            <a:avLst>
              <a:gd name="adj" fmla="val 40000"/>
            </a:avLst>
          </a:prstGeom>
          <a:solidFill>
            <a:srgbClr val="016B78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Rank 8/55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65E2CD9-F82B-44E2-A6E0-366206D9A89D}"/>
              </a:ext>
            </a:extLst>
          </p:cNvPr>
          <p:cNvSpPr>
            <a:spLocks noGrp="1"/>
          </p:cNvSpPr>
          <p:nvPr/>
        </p:nvSpPr>
        <p:spPr>
          <a:xfrm>
            <a:off x="552450" y="1200150"/>
            <a:ext cx="4000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1" i="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pPr>
            <a:r>
              <a:rPr sz="1275" b="1" i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Highlighted asked questions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9B7EC7AF-768F-48C3-BA9A-0F08661AE237}"/>
              </a:ext>
            </a:extLst>
          </p:cNvPr>
          <p:cNvSpPr>
            <a:spLocks noGrp="1"/>
          </p:cNvSpPr>
          <p:nvPr/>
        </p:nvSpPr>
        <p:spPr>
          <a:xfrm>
            <a:off x="552450" y="1562100"/>
            <a:ext cx="11087100" cy="1066800"/>
          </a:xfrm>
          <a:prstGeom prst="roundRect">
            <a:avLst>
              <a:gd name="adj" fmla="val 7143"/>
            </a:avLst>
          </a:prstGeom>
          <a:solidFill>
            <a:srgbClr val="FFF8D6"/>
          </a:solidFill>
          <a:ln w="9525">
            <a:solidFill>
              <a:srgbClr val="F2DF9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FBD51B0-C070-41C5-8C78-607BA8ED4DAF}"/>
              </a:ext>
            </a:extLst>
          </p:cNvPr>
          <p:cNvSpPr>
            <a:spLocks noGrp="1"/>
          </p:cNvSpPr>
          <p:nvPr/>
        </p:nvSpPr>
        <p:spPr>
          <a:xfrm>
            <a:off x="552450" y="1562100"/>
            <a:ext cx="76200" cy="1066800"/>
          </a:xfrm>
          <a:prstGeom prst="rect">
            <a:avLst/>
          </a:prstGeom>
          <a:solidFill>
            <a:srgbClr val="F6C343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29F3F11E-182E-4842-A8E7-A37773C702BF}"/>
              </a:ext>
            </a:extLst>
          </p:cNvPr>
          <p:cNvSpPr>
            <a:spLocks noGrp="1"/>
          </p:cNvSpPr>
          <p:nvPr/>
        </p:nvSpPr>
        <p:spPr>
          <a:xfrm>
            <a:off x="762000" y="1733550"/>
            <a:ext cx="990600" cy="285750"/>
          </a:xfrm>
          <a:prstGeom prst="roundRect">
            <a:avLst>
              <a:gd name="adj" fmla="val 40000"/>
            </a:avLst>
          </a:prstGeom>
          <a:solidFill>
            <a:srgbClr val="02809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OCT 2018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CEC7D85B-DCF4-4BA5-B3C5-8746039F7BE9}"/>
              </a:ext>
            </a:extLst>
          </p:cNvPr>
          <p:cNvSpPr>
            <a:spLocks noGrp="1"/>
          </p:cNvSpPr>
          <p:nvPr/>
        </p:nvSpPr>
        <p:spPr>
          <a:xfrm>
            <a:off x="1885950" y="1733550"/>
            <a:ext cx="1219200" cy="285750"/>
          </a:xfrm>
          <a:prstGeom prst="roundRect">
            <a:avLst>
              <a:gd name="adj" fmla="val 40000"/>
            </a:avLst>
          </a:prstGeom>
          <a:solidFill>
            <a:srgbClr val="02809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Write Notes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FBBE347A-14C1-42BE-A9A4-29CC9C79624D}"/>
              </a:ext>
            </a:extLst>
          </p:cNvPr>
          <p:cNvSpPr>
            <a:spLocks noGrp="1"/>
          </p:cNvSpPr>
          <p:nvPr/>
        </p:nvSpPr>
        <p:spPr>
          <a:xfrm>
            <a:off x="3238500" y="1733550"/>
            <a:ext cx="514350" cy="285750"/>
          </a:xfrm>
          <a:prstGeom prst="roundRect">
            <a:avLst>
              <a:gd name="adj" fmla="val 40000"/>
            </a:avLst>
          </a:prstGeom>
          <a:solidFill>
            <a:srgbClr val="7C6A0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Q3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88D22C5-38A7-40D6-9323-D2BE9397D333}"/>
              </a:ext>
            </a:extLst>
          </p:cNvPr>
          <p:cNvSpPr>
            <a:spLocks noGrp="1"/>
          </p:cNvSpPr>
          <p:nvPr/>
        </p:nvSpPr>
        <p:spPr>
          <a:xfrm>
            <a:off x="10763250" y="1733550"/>
            <a:ext cx="666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pPr>
            <a:r>
              <a: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1 of 8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1C6CF33-0E71-4596-B1DD-02F9763201F2}"/>
              </a:ext>
            </a:extLst>
          </p:cNvPr>
          <p:cNvSpPr>
            <a:spLocks noGrp="1"/>
          </p:cNvSpPr>
          <p:nvPr/>
        </p:nvSpPr>
        <p:spPr>
          <a:xfrm>
            <a:off x="762000" y="2114550"/>
            <a:ext cx="106489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 i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rPr sz="1200" b="0" i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Blood Transfusion and complications.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3BCA61D4-4F36-4820-B18C-202884F093B0}"/>
              </a:ext>
            </a:extLst>
          </p:cNvPr>
          <p:cNvSpPr>
            <a:spLocks noGrp="1"/>
          </p:cNvSpPr>
          <p:nvPr/>
        </p:nvSpPr>
        <p:spPr>
          <a:xfrm>
            <a:off x="552450" y="2800350"/>
            <a:ext cx="11087100" cy="1066800"/>
          </a:xfrm>
          <a:prstGeom prst="roundRect">
            <a:avLst>
              <a:gd name="adj" fmla="val 7143"/>
            </a:avLst>
          </a:prstGeom>
          <a:solidFill>
            <a:srgbClr val="FFF8D6"/>
          </a:solidFill>
          <a:ln w="9525">
            <a:solidFill>
              <a:srgbClr val="F2DF9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07BF644-3434-4B9D-B1D8-494C8B1ACAE5}"/>
              </a:ext>
            </a:extLst>
          </p:cNvPr>
          <p:cNvSpPr>
            <a:spLocks noGrp="1"/>
          </p:cNvSpPr>
          <p:nvPr/>
        </p:nvSpPr>
        <p:spPr>
          <a:xfrm>
            <a:off x="552450" y="2800350"/>
            <a:ext cx="76200" cy="1066800"/>
          </a:xfrm>
          <a:prstGeom prst="rect">
            <a:avLst/>
          </a:prstGeom>
          <a:solidFill>
            <a:srgbClr val="F6C343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7E67CC4-5F21-42AC-9AEC-17C9A6341CC8}"/>
              </a:ext>
            </a:extLst>
          </p:cNvPr>
          <p:cNvSpPr>
            <a:spLocks noGrp="1"/>
          </p:cNvSpPr>
          <p:nvPr/>
        </p:nvSpPr>
        <p:spPr>
          <a:xfrm>
            <a:off x="762000" y="2971800"/>
            <a:ext cx="990600" cy="285750"/>
          </a:xfrm>
          <a:prstGeom prst="roundRect">
            <a:avLst>
              <a:gd name="adj" fmla="val 40000"/>
            </a:avLst>
          </a:prstGeom>
          <a:solidFill>
            <a:srgbClr val="02809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MAY 2019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6300D080-3594-43EF-AE97-6A0237E39072}"/>
              </a:ext>
            </a:extLst>
          </p:cNvPr>
          <p:cNvSpPr>
            <a:spLocks noGrp="1"/>
          </p:cNvSpPr>
          <p:nvPr/>
        </p:nvSpPr>
        <p:spPr>
          <a:xfrm>
            <a:off x="1885950" y="2971800"/>
            <a:ext cx="1219200" cy="285750"/>
          </a:xfrm>
          <a:prstGeom prst="roundRect">
            <a:avLst>
              <a:gd name="adj" fmla="val 40000"/>
            </a:avLst>
          </a:prstGeom>
          <a:solidFill>
            <a:srgbClr val="02809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Write Notes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139FACA8-B5C4-4A87-AFAA-5A1567A7303C}"/>
              </a:ext>
            </a:extLst>
          </p:cNvPr>
          <p:cNvSpPr>
            <a:spLocks noGrp="1"/>
          </p:cNvSpPr>
          <p:nvPr/>
        </p:nvSpPr>
        <p:spPr>
          <a:xfrm>
            <a:off x="3238500" y="2971800"/>
            <a:ext cx="514350" cy="285750"/>
          </a:xfrm>
          <a:prstGeom prst="roundRect">
            <a:avLst>
              <a:gd name="adj" fmla="val 40000"/>
            </a:avLst>
          </a:prstGeom>
          <a:solidFill>
            <a:srgbClr val="7C6A0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Q8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CF2E3A1-A1B9-46AB-B048-50B61BB14D76}"/>
              </a:ext>
            </a:extLst>
          </p:cNvPr>
          <p:cNvSpPr>
            <a:spLocks noGrp="1"/>
          </p:cNvSpPr>
          <p:nvPr/>
        </p:nvSpPr>
        <p:spPr>
          <a:xfrm>
            <a:off x="10763250" y="2971800"/>
            <a:ext cx="666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pPr>
            <a:r>
              <a: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2 of 8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71F7ECA-C3C9-47C8-AD92-0399DED28963}"/>
              </a:ext>
            </a:extLst>
          </p:cNvPr>
          <p:cNvSpPr>
            <a:spLocks noGrp="1"/>
          </p:cNvSpPr>
          <p:nvPr/>
        </p:nvSpPr>
        <p:spPr>
          <a:xfrm>
            <a:off x="762000" y="3352800"/>
            <a:ext cx="106489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 i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rPr sz="1200" b="0" i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Staphysagria and Hypericum in Post Operative Complications.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9E54771D-E63F-41AC-A64F-A629AA2812D9}"/>
              </a:ext>
            </a:extLst>
          </p:cNvPr>
          <p:cNvSpPr>
            <a:spLocks noGrp="1"/>
          </p:cNvSpPr>
          <p:nvPr/>
        </p:nvSpPr>
        <p:spPr>
          <a:xfrm>
            <a:off x="552450" y="4038600"/>
            <a:ext cx="11087100" cy="1066800"/>
          </a:xfrm>
          <a:prstGeom prst="roundRect">
            <a:avLst>
              <a:gd name="adj" fmla="val 7143"/>
            </a:avLst>
          </a:prstGeom>
          <a:solidFill>
            <a:srgbClr val="FFF8D6"/>
          </a:solidFill>
          <a:ln w="9525">
            <a:solidFill>
              <a:srgbClr val="F2DF9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1FD326A-DA1C-4763-86E9-636599DA6250}"/>
              </a:ext>
            </a:extLst>
          </p:cNvPr>
          <p:cNvSpPr>
            <a:spLocks noGrp="1"/>
          </p:cNvSpPr>
          <p:nvPr/>
        </p:nvSpPr>
        <p:spPr>
          <a:xfrm>
            <a:off x="552450" y="4038600"/>
            <a:ext cx="76200" cy="1066800"/>
          </a:xfrm>
          <a:prstGeom prst="rect">
            <a:avLst/>
          </a:prstGeom>
          <a:solidFill>
            <a:srgbClr val="F6C343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F8AC1418-94DF-42FF-B66F-D37511387016}"/>
              </a:ext>
            </a:extLst>
          </p:cNvPr>
          <p:cNvSpPr>
            <a:spLocks noGrp="1"/>
          </p:cNvSpPr>
          <p:nvPr/>
        </p:nvSpPr>
        <p:spPr>
          <a:xfrm>
            <a:off x="762000" y="4210050"/>
            <a:ext cx="990600" cy="285750"/>
          </a:xfrm>
          <a:prstGeom prst="roundRect">
            <a:avLst>
              <a:gd name="adj" fmla="val 40000"/>
            </a:avLst>
          </a:prstGeom>
          <a:solidFill>
            <a:srgbClr val="02809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MAR 2021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A74F6F3A-730E-4E49-BF8F-6CD3BC86847F}"/>
              </a:ext>
            </a:extLst>
          </p:cNvPr>
          <p:cNvSpPr>
            <a:spLocks noGrp="1"/>
          </p:cNvSpPr>
          <p:nvPr/>
        </p:nvSpPr>
        <p:spPr>
          <a:xfrm>
            <a:off x="1885950" y="4210050"/>
            <a:ext cx="1219200" cy="285750"/>
          </a:xfrm>
          <a:prstGeom prst="roundRect">
            <a:avLst>
              <a:gd name="adj" fmla="val 40000"/>
            </a:avLst>
          </a:prstGeom>
          <a:solidFill>
            <a:srgbClr val="02809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Write Notes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5272FCB8-5225-46FC-A951-26490F61CAAE}"/>
              </a:ext>
            </a:extLst>
          </p:cNvPr>
          <p:cNvSpPr>
            <a:spLocks noGrp="1"/>
          </p:cNvSpPr>
          <p:nvPr/>
        </p:nvSpPr>
        <p:spPr>
          <a:xfrm>
            <a:off x="3238500" y="4210050"/>
            <a:ext cx="514350" cy="285750"/>
          </a:xfrm>
          <a:prstGeom prst="roundRect">
            <a:avLst>
              <a:gd name="adj" fmla="val 40000"/>
            </a:avLst>
          </a:prstGeom>
          <a:solidFill>
            <a:srgbClr val="7C6A0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Q2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C4BB13F-F35B-448C-BC6F-077B45FD548C}"/>
              </a:ext>
            </a:extLst>
          </p:cNvPr>
          <p:cNvSpPr>
            <a:spLocks noGrp="1"/>
          </p:cNvSpPr>
          <p:nvPr/>
        </p:nvSpPr>
        <p:spPr>
          <a:xfrm>
            <a:off x="10763250" y="4210050"/>
            <a:ext cx="666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pPr>
            <a:r>
              <a: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3 of 8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D91A0C0F-A33E-406E-91C0-0B55D84F3A9B}"/>
              </a:ext>
            </a:extLst>
          </p:cNvPr>
          <p:cNvSpPr>
            <a:spLocks noGrp="1"/>
          </p:cNvSpPr>
          <p:nvPr/>
        </p:nvSpPr>
        <p:spPr>
          <a:xfrm>
            <a:off x="762000" y="4591050"/>
            <a:ext cx="106489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 i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rPr sz="1200" b="0" i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Complications of blood transfusion.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8030424B-2506-446C-A766-8C67B3BB0C27}"/>
              </a:ext>
            </a:extLst>
          </p:cNvPr>
          <p:cNvSpPr>
            <a:spLocks noGrp="1"/>
          </p:cNvSpPr>
          <p:nvPr/>
        </p:nvSpPr>
        <p:spPr>
          <a:xfrm>
            <a:off x="552450" y="5276850"/>
            <a:ext cx="11087100" cy="1066800"/>
          </a:xfrm>
          <a:prstGeom prst="roundRect">
            <a:avLst>
              <a:gd name="adj" fmla="val 7143"/>
            </a:avLst>
          </a:prstGeom>
          <a:solidFill>
            <a:srgbClr val="FFF8D6"/>
          </a:solidFill>
          <a:ln w="9525">
            <a:solidFill>
              <a:srgbClr val="F2DF9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6B47362A-FD6E-4D9E-A378-9FC743FAF9A8}"/>
              </a:ext>
            </a:extLst>
          </p:cNvPr>
          <p:cNvSpPr>
            <a:spLocks noGrp="1"/>
          </p:cNvSpPr>
          <p:nvPr/>
        </p:nvSpPr>
        <p:spPr>
          <a:xfrm>
            <a:off x="552450" y="5276850"/>
            <a:ext cx="76200" cy="1066800"/>
          </a:xfrm>
          <a:prstGeom prst="rect">
            <a:avLst/>
          </a:prstGeom>
          <a:solidFill>
            <a:srgbClr val="F6C343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17C0EE4F-4FF2-4DD1-B13F-0DE324980EF1}"/>
              </a:ext>
            </a:extLst>
          </p:cNvPr>
          <p:cNvSpPr>
            <a:spLocks noGrp="1"/>
          </p:cNvSpPr>
          <p:nvPr/>
        </p:nvSpPr>
        <p:spPr>
          <a:xfrm>
            <a:off x="762000" y="5448300"/>
            <a:ext cx="990600" cy="285750"/>
          </a:xfrm>
          <a:prstGeom prst="roundRect">
            <a:avLst>
              <a:gd name="adj" fmla="val 40000"/>
            </a:avLst>
          </a:prstGeom>
          <a:solidFill>
            <a:srgbClr val="02809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MAY 2022</a:t>
            </a: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D0FFDD6F-AA80-4E7F-BB65-B392C728EE9E}"/>
              </a:ext>
            </a:extLst>
          </p:cNvPr>
          <p:cNvSpPr>
            <a:spLocks noGrp="1"/>
          </p:cNvSpPr>
          <p:nvPr/>
        </p:nvSpPr>
        <p:spPr>
          <a:xfrm>
            <a:off x="1885950" y="5448300"/>
            <a:ext cx="1219200" cy="285750"/>
          </a:xfrm>
          <a:prstGeom prst="roundRect">
            <a:avLst>
              <a:gd name="adj" fmla="val 40000"/>
            </a:avLst>
          </a:prstGeom>
          <a:solidFill>
            <a:srgbClr val="2563A8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Short Answers</a:t>
            </a: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B583A51A-3DFE-40E9-8951-CFBBF8FDEE06}"/>
              </a:ext>
            </a:extLst>
          </p:cNvPr>
          <p:cNvSpPr>
            <a:spLocks noGrp="1"/>
          </p:cNvSpPr>
          <p:nvPr/>
        </p:nvSpPr>
        <p:spPr>
          <a:xfrm>
            <a:off x="3238500" y="5448300"/>
            <a:ext cx="514350" cy="285750"/>
          </a:xfrm>
          <a:prstGeom prst="roundRect">
            <a:avLst>
              <a:gd name="adj" fmla="val 40000"/>
            </a:avLst>
          </a:prstGeom>
          <a:solidFill>
            <a:srgbClr val="7C6A0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Q8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A10A8971-D579-42D3-8D4E-E4A0B7D591E0}"/>
              </a:ext>
            </a:extLst>
          </p:cNvPr>
          <p:cNvSpPr>
            <a:spLocks noGrp="1"/>
          </p:cNvSpPr>
          <p:nvPr/>
        </p:nvSpPr>
        <p:spPr>
          <a:xfrm>
            <a:off x="10763250" y="5448300"/>
            <a:ext cx="666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pPr>
            <a:r>
              <a: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4 of 8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6B35416A-7FC8-4391-A56D-6B5E13E8E30F}"/>
              </a:ext>
            </a:extLst>
          </p:cNvPr>
          <p:cNvSpPr>
            <a:spLocks noGrp="1"/>
          </p:cNvSpPr>
          <p:nvPr/>
        </p:nvSpPr>
        <p:spPr>
          <a:xfrm>
            <a:off x="762000" y="5829300"/>
            <a:ext cx="106489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 i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rPr sz="1200" b="0" i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SAG - M Blood.</a:t>
            </a:r>
          </a:p>
        </p:txBody>
      </p:sp>
    </p:spTree>
    <p:extLst>
      <p:ext uri="{BB962C8B-B14F-4D97-AF65-F5344CB8AC3E}">
        <p14:creationId xmlns:p14="http://schemas.microsoft.com/office/powerpoint/2010/main" val="56653546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 35">
            <a:extLst>
              <a:ext uri="{FF2B5EF4-FFF2-40B4-BE49-F238E27FC236}">
                <a16:creationId xmlns:a16="http://schemas.microsoft.com/office/drawing/2014/main" id="{A5544292-6275-4350-840D-2AC5C04C607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066800"/>
          </a:xfrm>
          <a:prstGeom prst="rect">
            <a:avLst/>
          </a:prstGeom>
          <a:solidFill>
            <a:srgbClr val="028090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0BD662F3-8254-4280-9AF6-524BD04D7DFD}"/>
              </a:ext>
            </a:extLst>
          </p:cNvPr>
          <p:cNvSpPr>
            <a:spLocks noGrp="1"/>
          </p:cNvSpPr>
          <p:nvPr/>
        </p:nvSpPr>
        <p:spPr>
          <a:xfrm>
            <a:off x="457200" y="285750"/>
            <a:ext cx="533400" cy="533400"/>
          </a:xfrm>
          <a:prstGeom prst="ellipse">
            <a:avLst/>
          </a:prstGeom>
          <a:solidFill>
            <a:srgbClr val="00A896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98804A3-0D1C-4B95-8340-A83BEC2A00D2}"/>
              </a:ext>
            </a:extLst>
          </p:cNvPr>
          <p:cNvSpPr>
            <a:spLocks noGrp="1"/>
          </p:cNvSpPr>
          <p:nvPr/>
        </p:nvSpPr>
        <p:spPr>
          <a:xfrm>
            <a:off x="457200" y="381000"/>
            <a:ext cx="5334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57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7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8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86AEA9C-91EA-4263-BD28-249F68DB8149}"/>
              </a:ext>
            </a:extLst>
          </p:cNvPr>
          <p:cNvSpPr>
            <a:spLocks noGrp="1"/>
          </p:cNvSpPr>
          <p:nvPr/>
        </p:nvSpPr>
        <p:spPr>
          <a:xfrm>
            <a:off x="1219200" y="209550"/>
            <a:ext cx="8382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400" b="1" i="0">
                <a:solidFill>
                  <a:srgbClr val="FFFFFF"/>
                </a:solidFill>
                <a:latin typeface="Cambria"/>
                <a:ea typeface="Cambria"/>
                <a:cs typeface="Cambria"/>
              </a:defRPr>
            </a:pPr>
            <a:r>
              <a:rPr sz="2400" b="1" i="0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Blood transfusion and blood products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2230024-C587-4CF7-AD64-8EF629A83BFD}"/>
              </a:ext>
            </a:extLst>
          </p:cNvPr>
          <p:cNvSpPr>
            <a:spLocks noGrp="1"/>
          </p:cNvSpPr>
          <p:nvPr/>
        </p:nvSpPr>
        <p:spPr>
          <a:xfrm>
            <a:off x="1219200" y="666750"/>
            <a:ext cx="8382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125" b="0" i="1">
                <a:solidFill>
                  <a:srgbClr val="E6F5F3"/>
                </a:solidFill>
                <a:latin typeface="Calibri"/>
                <a:ea typeface="Calibri"/>
                <a:cs typeface="Calibri"/>
              </a:defRPr>
            </a:pPr>
            <a:r>
              <a:rPr sz="1125" b="0" i="1">
                <a:solidFill>
                  <a:srgbClr val="E6F5F3"/>
                </a:solidFill>
                <a:latin typeface="Calibri"/>
                <a:ea typeface="Calibri"/>
                <a:cs typeface="Calibri"/>
              </a:rPr>
              <a:t>8 times asked | 5 Write Notes | 3 Short Answers | part 2 of 2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17881C22-2E60-48BA-BAAE-04A4DC5C8B6F}"/>
              </a:ext>
            </a:extLst>
          </p:cNvPr>
          <p:cNvSpPr>
            <a:spLocks noGrp="1"/>
          </p:cNvSpPr>
          <p:nvPr/>
        </p:nvSpPr>
        <p:spPr>
          <a:xfrm>
            <a:off x="9886950" y="381000"/>
            <a:ext cx="1714500" cy="285750"/>
          </a:xfrm>
          <a:prstGeom prst="roundRect">
            <a:avLst>
              <a:gd name="adj" fmla="val 40000"/>
            </a:avLst>
          </a:prstGeom>
          <a:solidFill>
            <a:srgbClr val="016B78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Rank 8/55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F23EA3F-523A-4CB8-92B3-3882BD5CC51D}"/>
              </a:ext>
            </a:extLst>
          </p:cNvPr>
          <p:cNvSpPr>
            <a:spLocks noGrp="1"/>
          </p:cNvSpPr>
          <p:nvPr/>
        </p:nvSpPr>
        <p:spPr>
          <a:xfrm>
            <a:off x="552450" y="1200150"/>
            <a:ext cx="4000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1" i="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pPr>
            <a:r>
              <a:rPr sz="1275" b="1" i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Highlighted asked questions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490BEB6E-450A-4D6E-8A18-DA590868C275}"/>
              </a:ext>
            </a:extLst>
          </p:cNvPr>
          <p:cNvSpPr>
            <a:spLocks noGrp="1"/>
          </p:cNvSpPr>
          <p:nvPr/>
        </p:nvSpPr>
        <p:spPr>
          <a:xfrm>
            <a:off x="552450" y="1562100"/>
            <a:ext cx="11087100" cy="1066800"/>
          </a:xfrm>
          <a:prstGeom prst="roundRect">
            <a:avLst>
              <a:gd name="adj" fmla="val 7143"/>
            </a:avLst>
          </a:prstGeom>
          <a:solidFill>
            <a:srgbClr val="FFF8D6"/>
          </a:solidFill>
          <a:ln w="9525">
            <a:solidFill>
              <a:srgbClr val="F2DF9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43F51F1-CE5A-448D-B1A9-E08B30479C41}"/>
              </a:ext>
            </a:extLst>
          </p:cNvPr>
          <p:cNvSpPr>
            <a:spLocks noGrp="1"/>
          </p:cNvSpPr>
          <p:nvPr/>
        </p:nvSpPr>
        <p:spPr>
          <a:xfrm>
            <a:off x="552450" y="1562100"/>
            <a:ext cx="76200" cy="1066800"/>
          </a:xfrm>
          <a:prstGeom prst="rect">
            <a:avLst/>
          </a:prstGeom>
          <a:solidFill>
            <a:srgbClr val="F6C343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71F03418-EB1B-491A-AF2A-DACC2D2E936C}"/>
              </a:ext>
            </a:extLst>
          </p:cNvPr>
          <p:cNvSpPr>
            <a:spLocks noGrp="1"/>
          </p:cNvSpPr>
          <p:nvPr/>
        </p:nvSpPr>
        <p:spPr>
          <a:xfrm>
            <a:off x="762000" y="1733550"/>
            <a:ext cx="990600" cy="285750"/>
          </a:xfrm>
          <a:prstGeom prst="roundRect">
            <a:avLst>
              <a:gd name="adj" fmla="val 40000"/>
            </a:avLst>
          </a:prstGeom>
          <a:solidFill>
            <a:srgbClr val="02809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MAR 2023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256F7957-84AD-4855-94A5-C770081BCC51}"/>
              </a:ext>
            </a:extLst>
          </p:cNvPr>
          <p:cNvSpPr>
            <a:spLocks noGrp="1"/>
          </p:cNvSpPr>
          <p:nvPr/>
        </p:nvSpPr>
        <p:spPr>
          <a:xfrm>
            <a:off x="1885950" y="1733550"/>
            <a:ext cx="1219200" cy="285750"/>
          </a:xfrm>
          <a:prstGeom prst="roundRect">
            <a:avLst>
              <a:gd name="adj" fmla="val 40000"/>
            </a:avLst>
          </a:prstGeom>
          <a:solidFill>
            <a:srgbClr val="2563A8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Short Answers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8D6C75EB-DC27-4714-A2F6-B2FC90359FB4}"/>
              </a:ext>
            </a:extLst>
          </p:cNvPr>
          <p:cNvSpPr>
            <a:spLocks noGrp="1"/>
          </p:cNvSpPr>
          <p:nvPr/>
        </p:nvSpPr>
        <p:spPr>
          <a:xfrm>
            <a:off x="3238500" y="1733550"/>
            <a:ext cx="514350" cy="285750"/>
          </a:xfrm>
          <a:prstGeom prst="roundRect">
            <a:avLst>
              <a:gd name="adj" fmla="val 40000"/>
            </a:avLst>
          </a:prstGeom>
          <a:solidFill>
            <a:srgbClr val="7C6A0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Q8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1CDA0D2-AEB8-4F4C-B832-77827F9BEC36}"/>
              </a:ext>
            </a:extLst>
          </p:cNvPr>
          <p:cNvSpPr>
            <a:spLocks noGrp="1"/>
          </p:cNvSpPr>
          <p:nvPr/>
        </p:nvSpPr>
        <p:spPr>
          <a:xfrm>
            <a:off x="10763250" y="1733550"/>
            <a:ext cx="666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pPr>
            <a:r>
              <a: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5 of 8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484A9E1-CAB7-42FC-BA85-05B57AFBC664}"/>
              </a:ext>
            </a:extLst>
          </p:cNvPr>
          <p:cNvSpPr>
            <a:spLocks noGrp="1"/>
          </p:cNvSpPr>
          <p:nvPr/>
        </p:nvSpPr>
        <p:spPr>
          <a:xfrm>
            <a:off x="762000" y="2114550"/>
            <a:ext cx="106489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 i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rPr sz="1200" b="0" i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SAG-M blood.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F59863AF-CD12-4609-8CC7-FD6FA235B959}"/>
              </a:ext>
            </a:extLst>
          </p:cNvPr>
          <p:cNvSpPr>
            <a:spLocks noGrp="1"/>
          </p:cNvSpPr>
          <p:nvPr/>
        </p:nvSpPr>
        <p:spPr>
          <a:xfrm>
            <a:off x="552450" y="2800350"/>
            <a:ext cx="11087100" cy="1066800"/>
          </a:xfrm>
          <a:prstGeom prst="roundRect">
            <a:avLst>
              <a:gd name="adj" fmla="val 7143"/>
            </a:avLst>
          </a:prstGeom>
          <a:solidFill>
            <a:srgbClr val="FFF8D6"/>
          </a:solidFill>
          <a:ln w="9525">
            <a:solidFill>
              <a:srgbClr val="F2DF9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CEC2EC0-E1C6-4F24-BF11-3401CF1CABFF}"/>
              </a:ext>
            </a:extLst>
          </p:cNvPr>
          <p:cNvSpPr>
            <a:spLocks noGrp="1"/>
          </p:cNvSpPr>
          <p:nvPr/>
        </p:nvSpPr>
        <p:spPr>
          <a:xfrm>
            <a:off x="552450" y="2800350"/>
            <a:ext cx="76200" cy="1066800"/>
          </a:xfrm>
          <a:prstGeom prst="rect">
            <a:avLst/>
          </a:prstGeom>
          <a:solidFill>
            <a:srgbClr val="F6C343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32671543-7C5B-4C45-B1BD-FF676186FD4B}"/>
              </a:ext>
            </a:extLst>
          </p:cNvPr>
          <p:cNvSpPr>
            <a:spLocks noGrp="1"/>
          </p:cNvSpPr>
          <p:nvPr/>
        </p:nvSpPr>
        <p:spPr>
          <a:xfrm>
            <a:off x="762000" y="2971800"/>
            <a:ext cx="990600" cy="285750"/>
          </a:xfrm>
          <a:prstGeom prst="roundRect">
            <a:avLst>
              <a:gd name="adj" fmla="val 40000"/>
            </a:avLst>
          </a:prstGeom>
          <a:solidFill>
            <a:srgbClr val="02809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MAR 2023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98B0B62B-AD31-47CE-9FFF-70F6F716DE86}"/>
              </a:ext>
            </a:extLst>
          </p:cNvPr>
          <p:cNvSpPr>
            <a:spLocks noGrp="1"/>
          </p:cNvSpPr>
          <p:nvPr/>
        </p:nvSpPr>
        <p:spPr>
          <a:xfrm>
            <a:off x="1885950" y="2971800"/>
            <a:ext cx="1219200" cy="285750"/>
          </a:xfrm>
          <a:prstGeom prst="roundRect">
            <a:avLst>
              <a:gd name="adj" fmla="val 40000"/>
            </a:avLst>
          </a:prstGeom>
          <a:solidFill>
            <a:srgbClr val="2563A8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Short Answers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2F374449-4590-43B4-A52F-2F3BF5407774}"/>
              </a:ext>
            </a:extLst>
          </p:cNvPr>
          <p:cNvSpPr>
            <a:spLocks noGrp="1"/>
          </p:cNvSpPr>
          <p:nvPr/>
        </p:nvSpPr>
        <p:spPr>
          <a:xfrm>
            <a:off x="3238500" y="2971800"/>
            <a:ext cx="514350" cy="285750"/>
          </a:xfrm>
          <a:prstGeom prst="roundRect">
            <a:avLst>
              <a:gd name="adj" fmla="val 40000"/>
            </a:avLst>
          </a:prstGeom>
          <a:solidFill>
            <a:srgbClr val="7C6A0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Q9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F2331E9-AB2A-4DEA-9F26-98C2D06F7A7F}"/>
              </a:ext>
            </a:extLst>
          </p:cNvPr>
          <p:cNvSpPr>
            <a:spLocks noGrp="1"/>
          </p:cNvSpPr>
          <p:nvPr/>
        </p:nvSpPr>
        <p:spPr>
          <a:xfrm>
            <a:off x="10763250" y="2971800"/>
            <a:ext cx="666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pPr>
            <a:r>
              <a: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6 of 8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6D41915-45BF-4876-9867-7707A31FC1F8}"/>
              </a:ext>
            </a:extLst>
          </p:cNvPr>
          <p:cNvSpPr>
            <a:spLocks noGrp="1"/>
          </p:cNvSpPr>
          <p:nvPr/>
        </p:nvSpPr>
        <p:spPr>
          <a:xfrm>
            <a:off x="762000" y="3352800"/>
            <a:ext cx="106489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 i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rPr sz="1200" b="0" i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Dextrans.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CAE41A6C-7F44-467D-8876-DBE4C76816FB}"/>
              </a:ext>
            </a:extLst>
          </p:cNvPr>
          <p:cNvSpPr>
            <a:spLocks noGrp="1"/>
          </p:cNvSpPr>
          <p:nvPr/>
        </p:nvSpPr>
        <p:spPr>
          <a:xfrm>
            <a:off x="552450" y="4038600"/>
            <a:ext cx="11087100" cy="1066800"/>
          </a:xfrm>
          <a:prstGeom prst="roundRect">
            <a:avLst>
              <a:gd name="adj" fmla="val 7143"/>
            </a:avLst>
          </a:prstGeom>
          <a:solidFill>
            <a:srgbClr val="FFF8D6"/>
          </a:solidFill>
          <a:ln w="9525">
            <a:solidFill>
              <a:srgbClr val="F2DF9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B9DB47A-2462-437E-934F-943AE7592031}"/>
              </a:ext>
            </a:extLst>
          </p:cNvPr>
          <p:cNvSpPr>
            <a:spLocks noGrp="1"/>
          </p:cNvSpPr>
          <p:nvPr/>
        </p:nvSpPr>
        <p:spPr>
          <a:xfrm>
            <a:off x="552450" y="4038600"/>
            <a:ext cx="76200" cy="1066800"/>
          </a:xfrm>
          <a:prstGeom prst="rect">
            <a:avLst/>
          </a:prstGeom>
          <a:solidFill>
            <a:srgbClr val="F6C343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D667EB63-0408-4BB1-B7D9-0A5DB510AEB3}"/>
              </a:ext>
            </a:extLst>
          </p:cNvPr>
          <p:cNvSpPr>
            <a:spLocks noGrp="1"/>
          </p:cNvSpPr>
          <p:nvPr/>
        </p:nvSpPr>
        <p:spPr>
          <a:xfrm>
            <a:off x="762000" y="4210050"/>
            <a:ext cx="990600" cy="285750"/>
          </a:xfrm>
          <a:prstGeom prst="roundRect">
            <a:avLst>
              <a:gd name="adj" fmla="val 40000"/>
            </a:avLst>
          </a:prstGeom>
          <a:solidFill>
            <a:srgbClr val="02809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AUG 2024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C813A699-D18F-40C8-823E-0E4712B6A64E}"/>
              </a:ext>
            </a:extLst>
          </p:cNvPr>
          <p:cNvSpPr>
            <a:spLocks noGrp="1"/>
          </p:cNvSpPr>
          <p:nvPr/>
        </p:nvSpPr>
        <p:spPr>
          <a:xfrm>
            <a:off x="1885950" y="4210050"/>
            <a:ext cx="1219200" cy="285750"/>
          </a:xfrm>
          <a:prstGeom prst="roundRect">
            <a:avLst>
              <a:gd name="adj" fmla="val 40000"/>
            </a:avLst>
          </a:prstGeom>
          <a:solidFill>
            <a:srgbClr val="02809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Write Notes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94BD216B-320F-4438-9D5F-AC9728772EF5}"/>
              </a:ext>
            </a:extLst>
          </p:cNvPr>
          <p:cNvSpPr>
            <a:spLocks noGrp="1"/>
          </p:cNvSpPr>
          <p:nvPr/>
        </p:nvSpPr>
        <p:spPr>
          <a:xfrm>
            <a:off x="3238500" y="4210050"/>
            <a:ext cx="514350" cy="285750"/>
          </a:xfrm>
          <a:prstGeom prst="roundRect">
            <a:avLst>
              <a:gd name="adj" fmla="val 40000"/>
            </a:avLst>
          </a:prstGeom>
          <a:solidFill>
            <a:srgbClr val="7C6A0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Q2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E4F29726-77CD-42ED-90E5-122F3240723B}"/>
              </a:ext>
            </a:extLst>
          </p:cNvPr>
          <p:cNvSpPr>
            <a:spLocks noGrp="1"/>
          </p:cNvSpPr>
          <p:nvPr/>
        </p:nvSpPr>
        <p:spPr>
          <a:xfrm>
            <a:off x="10763250" y="4210050"/>
            <a:ext cx="666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pPr>
            <a:r>
              <a: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7 of 8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AB733845-EFF4-444F-A36D-0D9CF9DF9C8F}"/>
              </a:ext>
            </a:extLst>
          </p:cNvPr>
          <p:cNvSpPr>
            <a:spLocks noGrp="1"/>
          </p:cNvSpPr>
          <p:nvPr/>
        </p:nvSpPr>
        <p:spPr>
          <a:xfrm>
            <a:off x="762000" y="4591050"/>
            <a:ext cx="106489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 i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rPr sz="1200" b="0" i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Define Haemorrhage. Write about procedure of blood transfusion.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2EF215A5-00A7-4C45-9AA5-9EA448724DC6}"/>
              </a:ext>
            </a:extLst>
          </p:cNvPr>
          <p:cNvSpPr>
            <a:spLocks noGrp="1"/>
          </p:cNvSpPr>
          <p:nvPr/>
        </p:nvSpPr>
        <p:spPr>
          <a:xfrm>
            <a:off x="552450" y="5276850"/>
            <a:ext cx="11087100" cy="1066800"/>
          </a:xfrm>
          <a:prstGeom prst="roundRect">
            <a:avLst>
              <a:gd name="adj" fmla="val 7143"/>
            </a:avLst>
          </a:prstGeom>
          <a:solidFill>
            <a:srgbClr val="FFF8D6"/>
          </a:solidFill>
          <a:ln w="9525">
            <a:solidFill>
              <a:srgbClr val="F2DF9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9F068D01-4925-42F5-B9F1-4197E9B98617}"/>
              </a:ext>
            </a:extLst>
          </p:cNvPr>
          <p:cNvSpPr>
            <a:spLocks noGrp="1"/>
          </p:cNvSpPr>
          <p:nvPr/>
        </p:nvSpPr>
        <p:spPr>
          <a:xfrm>
            <a:off x="552450" y="5276850"/>
            <a:ext cx="76200" cy="1066800"/>
          </a:xfrm>
          <a:prstGeom prst="rect">
            <a:avLst/>
          </a:prstGeom>
          <a:solidFill>
            <a:srgbClr val="F6C343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99026E3E-B6AD-4E35-848A-D1B8F046CEBF}"/>
              </a:ext>
            </a:extLst>
          </p:cNvPr>
          <p:cNvSpPr>
            <a:spLocks noGrp="1"/>
          </p:cNvSpPr>
          <p:nvPr/>
        </p:nvSpPr>
        <p:spPr>
          <a:xfrm>
            <a:off x="762000" y="5448300"/>
            <a:ext cx="990600" cy="285750"/>
          </a:xfrm>
          <a:prstGeom prst="roundRect">
            <a:avLst>
              <a:gd name="adj" fmla="val 40000"/>
            </a:avLst>
          </a:prstGeom>
          <a:solidFill>
            <a:srgbClr val="02809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MAR 2025</a:t>
            </a: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2F8271AA-1F94-4C3A-9207-224D1082A7A6}"/>
              </a:ext>
            </a:extLst>
          </p:cNvPr>
          <p:cNvSpPr>
            <a:spLocks noGrp="1"/>
          </p:cNvSpPr>
          <p:nvPr/>
        </p:nvSpPr>
        <p:spPr>
          <a:xfrm>
            <a:off x="1885950" y="5448300"/>
            <a:ext cx="1219200" cy="285750"/>
          </a:xfrm>
          <a:prstGeom prst="roundRect">
            <a:avLst>
              <a:gd name="adj" fmla="val 40000"/>
            </a:avLst>
          </a:prstGeom>
          <a:solidFill>
            <a:srgbClr val="02809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Write Notes</a:t>
            </a: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7F4EFF34-1B94-466B-AD1A-35E1BA04991E}"/>
              </a:ext>
            </a:extLst>
          </p:cNvPr>
          <p:cNvSpPr>
            <a:spLocks noGrp="1"/>
          </p:cNvSpPr>
          <p:nvPr/>
        </p:nvSpPr>
        <p:spPr>
          <a:xfrm>
            <a:off x="3238500" y="5448300"/>
            <a:ext cx="514350" cy="285750"/>
          </a:xfrm>
          <a:prstGeom prst="roundRect">
            <a:avLst>
              <a:gd name="adj" fmla="val 40000"/>
            </a:avLst>
          </a:prstGeom>
          <a:solidFill>
            <a:srgbClr val="7C6A0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Q7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E32A3B7C-6ADE-492A-AAB7-FC7958F2E67E}"/>
              </a:ext>
            </a:extLst>
          </p:cNvPr>
          <p:cNvSpPr>
            <a:spLocks noGrp="1"/>
          </p:cNvSpPr>
          <p:nvPr/>
        </p:nvSpPr>
        <p:spPr>
          <a:xfrm>
            <a:off x="10763250" y="5448300"/>
            <a:ext cx="666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pPr>
            <a:r>
              <a: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8 of 8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D2320F1C-5D0F-437C-8560-645A51FAE443}"/>
              </a:ext>
            </a:extLst>
          </p:cNvPr>
          <p:cNvSpPr>
            <a:spLocks noGrp="1"/>
          </p:cNvSpPr>
          <p:nvPr/>
        </p:nvSpPr>
        <p:spPr>
          <a:xfrm>
            <a:off x="762000" y="5829300"/>
            <a:ext cx="106489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 i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rPr sz="1200" b="0" i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Hypericum and Staphysagria in nerve injury.</a:t>
            </a:r>
          </a:p>
        </p:txBody>
      </p:sp>
    </p:spTree>
    <p:extLst>
      <p:ext uri="{BB962C8B-B14F-4D97-AF65-F5344CB8AC3E}">
        <p14:creationId xmlns:p14="http://schemas.microsoft.com/office/powerpoint/2010/main" val="88054393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 35">
            <a:extLst>
              <a:ext uri="{FF2B5EF4-FFF2-40B4-BE49-F238E27FC236}">
                <a16:creationId xmlns:a16="http://schemas.microsoft.com/office/drawing/2014/main" id="{EC8DF855-8776-4549-86FF-E569A41B453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066800"/>
          </a:xfrm>
          <a:prstGeom prst="rect">
            <a:avLst/>
          </a:prstGeom>
          <a:solidFill>
            <a:srgbClr val="028090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F758E89E-2EB3-4B8D-BCCA-F56D88192708}"/>
              </a:ext>
            </a:extLst>
          </p:cNvPr>
          <p:cNvSpPr>
            <a:spLocks noGrp="1"/>
          </p:cNvSpPr>
          <p:nvPr/>
        </p:nvSpPr>
        <p:spPr>
          <a:xfrm>
            <a:off x="457200" y="285750"/>
            <a:ext cx="533400" cy="533400"/>
          </a:xfrm>
          <a:prstGeom prst="ellipse">
            <a:avLst/>
          </a:prstGeom>
          <a:solidFill>
            <a:srgbClr val="00A896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0D1CB0A-BA5B-44DC-9C0C-09CF72703EB1}"/>
              </a:ext>
            </a:extLst>
          </p:cNvPr>
          <p:cNvSpPr>
            <a:spLocks noGrp="1"/>
          </p:cNvSpPr>
          <p:nvPr/>
        </p:nvSpPr>
        <p:spPr>
          <a:xfrm>
            <a:off x="457200" y="381000"/>
            <a:ext cx="5334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57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7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9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502D000-AAE1-4F6C-A7FB-1F0052E6FB3F}"/>
              </a:ext>
            </a:extLst>
          </p:cNvPr>
          <p:cNvSpPr>
            <a:spLocks noGrp="1"/>
          </p:cNvSpPr>
          <p:nvPr/>
        </p:nvSpPr>
        <p:spPr>
          <a:xfrm>
            <a:off x="1219200" y="209550"/>
            <a:ext cx="8382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400" b="1" i="0">
                <a:solidFill>
                  <a:srgbClr val="FFFFFF"/>
                </a:solidFill>
                <a:latin typeface="Cambria"/>
                <a:ea typeface="Cambria"/>
                <a:cs typeface="Cambria"/>
              </a:defRPr>
            </a:pPr>
            <a:r>
              <a:rPr sz="2400" b="1" i="0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Lipoma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C56B876-1A16-47B9-968A-D685BEE569EF}"/>
              </a:ext>
            </a:extLst>
          </p:cNvPr>
          <p:cNvSpPr>
            <a:spLocks noGrp="1"/>
          </p:cNvSpPr>
          <p:nvPr/>
        </p:nvSpPr>
        <p:spPr>
          <a:xfrm>
            <a:off x="1219200" y="666750"/>
            <a:ext cx="8382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125" b="0" i="1">
                <a:solidFill>
                  <a:srgbClr val="E6F5F3"/>
                </a:solidFill>
                <a:latin typeface="Calibri"/>
                <a:ea typeface="Calibri"/>
                <a:cs typeface="Calibri"/>
              </a:defRPr>
            </a:pPr>
            <a:r>
              <a:rPr sz="1125" b="0" i="1">
                <a:solidFill>
                  <a:srgbClr val="E6F5F3"/>
                </a:solidFill>
                <a:latin typeface="Calibri"/>
                <a:ea typeface="Calibri"/>
                <a:cs typeface="Calibri"/>
              </a:rPr>
              <a:t>8 times asked | 6 Write Notes | 2 Short Answers | part 1 of 2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28777090-DAEC-4C73-B6A7-722F171A2B90}"/>
              </a:ext>
            </a:extLst>
          </p:cNvPr>
          <p:cNvSpPr>
            <a:spLocks noGrp="1"/>
          </p:cNvSpPr>
          <p:nvPr/>
        </p:nvSpPr>
        <p:spPr>
          <a:xfrm>
            <a:off x="9886950" y="381000"/>
            <a:ext cx="1714500" cy="285750"/>
          </a:xfrm>
          <a:prstGeom prst="roundRect">
            <a:avLst>
              <a:gd name="adj" fmla="val 40000"/>
            </a:avLst>
          </a:prstGeom>
          <a:solidFill>
            <a:srgbClr val="016B78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Rank 9/55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295D16B-177D-4DA0-AA97-E851B0423EF6}"/>
              </a:ext>
            </a:extLst>
          </p:cNvPr>
          <p:cNvSpPr>
            <a:spLocks noGrp="1"/>
          </p:cNvSpPr>
          <p:nvPr/>
        </p:nvSpPr>
        <p:spPr>
          <a:xfrm>
            <a:off x="552450" y="1200150"/>
            <a:ext cx="4000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1" i="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pPr>
            <a:r>
              <a:rPr sz="1275" b="1" i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Highlighted asked questions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66E03BA8-98FF-4DE6-B026-166AC54FEEB5}"/>
              </a:ext>
            </a:extLst>
          </p:cNvPr>
          <p:cNvSpPr>
            <a:spLocks noGrp="1"/>
          </p:cNvSpPr>
          <p:nvPr/>
        </p:nvSpPr>
        <p:spPr>
          <a:xfrm>
            <a:off x="552450" y="1562100"/>
            <a:ext cx="11087100" cy="1066800"/>
          </a:xfrm>
          <a:prstGeom prst="roundRect">
            <a:avLst>
              <a:gd name="adj" fmla="val 7143"/>
            </a:avLst>
          </a:prstGeom>
          <a:solidFill>
            <a:srgbClr val="FFF8D6"/>
          </a:solidFill>
          <a:ln w="9525">
            <a:solidFill>
              <a:srgbClr val="F2DF9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3FD933E-F887-4821-9D6D-2F3DFA4461C6}"/>
              </a:ext>
            </a:extLst>
          </p:cNvPr>
          <p:cNvSpPr>
            <a:spLocks noGrp="1"/>
          </p:cNvSpPr>
          <p:nvPr/>
        </p:nvSpPr>
        <p:spPr>
          <a:xfrm>
            <a:off x="552450" y="1562100"/>
            <a:ext cx="76200" cy="1066800"/>
          </a:xfrm>
          <a:prstGeom prst="rect">
            <a:avLst/>
          </a:prstGeom>
          <a:solidFill>
            <a:srgbClr val="F6C343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BD9BC19F-933A-45EE-B225-8446EF9F6BAF}"/>
              </a:ext>
            </a:extLst>
          </p:cNvPr>
          <p:cNvSpPr>
            <a:spLocks noGrp="1"/>
          </p:cNvSpPr>
          <p:nvPr/>
        </p:nvSpPr>
        <p:spPr>
          <a:xfrm>
            <a:off x="762000" y="1733550"/>
            <a:ext cx="990600" cy="285750"/>
          </a:xfrm>
          <a:prstGeom prst="roundRect">
            <a:avLst>
              <a:gd name="adj" fmla="val 40000"/>
            </a:avLst>
          </a:prstGeom>
          <a:solidFill>
            <a:srgbClr val="02809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OCT 2019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6D64CE47-886E-4F46-BE74-5AEC6F07BCCC}"/>
              </a:ext>
            </a:extLst>
          </p:cNvPr>
          <p:cNvSpPr>
            <a:spLocks noGrp="1"/>
          </p:cNvSpPr>
          <p:nvPr/>
        </p:nvSpPr>
        <p:spPr>
          <a:xfrm>
            <a:off x="1885950" y="1733550"/>
            <a:ext cx="1219200" cy="285750"/>
          </a:xfrm>
          <a:prstGeom prst="roundRect">
            <a:avLst>
              <a:gd name="adj" fmla="val 40000"/>
            </a:avLst>
          </a:prstGeom>
          <a:solidFill>
            <a:srgbClr val="02809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Write Notes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7021C9DA-04F4-43EF-9632-28BFC9A9AA21}"/>
              </a:ext>
            </a:extLst>
          </p:cNvPr>
          <p:cNvSpPr>
            <a:spLocks noGrp="1"/>
          </p:cNvSpPr>
          <p:nvPr/>
        </p:nvSpPr>
        <p:spPr>
          <a:xfrm>
            <a:off x="3238500" y="1733550"/>
            <a:ext cx="514350" cy="285750"/>
          </a:xfrm>
          <a:prstGeom prst="roundRect">
            <a:avLst>
              <a:gd name="adj" fmla="val 40000"/>
            </a:avLst>
          </a:prstGeom>
          <a:solidFill>
            <a:srgbClr val="7C6A0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Q1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3785DE2-F3A0-4BB7-9B6C-FE3A2FF65179}"/>
              </a:ext>
            </a:extLst>
          </p:cNvPr>
          <p:cNvSpPr>
            <a:spLocks noGrp="1"/>
          </p:cNvSpPr>
          <p:nvPr/>
        </p:nvSpPr>
        <p:spPr>
          <a:xfrm>
            <a:off x="10763250" y="1733550"/>
            <a:ext cx="666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pPr>
            <a:r>
              <a: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1 of 8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912CFBB-E3D8-46C6-B1CA-1186B9ACD754}"/>
              </a:ext>
            </a:extLst>
          </p:cNvPr>
          <p:cNvSpPr>
            <a:spLocks noGrp="1"/>
          </p:cNvSpPr>
          <p:nvPr/>
        </p:nvSpPr>
        <p:spPr>
          <a:xfrm>
            <a:off x="762000" y="2114550"/>
            <a:ext cx="106489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 i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rPr sz="1200" b="0" i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Lipoma.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B794FBA5-39B0-419E-ACD9-58E2D3147C50}"/>
              </a:ext>
            </a:extLst>
          </p:cNvPr>
          <p:cNvSpPr>
            <a:spLocks noGrp="1"/>
          </p:cNvSpPr>
          <p:nvPr/>
        </p:nvSpPr>
        <p:spPr>
          <a:xfrm>
            <a:off x="552450" y="2800350"/>
            <a:ext cx="11087100" cy="1066800"/>
          </a:xfrm>
          <a:prstGeom prst="roundRect">
            <a:avLst>
              <a:gd name="adj" fmla="val 7143"/>
            </a:avLst>
          </a:prstGeom>
          <a:solidFill>
            <a:srgbClr val="FFF8D6"/>
          </a:solidFill>
          <a:ln w="9525">
            <a:solidFill>
              <a:srgbClr val="F2DF9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EA6BE19-6301-4BAE-B66F-17F819EB08DB}"/>
              </a:ext>
            </a:extLst>
          </p:cNvPr>
          <p:cNvSpPr>
            <a:spLocks noGrp="1"/>
          </p:cNvSpPr>
          <p:nvPr/>
        </p:nvSpPr>
        <p:spPr>
          <a:xfrm>
            <a:off x="552450" y="2800350"/>
            <a:ext cx="76200" cy="1066800"/>
          </a:xfrm>
          <a:prstGeom prst="rect">
            <a:avLst/>
          </a:prstGeom>
          <a:solidFill>
            <a:srgbClr val="F6C343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5D600949-96D0-4006-A166-45A4861DE42D}"/>
              </a:ext>
            </a:extLst>
          </p:cNvPr>
          <p:cNvSpPr>
            <a:spLocks noGrp="1"/>
          </p:cNvSpPr>
          <p:nvPr/>
        </p:nvSpPr>
        <p:spPr>
          <a:xfrm>
            <a:off x="762000" y="2971800"/>
            <a:ext cx="990600" cy="285750"/>
          </a:xfrm>
          <a:prstGeom prst="roundRect">
            <a:avLst>
              <a:gd name="adj" fmla="val 40000"/>
            </a:avLst>
          </a:prstGeom>
          <a:solidFill>
            <a:srgbClr val="02809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MAR 2021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4D94A82A-BC3E-43EA-A210-22567718F151}"/>
              </a:ext>
            </a:extLst>
          </p:cNvPr>
          <p:cNvSpPr>
            <a:spLocks noGrp="1"/>
          </p:cNvSpPr>
          <p:nvPr/>
        </p:nvSpPr>
        <p:spPr>
          <a:xfrm>
            <a:off x="1885950" y="2971800"/>
            <a:ext cx="1219200" cy="285750"/>
          </a:xfrm>
          <a:prstGeom prst="roundRect">
            <a:avLst>
              <a:gd name="adj" fmla="val 40000"/>
            </a:avLst>
          </a:prstGeom>
          <a:solidFill>
            <a:srgbClr val="02809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Write Notes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928B5834-79BB-4F84-9178-73D0A69F6D76}"/>
              </a:ext>
            </a:extLst>
          </p:cNvPr>
          <p:cNvSpPr>
            <a:spLocks noGrp="1"/>
          </p:cNvSpPr>
          <p:nvPr/>
        </p:nvSpPr>
        <p:spPr>
          <a:xfrm>
            <a:off x="3238500" y="2971800"/>
            <a:ext cx="514350" cy="285750"/>
          </a:xfrm>
          <a:prstGeom prst="roundRect">
            <a:avLst>
              <a:gd name="adj" fmla="val 40000"/>
            </a:avLst>
          </a:prstGeom>
          <a:solidFill>
            <a:srgbClr val="7C6A0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Q6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8F929C0-0559-4F53-B838-CC72D055DA9A}"/>
              </a:ext>
            </a:extLst>
          </p:cNvPr>
          <p:cNvSpPr>
            <a:spLocks noGrp="1"/>
          </p:cNvSpPr>
          <p:nvPr/>
        </p:nvSpPr>
        <p:spPr>
          <a:xfrm>
            <a:off x="10763250" y="2971800"/>
            <a:ext cx="666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pPr>
            <a:r>
              <a: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2 of 8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B1D63F9-FE06-474C-B974-434EDD26042E}"/>
              </a:ext>
            </a:extLst>
          </p:cNvPr>
          <p:cNvSpPr>
            <a:spLocks noGrp="1"/>
          </p:cNvSpPr>
          <p:nvPr/>
        </p:nvSpPr>
        <p:spPr>
          <a:xfrm>
            <a:off x="762000" y="3352800"/>
            <a:ext cx="106489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 i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rPr sz="1200" b="0" i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Lapis alba and Cholesterinum in lipoma.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A2400001-FEE2-4014-831D-427EADA81E77}"/>
              </a:ext>
            </a:extLst>
          </p:cNvPr>
          <p:cNvSpPr>
            <a:spLocks noGrp="1"/>
          </p:cNvSpPr>
          <p:nvPr/>
        </p:nvSpPr>
        <p:spPr>
          <a:xfrm>
            <a:off x="552450" y="4038600"/>
            <a:ext cx="11087100" cy="1066800"/>
          </a:xfrm>
          <a:prstGeom prst="roundRect">
            <a:avLst>
              <a:gd name="adj" fmla="val 7143"/>
            </a:avLst>
          </a:prstGeom>
          <a:solidFill>
            <a:srgbClr val="FFF8D6"/>
          </a:solidFill>
          <a:ln w="9525">
            <a:solidFill>
              <a:srgbClr val="F2DF9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131AE79-BB14-423D-9F2C-7F199B80B9B4}"/>
              </a:ext>
            </a:extLst>
          </p:cNvPr>
          <p:cNvSpPr>
            <a:spLocks noGrp="1"/>
          </p:cNvSpPr>
          <p:nvPr/>
        </p:nvSpPr>
        <p:spPr>
          <a:xfrm>
            <a:off x="552450" y="4038600"/>
            <a:ext cx="76200" cy="1066800"/>
          </a:xfrm>
          <a:prstGeom prst="rect">
            <a:avLst/>
          </a:prstGeom>
          <a:solidFill>
            <a:srgbClr val="F6C343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F884B97D-9A51-47F8-A4C0-BC7258742BB3}"/>
              </a:ext>
            </a:extLst>
          </p:cNvPr>
          <p:cNvSpPr>
            <a:spLocks noGrp="1"/>
          </p:cNvSpPr>
          <p:nvPr/>
        </p:nvSpPr>
        <p:spPr>
          <a:xfrm>
            <a:off x="762000" y="4210050"/>
            <a:ext cx="990600" cy="285750"/>
          </a:xfrm>
          <a:prstGeom prst="roundRect">
            <a:avLst>
              <a:gd name="adj" fmla="val 40000"/>
            </a:avLst>
          </a:prstGeom>
          <a:solidFill>
            <a:srgbClr val="02809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FEB 2022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A87E16A3-0267-4C8A-9DD0-80A72526910A}"/>
              </a:ext>
            </a:extLst>
          </p:cNvPr>
          <p:cNvSpPr>
            <a:spLocks noGrp="1"/>
          </p:cNvSpPr>
          <p:nvPr/>
        </p:nvSpPr>
        <p:spPr>
          <a:xfrm>
            <a:off x="1885950" y="4210050"/>
            <a:ext cx="1219200" cy="285750"/>
          </a:xfrm>
          <a:prstGeom prst="roundRect">
            <a:avLst>
              <a:gd name="adj" fmla="val 40000"/>
            </a:avLst>
          </a:prstGeom>
          <a:solidFill>
            <a:srgbClr val="2563A8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Short Answers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42411099-5392-4E34-A287-271DBC0F8961}"/>
              </a:ext>
            </a:extLst>
          </p:cNvPr>
          <p:cNvSpPr>
            <a:spLocks noGrp="1"/>
          </p:cNvSpPr>
          <p:nvPr/>
        </p:nvSpPr>
        <p:spPr>
          <a:xfrm>
            <a:off x="3238500" y="4210050"/>
            <a:ext cx="514350" cy="285750"/>
          </a:xfrm>
          <a:prstGeom prst="roundRect">
            <a:avLst>
              <a:gd name="adj" fmla="val 40000"/>
            </a:avLst>
          </a:prstGeom>
          <a:solidFill>
            <a:srgbClr val="7C6A0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Q4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D1EB762-B5A7-435A-8036-1598D99BB375}"/>
              </a:ext>
            </a:extLst>
          </p:cNvPr>
          <p:cNvSpPr>
            <a:spLocks noGrp="1"/>
          </p:cNvSpPr>
          <p:nvPr/>
        </p:nvSpPr>
        <p:spPr>
          <a:xfrm>
            <a:off x="10763250" y="4210050"/>
            <a:ext cx="666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pPr>
            <a:r>
              <a: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3 of 8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7D25A0EF-33CF-4DCA-85D2-6EB2FF01A10C}"/>
              </a:ext>
            </a:extLst>
          </p:cNvPr>
          <p:cNvSpPr>
            <a:spLocks noGrp="1"/>
          </p:cNvSpPr>
          <p:nvPr/>
        </p:nvSpPr>
        <p:spPr>
          <a:xfrm>
            <a:off x="762000" y="4591050"/>
            <a:ext cx="106489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 i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rPr sz="1200" b="0" i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Pseudolipoma.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C063EA0A-C80F-46FB-A8FD-53D8085816AE}"/>
              </a:ext>
            </a:extLst>
          </p:cNvPr>
          <p:cNvSpPr>
            <a:spLocks noGrp="1"/>
          </p:cNvSpPr>
          <p:nvPr/>
        </p:nvSpPr>
        <p:spPr>
          <a:xfrm>
            <a:off x="552450" y="5276850"/>
            <a:ext cx="11087100" cy="1066800"/>
          </a:xfrm>
          <a:prstGeom prst="roundRect">
            <a:avLst>
              <a:gd name="adj" fmla="val 7143"/>
            </a:avLst>
          </a:prstGeom>
          <a:solidFill>
            <a:srgbClr val="FFF8D6"/>
          </a:solidFill>
          <a:ln w="9525">
            <a:solidFill>
              <a:srgbClr val="F2DF9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A7A83E4A-6AAC-4A81-8CE5-1279C74CF35D}"/>
              </a:ext>
            </a:extLst>
          </p:cNvPr>
          <p:cNvSpPr>
            <a:spLocks noGrp="1"/>
          </p:cNvSpPr>
          <p:nvPr/>
        </p:nvSpPr>
        <p:spPr>
          <a:xfrm>
            <a:off x="552450" y="5276850"/>
            <a:ext cx="76200" cy="1066800"/>
          </a:xfrm>
          <a:prstGeom prst="rect">
            <a:avLst/>
          </a:prstGeom>
          <a:solidFill>
            <a:srgbClr val="F6C343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8B1202B5-4B21-4E8B-9C86-5EF7650E60F2}"/>
              </a:ext>
            </a:extLst>
          </p:cNvPr>
          <p:cNvSpPr>
            <a:spLocks noGrp="1"/>
          </p:cNvSpPr>
          <p:nvPr/>
        </p:nvSpPr>
        <p:spPr>
          <a:xfrm>
            <a:off x="762000" y="5448300"/>
            <a:ext cx="990600" cy="285750"/>
          </a:xfrm>
          <a:prstGeom prst="roundRect">
            <a:avLst>
              <a:gd name="adj" fmla="val 40000"/>
            </a:avLst>
          </a:prstGeom>
          <a:solidFill>
            <a:srgbClr val="02809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FEB 2022</a:t>
            </a: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4E38C631-83EA-4B46-9428-FE40A96CD03D}"/>
              </a:ext>
            </a:extLst>
          </p:cNvPr>
          <p:cNvSpPr>
            <a:spLocks noGrp="1"/>
          </p:cNvSpPr>
          <p:nvPr/>
        </p:nvSpPr>
        <p:spPr>
          <a:xfrm>
            <a:off x="1885950" y="5448300"/>
            <a:ext cx="1219200" cy="285750"/>
          </a:xfrm>
          <a:prstGeom prst="roundRect">
            <a:avLst>
              <a:gd name="adj" fmla="val 40000"/>
            </a:avLst>
          </a:prstGeom>
          <a:solidFill>
            <a:srgbClr val="02809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Write Notes</a:t>
            </a: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4332B473-DEE8-402C-BED7-BBCFE946BBD9}"/>
              </a:ext>
            </a:extLst>
          </p:cNvPr>
          <p:cNvSpPr>
            <a:spLocks noGrp="1"/>
          </p:cNvSpPr>
          <p:nvPr/>
        </p:nvSpPr>
        <p:spPr>
          <a:xfrm>
            <a:off x="3238500" y="5448300"/>
            <a:ext cx="514350" cy="285750"/>
          </a:xfrm>
          <a:prstGeom prst="roundRect">
            <a:avLst>
              <a:gd name="adj" fmla="val 40000"/>
            </a:avLst>
          </a:prstGeom>
          <a:solidFill>
            <a:srgbClr val="7C6A0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Q7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F0FDF2D1-639A-44F4-953F-04371714FA20}"/>
              </a:ext>
            </a:extLst>
          </p:cNvPr>
          <p:cNvSpPr>
            <a:spLocks noGrp="1"/>
          </p:cNvSpPr>
          <p:nvPr/>
        </p:nvSpPr>
        <p:spPr>
          <a:xfrm>
            <a:off x="10763250" y="5448300"/>
            <a:ext cx="666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pPr>
            <a:r>
              <a: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4 of 8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37FB8876-A9A2-4113-A2E5-DE3620059518}"/>
              </a:ext>
            </a:extLst>
          </p:cNvPr>
          <p:cNvSpPr>
            <a:spLocks noGrp="1"/>
          </p:cNvSpPr>
          <p:nvPr/>
        </p:nvSpPr>
        <p:spPr>
          <a:xfrm>
            <a:off x="762000" y="5829300"/>
            <a:ext cx="106489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 i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rPr sz="1200" b="0" i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Lapis alba and Conium in Lipoma.</a:t>
            </a:r>
          </a:p>
        </p:txBody>
      </p:sp>
    </p:spTree>
    <p:extLst>
      <p:ext uri="{BB962C8B-B14F-4D97-AF65-F5344CB8AC3E}">
        <p14:creationId xmlns:p14="http://schemas.microsoft.com/office/powerpoint/2010/main" val="2107908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 35">
            <a:extLst>
              <a:ext uri="{FF2B5EF4-FFF2-40B4-BE49-F238E27FC236}">
                <a16:creationId xmlns:a16="http://schemas.microsoft.com/office/drawing/2014/main" id="{8FFD9C78-3012-438D-B90C-E77F5AE2363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066800"/>
          </a:xfrm>
          <a:prstGeom prst="rect">
            <a:avLst/>
          </a:prstGeom>
          <a:solidFill>
            <a:srgbClr val="028090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100C3169-DEB8-4FEE-97F7-6FC323822744}"/>
              </a:ext>
            </a:extLst>
          </p:cNvPr>
          <p:cNvSpPr>
            <a:spLocks noGrp="1"/>
          </p:cNvSpPr>
          <p:nvPr/>
        </p:nvSpPr>
        <p:spPr>
          <a:xfrm>
            <a:off x="457200" y="285750"/>
            <a:ext cx="533400" cy="533400"/>
          </a:xfrm>
          <a:prstGeom prst="ellipse">
            <a:avLst/>
          </a:prstGeom>
          <a:solidFill>
            <a:srgbClr val="00A896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FEA1427-C0DB-43A6-992C-9C4A674A7CAE}"/>
              </a:ext>
            </a:extLst>
          </p:cNvPr>
          <p:cNvSpPr>
            <a:spLocks noGrp="1"/>
          </p:cNvSpPr>
          <p:nvPr/>
        </p:nvSpPr>
        <p:spPr>
          <a:xfrm>
            <a:off x="457200" y="381000"/>
            <a:ext cx="5334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57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7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9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EEB4E6F-ADAC-48C9-9C56-5F1A12E77231}"/>
              </a:ext>
            </a:extLst>
          </p:cNvPr>
          <p:cNvSpPr>
            <a:spLocks noGrp="1"/>
          </p:cNvSpPr>
          <p:nvPr/>
        </p:nvSpPr>
        <p:spPr>
          <a:xfrm>
            <a:off x="1219200" y="209550"/>
            <a:ext cx="8382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400" b="1" i="0">
                <a:solidFill>
                  <a:srgbClr val="FFFFFF"/>
                </a:solidFill>
                <a:latin typeface="Cambria"/>
                <a:ea typeface="Cambria"/>
                <a:cs typeface="Cambria"/>
              </a:defRPr>
            </a:pPr>
            <a:r>
              <a:rPr sz="2400" b="1" i="0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Lipoma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A378118-F9ED-4273-B34C-50BAAFD0E5A7}"/>
              </a:ext>
            </a:extLst>
          </p:cNvPr>
          <p:cNvSpPr>
            <a:spLocks noGrp="1"/>
          </p:cNvSpPr>
          <p:nvPr/>
        </p:nvSpPr>
        <p:spPr>
          <a:xfrm>
            <a:off x="1219200" y="666750"/>
            <a:ext cx="8382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125" b="0" i="1">
                <a:solidFill>
                  <a:srgbClr val="E6F5F3"/>
                </a:solidFill>
                <a:latin typeface="Calibri"/>
                <a:ea typeface="Calibri"/>
                <a:cs typeface="Calibri"/>
              </a:defRPr>
            </a:pPr>
            <a:r>
              <a:rPr sz="1125" b="0" i="1">
                <a:solidFill>
                  <a:srgbClr val="E6F5F3"/>
                </a:solidFill>
                <a:latin typeface="Calibri"/>
                <a:ea typeface="Calibri"/>
                <a:cs typeface="Calibri"/>
              </a:rPr>
              <a:t>8 times asked | 6 Write Notes | 2 Short Answers | part 2 of 2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4F5EA107-9321-4244-BC8E-F3F70953AA65}"/>
              </a:ext>
            </a:extLst>
          </p:cNvPr>
          <p:cNvSpPr>
            <a:spLocks noGrp="1"/>
          </p:cNvSpPr>
          <p:nvPr/>
        </p:nvSpPr>
        <p:spPr>
          <a:xfrm>
            <a:off x="9886950" y="381000"/>
            <a:ext cx="1714500" cy="285750"/>
          </a:xfrm>
          <a:prstGeom prst="roundRect">
            <a:avLst>
              <a:gd name="adj" fmla="val 40000"/>
            </a:avLst>
          </a:prstGeom>
          <a:solidFill>
            <a:srgbClr val="016B78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Rank 9/55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D5CAF37-B61B-4AE1-9424-F1F6EBB0A2C3}"/>
              </a:ext>
            </a:extLst>
          </p:cNvPr>
          <p:cNvSpPr>
            <a:spLocks noGrp="1"/>
          </p:cNvSpPr>
          <p:nvPr/>
        </p:nvSpPr>
        <p:spPr>
          <a:xfrm>
            <a:off x="552450" y="1200150"/>
            <a:ext cx="4000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1" i="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pPr>
            <a:r>
              <a:rPr sz="1275" b="1" i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Highlighted asked questions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92A1C87E-4408-422C-9E1D-66435A3CF84D}"/>
              </a:ext>
            </a:extLst>
          </p:cNvPr>
          <p:cNvSpPr>
            <a:spLocks noGrp="1"/>
          </p:cNvSpPr>
          <p:nvPr/>
        </p:nvSpPr>
        <p:spPr>
          <a:xfrm>
            <a:off x="552450" y="1562100"/>
            <a:ext cx="11087100" cy="1066800"/>
          </a:xfrm>
          <a:prstGeom prst="roundRect">
            <a:avLst>
              <a:gd name="adj" fmla="val 7143"/>
            </a:avLst>
          </a:prstGeom>
          <a:solidFill>
            <a:srgbClr val="FFF8D6"/>
          </a:solidFill>
          <a:ln w="9525">
            <a:solidFill>
              <a:srgbClr val="F2DF9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19DF91C-0922-4B04-A887-1CBAACA5F24B}"/>
              </a:ext>
            </a:extLst>
          </p:cNvPr>
          <p:cNvSpPr>
            <a:spLocks noGrp="1"/>
          </p:cNvSpPr>
          <p:nvPr/>
        </p:nvSpPr>
        <p:spPr>
          <a:xfrm>
            <a:off x="552450" y="1562100"/>
            <a:ext cx="76200" cy="1066800"/>
          </a:xfrm>
          <a:prstGeom prst="rect">
            <a:avLst/>
          </a:prstGeom>
          <a:solidFill>
            <a:srgbClr val="F6C343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18481CFE-1D53-4813-A12B-790B9B6C69AA}"/>
              </a:ext>
            </a:extLst>
          </p:cNvPr>
          <p:cNvSpPr>
            <a:spLocks noGrp="1"/>
          </p:cNvSpPr>
          <p:nvPr/>
        </p:nvSpPr>
        <p:spPr>
          <a:xfrm>
            <a:off x="762000" y="1733550"/>
            <a:ext cx="990600" cy="285750"/>
          </a:xfrm>
          <a:prstGeom prst="roundRect">
            <a:avLst>
              <a:gd name="adj" fmla="val 40000"/>
            </a:avLst>
          </a:prstGeom>
          <a:solidFill>
            <a:srgbClr val="02809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OCT 2022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1D1743B3-8C33-4308-9AE6-1A3BB202DF54}"/>
              </a:ext>
            </a:extLst>
          </p:cNvPr>
          <p:cNvSpPr>
            <a:spLocks noGrp="1"/>
          </p:cNvSpPr>
          <p:nvPr/>
        </p:nvSpPr>
        <p:spPr>
          <a:xfrm>
            <a:off x="1885950" y="1733550"/>
            <a:ext cx="1219200" cy="285750"/>
          </a:xfrm>
          <a:prstGeom prst="roundRect">
            <a:avLst>
              <a:gd name="adj" fmla="val 40000"/>
            </a:avLst>
          </a:prstGeom>
          <a:solidFill>
            <a:srgbClr val="02809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Write Notes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2ED74029-E1AF-411C-B6EB-E32A06409A50}"/>
              </a:ext>
            </a:extLst>
          </p:cNvPr>
          <p:cNvSpPr>
            <a:spLocks noGrp="1"/>
          </p:cNvSpPr>
          <p:nvPr/>
        </p:nvSpPr>
        <p:spPr>
          <a:xfrm>
            <a:off x="3238500" y="1733550"/>
            <a:ext cx="514350" cy="285750"/>
          </a:xfrm>
          <a:prstGeom prst="roundRect">
            <a:avLst>
              <a:gd name="adj" fmla="val 40000"/>
            </a:avLst>
          </a:prstGeom>
          <a:solidFill>
            <a:srgbClr val="7C6A0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Q2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6DEEC58-E106-4A33-9497-AFBE24FB5CDD}"/>
              </a:ext>
            </a:extLst>
          </p:cNvPr>
          <p:cNvSpPr>
            <a:spLocks noGrp="1"/>
          </p:cNvSpPr>
          <p:nvPr/>
        </p:nvSpPr>
        <p:spPr>
          <a:xfrm>
            <a:off x="10763250" y="1733550"/>
            <a:ext cx="666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pPr>
            <a:r>
              <a: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5 of 8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F2EC28C-3287-4E2A-8FEB-F2A488702B53}"/>
              </a:ext>
            </a:extLst>
          </p:cNvPr>
          <p:cNvSpPr>
            <a:spLocks noGrp="1"/>
          </p:cNvSpPr>
          <p:nvPr/>
        </p:nvSpPr>
        <p:spPr>
          <a:xfrm>
            <a:off x="762000" y="2114550"/>
            <a:ext cx="106489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 i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rPr sz="1200" b="0" i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Define Lipoma, write two drugs with indication.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4E2F16F6-3840-4775-8595-F61DD127FDE7}"/>
              </a:ext>
            </a:extLst>
          </p:cNvPr>
          <p:cNvSpPr>
            <a:spLocks noGrp="1"/>
          </p:cNvSpPr>
          <p:nvPr/>
        </p:nvSpPr>
        <p:spPr>
          <a:xfrm>
            <a:off x="552450" y="2800350"/>
            <a:ext cx="11087100" cy="1066800"/>
          </a:xfrm>
          <a:prstGeom prst="roundRect">
            <a:avLst>
              <a:gd name="adj" fmla="val 7143"/>
            </a:avLst>
          </a:prstGeom>
          <a:solidFill>
            <a:srgbClr val="FFF8D6"/>
          </a:solidFill>
          <a:ln w="9525">
            <a:solidFill>
              <a:srgbClr val="F2DF9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6A64621-E7AE-4654-B65C-3A6601319361}"/>
              </a:ext>
            </a:extLst>
          </p:cNvPr>
          <p:cNvSpPr>
            <a:spLocks noGrp="1"/>
          </p:cNvSpPr>
          <p:nvPr/>
        </p:nvSpPr>
        <p:spPr>
          <a:xfrm>
            <a:off x="552450" y="2800350"/>
            <a:ext cx="76200" cy="1066800"/>
          </a:xfrm>
          <a:prstGeom prst="rect">
            <a:avLst/>
          </a:prstGeom>
          <a:solidFill>
            <a:srgbClr val="F6C343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CDB51988-F870-424F-BE27-EE44A469D766}"/>
              </a:ext>
            </a:extLst>
          </p:cNvPr>
          <p:cNvSpPr>
            <a:spLocks noGrp="1"/>
          </p:cNvSpPr>
          <p:nvPr/>
        </p:nvSpPr>
        <p:spPr>
          <a:xfrm>
            <a:off x="762000" y="2971800"/>
            <a:ext cx="990600" cy="285750"/>
          </a:xfrm>
          <a:prstGeom prst="roundRect">
            <a:avLst>
              <a:gd name="adj" fmla="val 40000"/>
            </a:avLst>
          </a:prstGeom>
          <a:solidFill>
            <a:srgbClr val="02809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MAR 2023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AF502502-0298-41CC-8839-3F1E620A7C09}"/>
              </a:ext>
            </a:extLst>
          </p:cNvPr>
          <p:cNvSpPr>
            <a:spLocks noGrp="1"/>
          </p:cNvSpPr>
          <p:nvPr/>
        </p:nvSpPr>
        <p:spPr>
          <a:xfrm>
            <a:off x="1885950" y="2971800"/>
            <a:ext cx="1219200" cy="285750"/>
          </a:xfrm>
          <a:prstGeom prst="roundRect">
            <a:avLst>
              <a:gd name="adj" fmla="val 40000"/>
            </a:avLst>
          </a:prstGeom>
          <a:solidFill>
            <a:srgbClr val="02809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Write Notes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F7964968-20F4-4867-8435-45357B1CEA2C}"/>
              </a:ext>
            </a:extLst>
          </p:cNvPr>
          <p:cNvSpPr>
            <a:spLocks noGrp="1"/>
          </p:cNvSpPr>
          <p:nvPr/>
        </p:nvSpPr>
        <p:spPr>
          <a:xfrm>
            <a:off x="3238500" y="2971800"/>
            <a:ext cx="514350" cy="285750"/>
          </a:xfrm>
          <a:prstGeom prst="roundRect">
            <a:avLst>
              <a:gd name="adj" fmla="val 40000"/>
            </a:avLst>
          </a:prstGeom>
          <a:solidFill>
            <a:srgbClr val="7C6A0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Q6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25BD4FD-1F98-4E1D-BA5B-666171D4D2D5}"/>
              </a:ext>
            </a:extLst>
          </p:cNvPr>
          <p:cNvSpPr>
            <a:spLocks noGrp="1"/>
          </p:cNvSpPr>
          <p:nvPr/>
        </p:nvSpPr>
        <p:spPr>
          <a:xfrm>
            <a:off x="10763250" y="2971800"/>
            <a:ext cx="666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pPr>
            <a:r>
              <a: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6 of 8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AA0F7C1-C8D2-4990-9EFF-EE12B3733DDB}"/>
              </a:ext>
            </a:extLst>
          </p:cNvPr>
          <p:cNvSpPr>
            <a:spLocks noGrp="1"/>
          </p:cNvSpPr>
          <p:nvPr/>
        </p:nvSpPr>
        <p:spPr>
          <a:xfrm>
            <a:off x="762000" y="3352800"/>
            <a:ext cx="106489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 i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rPr sz="1200" b="0" i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Lapis alba and Cholesteriunm in lipoma.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EA50F737-04E0-4ABE-9B0E-1CFAD0BD2169}"/>
              </a:ext>
            </a:extLst>
          </p:cNvPr>
          <p:cNvSpPr>
            <a:spLocks noGrp="1"/>
          </p:cNvSpPr>
          <p:nvPr/>
        </p:nvSpPr>
        <p:spPr>
          <a:xfrm>
            <a:off x="552450" y="4038600"/>
            <a:ext cx="11087100" cy="1066800"/>
          </a:xfrm>
          <a:prstGeom prst="roundRect">
            <a:avLst>
              <a:gd name="adj" fmla="val 7143"/>
            </a:avLst>
          </a:prstGeom>
          <a:solidFill>
            <a:srgbClr val="FFF8D6"/>
          </a:solidFill>
          <a:ln w="9525">
            <a:solidFill>
              <a:srgbClr val="F2DF9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8359F2F-0F86-48BA-8E2A-2469D34DB45D}"/>
              </a:ext>
            </a:extLst>
          </p:cNvPr>
          <p:cNvSpPr>
            <a:spLocks noGrp="1"/>
          </p:cNvSpPr>
          <p:nvPr/>
        </p:nvSpPr>
        <p:spPr>
          <a:xfrm>
            <a:off x="552450" y="4038600"/>
            <a:ext cx="76200" cy="1066800"/>
          </a:xfrm>
          <a:prstGeom prst="rect">
            <a:avLst/>
          </a:prstGeom>
          <a:solidFill>
            <a:srgbClr val="F6C343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B61F6D65-B190-4C56-826C-9EDB209A3FC5}"/>
              </a:ext>
            </a:extLst>
          </p:cNvPr>
          <p:cNvSpPr>
            <a:spLocks noGrp="1"/>
          </p:cNvSpPr>
          <p:nvPr/>
        </p:nvSpPr>
        <p:spPr>
          <a:xfrm>
            <a:off x="762000" y="4210050"/>
            <a:ext cx="990600" cy="285750"/>
          </a:xfrm>
          <a:prstGeom prst="roundRect">
            <a:avLst>
              <a:gd name="adj" fmla="val 40000"/>
            </a:avLst>
          </a:prstGeom>
          <a:solidFill>
            <a:srgbClr val="02809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SEP 2023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8910BF42-EAAC-4737-A2E8-6B84D9F91911}"/>
              </a:ext>
            </a:extLst>
          </p:cNvPr>
          <p:cNvSpPr>
            <a:spLocks noGrp="1"/>
          </p:cNvSpPr>
          <p:nvPr/>
        </p:nvSpPr>
        <p:spPr>
          <a:xfrm>
            <a:off x="1885950" y="4210050"/>
            <a:ext cx="1219200" cy="285750"/>
          </a:xfrm>
          <a:prstGeom prst="roundRect">
            <a:avLst>
              <a:gd name="adj" fmla="val 40000"/>
            </a:avLst>
          </a:prstGeom>
          <a:solidFill>
            <a:srgbClr val="2563A8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Short Answers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927DF2CE-B424-49EB-AB7C-8C5081B2F832}"/>
              </a:ext>
            </a:extLst>
          </p:cNvPr>
          <p:cNvSpPr>
            <a:spLocks noGrp="1"/>
          </p:cNvSpPr>
          <p:nvPr/>
        </p:nvSpPr>
        <p:spPr>
          <a:xfrm>
            <a:off x="3238500" y="4210050"/>
            <a:ext cx="514350" cy="285750"/>
          </a:xfrm>
          <a:prstGeom prst="roundRect">
            <a:avLst>
              <a:gd name="adj" fmla="val 40000"/>
            </a:avLst>
          </a:prstGeom>
          <a:solidFill>
            <a:srgbClr val="7C6A0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Q7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48B4B0C-26CE-47D3-B62C-43C5EDE0915D}"/>
              </a:ext>
            </a:extLst>
          </p:cNvPr>
          <p:cNvSpPr>
            <a:spLocks noGrp="1"/>
          </p:cNvSpPr>
          <p:nvPr/>
        </p:nvSpPr>
        <p:spPr>
          <a:xfrm>
            <a:off x="10763250" y="4210050"/>
            <a:ext cx="666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pPr>
            <a:r>
              <a: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7 of 8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4626DBCE-D50A-4B2F-8411-6D896D16909A}"/>
              </a:ext>
            </a:extLst>
          </p:cNvPr>
          <p:cNvSpPr>
            <a:spLocks noGrp="1"/>
          </p:cNvSpPr>
          <p:nvPr/>
        </p:nvSpPr>
        <p:spPr>
          <a:xfrm>
            <a:off x="762000" y="4591050"/>
            <a:ext cx="106489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 i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rPr sz="1200" b="0" i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Belladonna - Lipoma.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6C18212F-0561-4DAA-9FFF-56A8226EDCF7}"/>
              </a:ext>
            </a:extLst>
          </p:cNvPr>
          <p:cNvSpPr>
            <a:spLocks noGrp="1"/>
          </p:cNvSpPr>
          <p:nvPr/>
        </p:nvSpPr>
        <p:spPr>
          <a:xfrm>
            <a:off x="552450" y="5276850"/>
            <a:ext cx="11087100" cy="1066800"/>
          </a:xfrm>
          <a:prstGeom prst="roundRect">
            <a:avLst>
              <a:gd name="adj" fmla="val 7143"/>
            </a:avLst>
          </a:prstGeom>
          <a:solidFill>
            <a:srgbClr val="FFF8D6"/>
          </a:solidFill>
          <a:ln w="9525">
            <a:solidFill>
              <a:srgbClr val="F2DF9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5F93E716-759A-4164-8EB0-10DD7536602E}"/>
              </a:ext>
            </a:extLst>
          </p:cNvPr>
          <p:cNvSpPr>
            <a:spLocks noGrp="1"/>
          </p:cNvSpPr>
          <p:nvPr/>
        </p:nvSpPr>
        <p:spPr>
          <a:xfrm>
            <a:off x="552450" y="5276850"/>
            <a:ext cx="76200" cy="1066800"/>
          </a:xfrm>
          <a:prstGeom prst="rect">
            <a:avLst/>
          </a:prstGeom>
          <a:solidFill>
            <a:srgbClr val="F6C343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4F47E18E-DEDD-412C-B2DA-8150ED2DBC66}"/>
              </a:ext>
            </a:extLst>
          </p:cNvPr>
          <p:cNvSpPr>
            <a:spLocks noGrp="1"/>
          </p:cNvSpPr>
          <p:nvPr/>
        </p:nvSpPr>
        <p:spPr>
          <a:xfrm>
            <a:off x="762000" y="5448300"/>
            <a:ext cx="990600" cy="285750"/>
          </a:xfrm>
          <a:prstGeom prst="roundRect">
            <a:avLst>
              <a:gd name="adj" fmla="val 40000"/>
            </a:avLst>
          </a:prstGeom>
          <a:solidFill>
            <a:srgbClr val="02809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AUG 2025</a:t>
            </a: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A9C08606-9EF8-4511-A515-BEF7702DAB4A}"/>
              </a:ext>
            </a:extLst>
          </p:cNvPr>
          <p:cNvSpPr>
            <a:spLocks noGrp="1"/>
          </p:cNvSpPr>
          <p:nvPr/>
        </p:nvSpPr>
        <p:spPr>
          <a:xfrm>
            <a:off x="1885950" y="5448300"/>
            <a:ext cx="1219200" cy="285750"/>
          </a:xfrm>
          <a:prstGeom prst="roundRect">
            <a:avLst>
              <a:gd name="adj" fmla="val 40000"/>
            </a:avLst>
          </a:prstGeom>
          <a:solidFill>
            <a:srgbClr val="02809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Write Notes</a:t>
            </a: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DDCEE926-FC70-4FB8-BDF1-7F141A041139}"/>
              </a:ext>
            </a:extLst>
          </p:cNvPr>
          <p:cNvSpPr>
            <a:spLocks noGrp="1"/>
          </p:cNvSpPr>
          <p:nvPr/>
        </p:nvSpPr>
        <p:spPr>
          <a:xfrm>
            <a:off x="3238500" y="5448300"/>
            <a:ext cx="514350" cy="285750"/>
          </a:xfrm>
          <a:prstGeom prst="roundRect">
            <a:avLst>
              <a:gd name="adj" fmla="val 40000"/>
            </a:avLst>
          </a:prstGeom>
          <a:solidFill>
            <a:srgbClr val="7C6A0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Q2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2D62471-38CB-4077-A40E-54955B28A892}"/>
              </a:ext>
            </a:extLst>
          </p:cNvPr>
          <p:cNvSpPr>
            <a:spLocks noGrp="1"/>
          </p:cNvSpPr>
          <p:nvPr/>
        </p:nvSpPr>
        <p:spPr>
          <a:xfrm>
            <a:off x="10763250" y="5448300"/>
            <a:ext cx="666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pPr>
            <a:r>
              <a: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8 of 8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C89EC567-FF31-43B3-8B93-63D03CEB415B}"/>
              </a:ext>
            </a:extLst>
          </p:cNvPr>
          <p:cNvSpPr>
            <a:spLocks noGrp="1"/>
          </p:cNvSpPr>
          <p:nvPr/>
        </p:nvSpPr>
        <p:spPr>
          <a:xfrm>
            <a:off x="762000" y="5829300"/>
            <a:ext cx="106489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 i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rPr sz="1200" b="0" i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Define Lipoma - write two drugs with indications.</a:t>
            </a:r>
          </a:p>
        </p:txBody>
      </p:sp>
    </p:spTree>
    <p:extLst>
      <p:ext uri="{BB962C8B-B14F-4D97-AF65-F5344CB8AC3E}">
        <p14:creationId xmlns:p14="http://schemas.microsoft.com/office/powerpoint/2010/main" val="210845582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 35">
            <a:extLst>
              <a:ext uri="{FF2B5EF4-FFF2-40B4-BE49-F238E27FC236}">
                <a16:creationId xmlns:a16="http://schemas.microsoft.com/office/drawing/2014/main" id="{FDB5AD81-09A5-42E0-9099-78BE832FAC0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066800"/>
          </a:xfrm>
          <a:prstGeom prst="rect">
            <a:avLst/>
          </a:prstGeom>
          <a:solidFill>
            <a:srgbClr val="028090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1093CD49-611F-46A3-B0E8-07780BF566BC}"/>
              </a:ext>
            </a:extLst>
          </p:cNvPr>
          <p:cNvSpPr>
            <a:spLocks noGrp="1"/>
          </p:cNvSpPr>
          <p:nvPr/>
        </p:nvSpPr>
        <p:spPr>
          <a:xfrm>
            <a:off x="457200" y="285750"/>
            <a:ext cx="533400" cy="533400"/>
          </a:xfrm>
          <a:prstGeom prst="ellipse">
            <a:avLst/>
          </a:prstGeom>
          <a:solidFill>
            <a:srgbClr val="00A896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DE69CDB-BD35-4AE1-A6CB-14BDD61DCC90}"/>
              </a:ext>
            </a:extLst>
          </p:cNvPr>
          <p:cNvSpPr>
            <a:spLocks noGrp="1"/>
          </p:cNvSpPr>
          <p:nvPr/>
        </p:nvSpPr>
        <p:spPr>
          <a:xfrm>
            <a:off x="457200" y="381000"/>
            <a:ext cx="5334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57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7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10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AFE4D0A-9B61-442E-982A-FE60DE6191E3}"/>
              </a:ext>
            </a:extLst>
          </p:cNvPr>
          <p:cNvSpPr>
            <a:spLocks noGrp="1"/>
          </p:cNvSpPr>
          <p:nvPr/>
        </p:nvSpPr>
        <p:spPr>
          <a:xfrm>
            <a:off x="1219200" y="209550"/>
            <a:ext cx="8382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400" b="1" i="0">
                <a:solidFill>
                  <a:srgbClr val="FFFFFF"/>
                </a:solidFill>
                <a:latin typeface="Cambria"/>
                <a:ea typeface="Cambria"/>
                <a:cs typeface="Cambria"/>
              </a:defRPr>
            </a:pPr>
            <a:r>
              <a:rPr sz="2400" b="1" i="0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Musculoskeletal and spine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9BA14D4-8487-4EA8-8A69-BE4A1F797897}"/>
              </a:ext>
            </a:extLst>
          </p:cNvPr>
          <p:cNvSpPr>
            <a:spLocks noGrp="1"/>
          </p:cNvSpPr>
          <p:nvPr/>
        </p:nvSpPr>
        <p:spPr>
          <a:xfrm>
            <a:off x="1219200" y="666750"/>
            <a:ext cx="8382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125" b="0" i="1">
                <a:solidFill>
                  <a:srgbClr val="E6F5F3"/>
                </a:solidFill>
                <a:latin typeface="Calibri"/>
                <a:ea typeface="Calibri"/>
                <a:cs typeface="Calibri"/>
              </a:defRPr>
            </a:pPr>
            <a:r>
              <a:rPr sz="1125" b="0" i="1">
                <a:solidFill>
                  <a:srgbClr val="E6F5F3"/>
                </a:solidFill>
                <a:latin typeface="Calibri"/>
                <a:ea typeface="Calibri"/>
                <a:cs typeface="Calibri"/>
              </a:rPr>
              <a:t>8 times asked | 4 Write Notes | 4 Short Answers | part 1 of 2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43C8643D-1122-46AA-92BC-47EE4F829BE2}"/>
              </a:ext>
            </a:extLst>
          </p:cNvPr>
          <p:cNvSpPr>
            <a:spLocks noGrp="1"/>
          </p:cNvSpPr>
          <p:nvPr/>
        </p:nvSpPr>
        <p:spPr>
          <a:xfrm>
            <a:off x="9886950" y="381000"/>
            <a:ext cx="1714500" cy="285750"/>
          </a:xfrm>
          <a:prstGeom prst="roundRect">
            <a:avLst>
              <a:gd name="adj" fmla="val 40000"/>
            </a:avLst>
          </a:prstGeom>
          <a:solidFill>
            <a:srgbClr val="016B78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Rank 10/55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6E171C7-20F0-4BDF-9FF9-38C6DDF0038C}"/>
              </a:ext>
            </a:extLst>
          </p:cNvPr>
          <p:cNvSpPr>
            <a:spLocks noGrp="1"/>
          </p:cNvSpPr>
          <p:nvPr/>
        </p:nvSpPr>
        <p:spPr>
          <a:xfrm>
            <a:off x="552450" y="1200150"/>
            <a:ext cx="4000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1" i="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pPr>
            <a:r>
              <a:rPr sz="1275" b="1" i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Highlighted asked questions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D71549CE-F2F4-4117-9FB5-EACFF958710F}"/>
              </a:ext>
            </a:extLst>
          </p:cNvPr>
          <p:cNvSpPr>
            <a:spLocks noGrp="1"/>
          </p:cNvSpPr>
          <p:nvPr/>
        </p:nvSpPr>
        <p:spPr>
          <a:xfrm>
            <a:off x="552450" y="1562100"/>
            <a:ext cx="11087100" cy="1066800"/>
          </a:xfrm>
          <a:prstGeom prst="roundRect">
            <a:avLst>
              <a:gd name="adj" fmla="val 7143"/>
            </a:avLst>
          </a:prstGeom>
          <a:solidFill>
            <a:srgbClr val="FFF8D6"/>
          </a:solidFill>
          <a:ln w="9525">
            <a:solidFill>
              <a:srgbClr val="F2DF9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54BA24A-182C-4E18-971D-BB5CD4035254}"/>
              </a:ext>
            </a:extLst>
          </p:cNvPr>
          <p:cNvSpPr>
            <a:spLocks noGrp="1"/>
          </p:cNvSpPr>
          <p:nvPr/>
        </p:nvSpPr>
        <p:spPr>
          <a:xfrm>
            <a:off x="552450" y="1562100"/>
            <a:ext cx="76200" cy="1066800"/>
          </a:xfrm>
          <a:prstGeom prst="rect">
            <a:avLst/>
          </a:prstGeom>
          <a:solidFill>
            <a:srgbClr val="F6C343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879F4F05-C435-4E7A-86DB-EC7A71F56CA5}"/>
              </a:ext>
            </a:extLst>
          </p:cNvPr>
          <p:cNvSpPr>
            <a:spLocks noGrp="1"/>
          </p:cNvSpPr>
          <p:nvPr/>
        </p:nvSpPr>
        <p:spPr>
          <a:xfrm>
            <a:off x="762000" y="1733550"/>
            <a:ext cx="990600" cy="285750"/>
          </a:xfrm>
          <a:prstGeom prst="roundRect">
            <a:avLst>
              <a:gd name="adj" fmla="val 40000"/>
            </a:avLst>
          </a:prstGeom>
          <a:solidFill>
            <a:srgbClr val="02809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OCT 2019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D177108E-A155-432C-86DC-AF7836EFFD91}"/>
              </a:ext>
            </a:extLst>
          </p:cNvPr>
          <p:cNvSpPr>
            <a:spLocks noGrp="1"/>
          </p:cNvSpPr>
          <p:nvPr/>
        </p:nvSpPr>
        <p:spPr>
          <a:xfrm>
            <a:off x="1885950" y="1733550"/>
            <a:ext cx="1219200" cy="285750"/>
          </a:xfrm>
          <a:prstGeom prst="roundRect">
            <a:avLst>
              <a:gd name="adj" fmla="val 40000"/>
            </a:avLst>
          </a:prstGeom>
          <a:solidFill>
            <a:srgbClr val="2563A8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Short Answers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EAFB6CC6-3566-41DF-9A01-53DC01452A4A}"/>
              </a:ext>
            </a:extLst>
          </p:cNvPr>
          <p:cNvSpPr>
            <a:spLocks noGrp="1"/>
          </p:cNvSpPr>
          <p:nvPr/>
        </p:nvSpPr>
        <p:spPr>
          <a:xfrm>
            <a:off x="3238500" y="1733550"/>
            <a:ext cx="514350" cy="285750"/>
          </a:xfrm>
          <a:prstGeom prst="roundRect">
            <a:avLst>
              <a:gd name="adj" fmla="val 40000"/>
            </a:avLst>
          </a:prstGeom>
          <a:solidFill>
            <a:srgbClr val="7C6A0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Q6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443AE7A-7AC6-4FE7-AAF0-DA565140D5B6}"/>
              </a:ext>
            </a:extLst>
          </p:cNvPr>
          <p:cNvSpPr>
            <a:spLocks noGrp="1"/>
          </p:cNvSpPr>
          <p:nvPr/>
        </p:nvSpPr>
        <p:spPr>
          <a:xfrm>
            <a:off x="10763250" y="1733550"/>
            <a:ext cx="666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pPr>
            <a:r>
              <a: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1 of 8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FB2E7C1-0107-4E73-AD9B-1AEE6D4EC9A3}"/>
              </a:ext>
            </a:extLst>
          </p:cNvPr>
          <p:cNvSpPr>
            <a:spLocks noGrp="1"/>
          </p:cNvSpPr>
          <p:nvPr/>
        </p:nvSpPr>
        <p:spPr>
          <a:xfrm>
            <a:off x="762000" y="2114550"/>
            <a:ext cx="106489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 i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rPr sz="1200" b="0" i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Benzoic acid in Bunion.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DB003CB5-C040-494F-B853-A14A6E80F9BE}"/>
              </a:ext>
            </a:extLst>
          </p:cNvPr>
          <p:cNvSpPr>
            <a:spLocks noGrp="1"/>
          </p:cNvSpPr>
          <p:nvPr/>
        </p:nvSpPr>
        <p:spPr>
          <a:xfrm>
            <a:off x="552450" y="2800350"/>
            <a:ext cx="11087100" cy="1066800"/>
          </a:xfrm>
          <a:prstGeom prst="roundRect">
            <a:avLst>
              <a:gd name="adj" fmla="val 7143"/>
            </a:avLst>
          </a:prstGeom>
          <a:solidFill>
            <a:srgbClr val="FFF8D6"/>
          </a:solidFill>
          <a:ln w="9525">
            <a:solidFill>
              <a:srgbClr val="F2DF9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7A76B43-674B-44EE-8513-1AD86A0B28BD}"/>
              </a:ext>
            </a:extLst>
          </p:cNvPr>
          <p:cNvSpPr>
            <a:spLocks noGrp="1"/>
          </p:cNvSpPr>
          <p:nvPr/>
        </p:nvSpPr>
        <p:spPr>
          <a:xfrm>
            <a:off x="552450" y="2800350"/>
            <a:ext cx="76200" cy="1066800"/>
          </a:xfrm>
          <a:prstGeom prst="rect">
            <a:avLst/>
          </a:prstGeom>
          <a:solidFill>
            <a:srgbClr val="F6C343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C09E6704-5FD6-4186-8D0F-F972C86DF8CF}"/>
              </a:ext>
            </a:extLst>
          </p:cNvPr>
          <p:cNvSpPr>
            <a:spLocks noGrp="1"/>
          </p:cNvSpPr>
          <p:nvPr/>
        </p:nvSpPr>
        <p:spPr>
          <a:xfrm>
            <a:off x="762000" y="2971800"/>
            <a:ext cx="990600" cy="285750"/>
          </a:xfrm>
          <a:prstGeom prst="roundRect">
            <a:avLst>
              <a:gd name="adj" fmla="val 40000"/>
            </a:avLst>
          </a:prstGeom>
          <a:solidFill>
            <a:srgbClr val="02809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SEP 2021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E64025EB-2DEC-4E70-9A37-4A10944E6999}"/>
              </a:ext>
            </a:extLst>
          </p:cNvPr>
          <p:cNvSpPr>
            <a:spLocks noGrp="1"/>
          </p:cNvSpPr>
          <p:nvPr/>
        </p:nvSpPr>
        <p:spPr>
          <a:xfrm>
            <a:off x="1885950" y="2971800"/>
            <a:ext cx="1219200" cy="285750"/>
          </a:xfrm>
          <a:prstGeom prst="roundRect">
            <a:avLst>
              <a:gd name="adj" fmla="val 40000"/>
            </a:avLst>
          </a:prstGeom>
          <a:solidFill>
            <a:srgbClr val="2563A8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Short Answers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5C7FA318-04CC-4CC3-BBF8-6415B96042A7}"/>
              </a:ext>
            </a:extLst>
          </p:cNvPr>
          <p:cNvSpPr>
            <a:spLocks noGrp="1"/>
          </p:cNvSpPr>
          <p:nvPr/>
        </p:nvSpPr>
        <p:spPr>
          <a:xfrm>
            <a:off x="3238500" y="2971800"/>
            <a:ext cx="514350" cy="285750"/>
          </a:xfrm>
          <a:prstGeom prst="roundRect">
            <a:avLst>
              <a:gd name="adj" fmla="val 40000"/>
            </a:avLst>
          </a:prstGeom>
          <a:solidFill>
            <a:srgbClr val="7C6A0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Q6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055056A-223E-4889-853E-D0604F46D2FB}"/>
              </a:ext>
            </a:extLst>
          </p:cNvPr>
          <p:cNvSpPr>
            <a:spLocks noGrp="1"/>
          </p:cNvSpPr>
          <p:nvPr/>
        </p:nvSpPr>
        <p:spPr>
          <a:xfrm>
            <a:off x="10763250" y="2971800"/>
            <a:ext cx="666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pPr>
            <a:r>
              <a: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2 of 8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D507132-7D04-4B95-9150-980C5F6CDA5B}"/>
              </a:ext>
            </a:extLst>
          </p:cNvPr>
          <p:cNvSpPr>
            <a:spLocks noGrp="1"/>
          </p:cNvSpPr>
          <p:nvPr/>
        </p:nvSpPr>
        <p:spPr>
          <a:xfrm>
            <a:off x="762000" y="3352800"/>
            <a:ext cx="106489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 i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rPr sz="1200" b="0" i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Sticta in House maids knee.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62CC15F2-687E-4B69-B50B-9304F3122222}"/>
              </a:ext>
            </a:extLst>
          </p:cNvPr>
          <p:cNvSpPr>
            <a:spLocks noGrp="1"/>
          </p:cNvSpPr>
          <p:nvPr/>
        </p:nvSpPr>
        <p:spPr>
          <a:xfrm>
            <a:off x="552450" y="4038600"/>
            <a:ext cx="11087100" cy="1066800"/>
          </a:xfrm>
          <a:prstGeom prst="roundRect">
            <a:avLst>
              <a:gd name="adj" fmla="val 7143"/>
            </a:avLst>
          </a:prstGeom>
          <a:solidFill>
            <a:srgbClr val="FFF8D6"/>
          </a:solidFill>
          <a:ln w="9525">
            <a:solidFill>
              <a:srgbClr val="F2DF9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26ED54E-B893-438D-95AE-372636D0EAB2}"/>
              </a:ext>
            </a:extLst>
          </p:cNvPr>
          <p:cNvSpPr>
            <a:spLocks noGrp="1"/>
          </p:cNvSpPr>
          <p:nvPr/>
        </p:nvSpPr>
        <p:spPr>
          <a:xfrm>
            <a:off x="552450" y="4038600"/>
            <a:ext cx="76200" cy="1066800"/>
          </a:xfrm>
          <a:prstGeom prst="rect">
            <a:avLst/>
          </a:prstGeom>
          <a:solidFill>
            <a:srgbClr val="F6C343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2E914F8C-B76C-4EA0-B281-B57DA12FED82}"/>
              </a:ext>
            </a:extLst>
          </p:cNvPr>
          <p:cNvSpPr>
            <a:spLocks noGrp="1"/>
          </p:cNvSpPr>
          <p:nvPr/>
        </p:nvSpPr>
        <p:spPr>
          <a:xfrm>
            <a:off x="762000" y="4210050"/>
            <a:ext cx="990600" cy="285750"/>
          </a:xfrm>
          <a:prstGeom prst="roundRect">
            <a:avLst>
              <a:gd name="adj" fmla="val 40000"/>
            </a:avLst>
          </a:prstGeom>
          <a:solidFill>
            <a:srgbClr val="02809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MAR 2023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86745D33-2286-43D9-A3F3-744E53357D3B}"/>
              </a:ext>
            </a:extLst>
          </p:cNvPr>
          <p:cNvSpPr>
            <a:spLocks noGrp="1"/>
          </p:cNvSpPr>
          <p:nvPr/>
        </p:nvSpPr>
        <p:spPr>
          <a:xfrm>
            <a:off x="1885950" y="4210050"/>
            <a:ext cx="1219200" cy="285750"/>
          </a:xfrm>
          <a:prstGeom prst="roundRect">
            <a:avLst>
              <a:gd name="adj" fmla="val 40000"/>
            </a:avLst>
          </a:prstGeom>
          <a:solidFill>
            <a:srgbClr val="02809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Write Notes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D93EC1D0-863B-4F7E-AA25-432EF1F7C1B8}"/>
              </a:ext>
            </a:extLst>
          </p:cNvPr>
          <p:cNvSpPr>
            <a:spLocks noGrp="1"/>
          </p:cNvSpPr>
          <p:nvPr/>
        </p:nvSpPr>
        <p:spPr>
          <a:xfrm>
            <a:off x="3238500" y="4210050"/>
            <a:ext cx="514350" cy="285750"/>
          </a:xfrm>
          <a:prstGeom prst="roundRect">
            <a:avLst>
              <a:gd name="adj" fmla="val 40000"/>
            </a:avLst>
          </a:prstGeom>
          <a:solidFill>
            <a:srgbClr val="7C6A0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Q10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EBA6FC6D-129B-44A9-9202-0518E167E421}"/>
              </a:ext>
            </a:extLst>
          </p:cNvPr>
          <p:cNvSpPr>
            <a:spLocks noGrp="1"/>
          </p:cNvSpPr>
          <p:nvPr/>
        </p:nvSpPr>
        <p:spPr>
          <a:xfrm>
            <a:off x="10763250" y="4210050"/>
            <a:ext cx="666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pPr>
            <a:r>
              <a: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3 of 8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EC3D1C22-C8DF-4952-9E25-74D36E340345}"/>
              </a:ext>
            </a:extLst>
          </p:cNvPr>
          <p:cNvSpPr>
            <a:spLocks noGrp="1"/>
          </p:cNvSpPr>
          <p:nvPr/>
        </p:nvSpPr>
        <p:spPr>
          <a:xfrm>
            <a:off x="762000" y="4591050"/>
            <a:ext cx="106489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 i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rPr sz="1200" b="0" i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Ruta and Sticta in Bursae.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5556782E-1185-445D-9624-EBFDC5CBE36E}"/>
              </a:ext>
            </a:extLst>
          </p:cNvPr>
          <p:cNvSpPr>
            <a:spLocks noGrp="1"/>
          </p:cNvSpPr>
          <p:nvPr/>
        </p:nvSpPr>
        <p:spPr>
          <a:xfrm>
            <a:off x="552450" y="5276850"/>
            <a:ext cx="11087100" cy="1066800"/>
          </a:xfrm>
          <a:prstGeom prst="roundRect">
            <a:avLst>
              <a:gd name="adj" fmla="val 7143"/>
            </a:avLst>
          </a:prstGeom>
          <a:solidFill>
            <a:srgbClr val="FFF8D6"/>
          </a:solidFill>
          <a:ln w="9525">
            <a:solidFill>
              <a:srgbClr val="F2DF9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E6A4551F-2DD5-40C1-ABA1-D726952E1CFF}"/>
              </a:ext>
            </a:extLst>
          </p:cNvPr>
          <p:cNvSpPr>
            <a:spLocks noGrp="1"/>
          </p:cNvSpPr>
          <p:nvPr/>
        </p:nvSpPr>
        <p:spPr>
          <a:xfrm>
            <a:off x="552450" y="5276850"/>
            <a:ext cx="76200" cy="1066800"/>
          </a:xfrm>
          <a:prstGeom prst="rect">
            <a:avLst/>
          </a:prstGeom>
          <a:solidFill>
            <a:srgbClr val="F6C343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0820D306-1D7E-4820-904D-1FC959353AD4}"/>
              </a:ext>
            </a:extLst>
          </p:cNvPr>
          <p:cNvSpPr>
            <a:spLocks noGrp="1"/>
          </p:cNvSpPr>
          <p:nvPr/>
        </p:nvSpPr>
        <p:spPr>
          <a:xfrm>
            <a:off x="762000" y="5448300"/>
            <a:ext cx="990600" cy="285750"/>
          </a:xfrm>
          <a:prstGeom prst="roundRect">
            <a:avLst>
              <a:gd name="adj" fmla="val 40000"/>
            </a:avLst>
          </a:prstGeom>
          <a:solidFill>
            <a:srgbClr val="02809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SEP 2023</a:t>
            </a: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701BD125-070F-4496-AF8E-5ACDC431DE52}"/>
              </a:ext>
            </a:extLst>
          </p:cNvPr>
          <p:cNvSpPr>
            <a:spLocks noGrp="1"/>
          </p:cNvSpPr>
          <p:nvPr/>
        </p:nvSpPr>
        <p:spPr>
          <a:xfrm>
            <a:off x="1885950" y="5448300"/>
            <a:ext cx="1219200" cy="285750"/>
          </a:xfrm>
          <a:prstGeom prst="roundRect">
            <a:avLst>
              <a:gd name="adj" fmla="val 40000"/>
            </a:avLst>
          </a:prstGeom>
          <a:solidFill>
            <a:srgbClr val="2563A8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Short Answers</a:t>
            </a: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388B4187-B47E-4C08-B0AD-A51B46E87215}"/>
              </a:ext>
            </a:extLst>
          </p:cNvPr>
          <p:cNvSpPr>
            <a:spLocks noGrp="1"/>
          </p:cNvSpPr>
          <p:nvPr/>
        </p:nvSpPr>
        <p:spPr>
          <a:xfrm>
            <a:off x="3238500" y="5448300"/>
            <a:ext cx="514350" cy="285750"/>
          </a:xfrm>
          <a:prstGeom prst="roundRect">
            <a:avLst>
              <a:gd name="adj" fmla="val 40000"/>
            </a:avLst>
          </a:prstGeom>
          <a:solidFill>
            <a:srgbClr val="7C6A0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Q8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1430B1B-B683-4AF6-BFAA-6141BD86EB77}"/>
              </a:ext>
            </a:extLst>
          </p:cNvPr>
          <p:cNvSpPr>
            <a:spLocks noGrp="1"/>
          </p:cNvSpPr>
          <p:nvPr/>
        </p:nvSpPr>
        <p:spPr>
          <a:xfrm>
            <a:off x="10763250" y="5448300"/>
            <a:ext cx="666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pPr>
            <a:r>
              <a: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4 of 8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F5E2A0DC-74DA-4864-B6D7-88AC93BABCE2}"/>
              </a:ext>
            </a:extLst>
          </p:cNvPr>
          <p:cNvSpPr>
            <a:spLocks noGrp="1"/>
          </p:cNvSpPr>
          <p:nvPr/>
        </p:nvSpPr>
        <p:spPr>
          <a:xfrm>
            <a:off x="762000" y="5829300"/>
            <a:ext cx="106489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 i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rPr sz="1200" b="0" i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Rhustox - Plantar fasciitis.</a:t>
            </a:r>
          </a:p>
        </p:txBody>
      </p:sp>
    </p:spTree>
    <p:extLst>
      <p:ext uri="{BB962C8B-B14F-4D97-AF65-F5344CB8AC3E}">
        <p14:creationId xmlns:p14="http://schemas.microsoft.com/office/powerpoint/2010/main" val="211243520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 35">
            <a:extLst>
              <a:ext uri="{FF2B5EF4-FFF2-40B4-BE49-F238E27FC236}">
                <a16:creationId xmlns:a16="http://schemas.microsoft.com/office/drawing/2014/main" id="{6671D162-8799-4EB6-88BF-EAB1EA340D1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066800"/>
          </a:xfrm>
          <a:prstGeom prst="rect">
            <a:avLst/>
          </a:prstGeom>
          <a:solidFill>
            <a:srgbClr val="028090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95817DD7-7EFE-4ECE-A747-997A705192AB}"/>
              </a:ext>
            </a:extLst>
          </p:cNvPr>
          <p:cNvSpPr>
            <a:spLocks noGrp="1"/>
          </p:cNvSpPr>
          <p:nvPr/>
        </p:nvSpPr>
        <p:spPr>
          <a:xfrm>
            <a:off x="457200" y="285750"/>
            <a:ext cx="533400" cy="533400"/>
          </a:xfrm>
          <a:prstGeom prst="ellipse">
            <a:avLst/>
          </a:prstGeom>
          <a:solidFill>
            <a:srgbClr val="00A896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65DD9A0-9D13-4C9D-97D3-98F6F75844A4}"/>
              </a:ext>
            </a:extLst>
          </p:cNvPr>
          <p:cNvSpPr>
            <a:spLocks noGrp="1"/>
          </p:cNvSpPr>
          <p:nvPr/>
        </p:nvSpPr>
        <p:spPr>
          <a:xfrm>
            <a:off x="457200" y="381000"/>
            <a:ext cx="5334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57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7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10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E0E172F-A637-4EAC-BAD1-C0AEBD345683}"/>
              </a:ext>
            </a:extLst>
          </p:cNvPr>
          <p:cNvSpPr>
            <a:spLocks noGrp="1"/>
          </p:cNvSpPr>
          <p:nvPr/>
        </p:nvSpPr>
        <p:spPr>
          <a:xfrm>
            <a:off x="1219200" y="209550"/>
            <a:ext cx="8382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400" b="1" i="0">
                <a:solidFill>
                  <a:srgbClr val="FFFFFF"/>
                </a:solidFill>
                <a:latin typeface="Cambria"/>
                <a:ea typeface="Cambria"/>
                <a:cs typeface="Cambria"/>
              </a:defRPr>
            </a:pPr>
            <a:r>
              <a:rPr sz="2400" b="1" i="0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Musculoskeletal and spine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13980E9-39CF-446A-B182-8F88EE8BE5FE}"/>
              </a:ext>
            </a:extLst>
          </p:cNvPr>
          <p:cNvSpPr>
            <a:spLocks noGrp="1"/>
          </p:cNvSpPr>
          <p:nvPr/>
        </p:nvSpPr>
        <p:spPr>
          <a:xfrm>
            <a:off x="1219200" y="666750"/>
            <a:ext cx="8382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125" b="0" i="1">
                <a:solidFill>
                  <a:srgbClr val="E6F5F3"/>
                </a:solidFill>
                <a:latin typeface="Calibri"/>
                <a:ea typeface="Calibri"/>
                <a:cs typeface="Calibri"/>
              </a:defRPr>
            </a:pPr>
            <a:r>
              <a:rPr sz="1125" b="0" i="1">
                <a:solidFill>
                  <a:srgbClr val="E6F5F3"/>
                </a:solidFill>
                <a:latin typeface="Calibri"/>
                <a:ea typeface="Calibri"/>
                <a:cs typeface="Calibri"/>
              </a:rPr>
              <a:t>8 times asked | 4 Write Notes | 4 Short Answers | part 2 of 2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88F7F60-1128-4FF8-BAC8-8DA2ABE0AECF}"/>
              </a:ext>
            </a:extLst>
          </p:cNvPr>
          <p:cNvSpPr>
            <a:spLocks noGrp="1"/>
          </p:cNvSpPr>
          <p:nvPr/>
        </p:nvSpPr>
        <p:spPr>
          <a:xfrm>
            <a:off x="9886950" y="381000"/>
            <a:ext cx="1714500" cy="285750"/>
          </a:xfrm>
          <a:prstGeom prst="roundRect">
            <a:avLst>
              <a:gd name="adj" fmla="val 40000"/>
            </a:avLst>
          </a:prstGeom>
          <a:solidFill>
            <a:srgbClr val="016B78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Rank 10/55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52AB8E5-89DB-4AEB-8E72-2D525F74118D}"/>
              </a:ext>
            </a:extLst>
          </p:cNvPr>
          <p:cNvSpPr>
            <a:spLocks noGrp="1"/>
          </p:cNvSpPr>
          <p:nvPr/>
        </p:nvSpPr>
        <p:spPr>
          <a:xfrm>
            <a:off x="552450" y="1200150"/>
            <a:ext cx="4000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1" i="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pPr>
            <a:r>
              <a:rPr sz="1275" b="1" i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Highlighted asked questions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3E05C275-ADB3-4863-A4E5-98ACC1C58AF7}"/>
              </a:ext>
            </a:extLst>
          </p:cNvPr>
          <p:cNvSpPr>
            <a:spLocks noGrp="1"/>
          </p:cNvSpPr>
          <p:nvPr/>
        </p:nvSpPr>
        <p:spPr>
          <a:xfrm>
            <a:off x="552450" y="1562100"/>
            <a:ext cx="11087100" cy="1066800"/>
          </a:xfrm>
          <a:prstGeom prst="roundRect">
            <a:avLst>
              <a:gd name="adj" fmla="val 7143"/>
            </a:avLst>
          </a:prstGeom>
          <a:solidFill>
            <a:srgbClr val="FFF8D6"/>
          </a:solidFill>
          <a:ln w="9525">
            <a:solidFill>
              <a:srgbClr val="F2DF9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784E100-624B-43FA-9789-BB5AC0F89B4A}"/>
              </a:ext>
            </a:extLst>
          </p:cNvPr>
          <p:cNvSpPr>
            <a:spLocks noGrp="1"/>
          </p:cNvSpPr>
          <p:nvPr/>
        </p:nvSpPr>
        <p:spPr>
          <a:xfrm>
            <a:off x="552450" y="1562100"/>
            <a:ext cx="76200" cy="1066800"/>
          </a:xfrm>
          <a:prstGeom prst="rect">
            <a:avLst/>
          </a:prstGeom>
          <a:solidFill>
            <a:srgbClr val="F6C343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F48AC091-AD69-4FB2-84AB-0BFB1AD72BAC}"/>
              </a:ext>
            </a:extLst>
          </p:cNvPr>
          <p:cNvSpPr>
            <a:spLocks noGrp="1"/>
          </p:cNvSpPr>
          <p:nvPr/>
        </p:nvSpPr>
        <p:spPr>
          <a:xfrm>
            <a:off x="762000" y="1733550"/>
            <a:ext cx="990600" cy="285750"/>
          </a:xfrm>
          <a:prstGeom prst="roundRect">
            <a:avLst>
              <a:gd name="adj" fmla="val 40000"/>
            </a:avLst>
          </a:prstGeom>
          <a:solidFill>
            <a:srgbClr val="02809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SEP 2023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14075CFB-5757-4DC2-BF75-54549DD01B39}"/>
              </a:ext>
            </a:extLst>
          </p:cNvPr>
          <p:cNvSpPr>
            <a:spLocks noGrp="1"/>
          </p:cNvSpPr>
          <p:nvPr/>
        </p:nvSpPr>
        <p:spPr>
          <a:xfrm>
            <a:off x="1885950" y="1733550"/>
            <a:ext cx="1219200" cy="285750"/>
          </a:xfrm>
          <a:prstGeom prst="roundRect">
            <a:avLst>
              <a:gd name="adj" fmla="val 40000"/>
            </a:avLst>
          </a:prstGeom>
          <a:solidFill>
            <a:srgbClr val="02809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Write Notes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B264235A-FCAB-43CC-8AC6-896F8F602D5F}"/>
              </a:ext>
            </a:extLst>
          </p:cNvPr>
          <p:cNvSpPr>
            <a:spLocks noGrp="1"/>
          </p:cNvSpPr>
          <p:nvPr/>
        </p:nvSpPr>
        <p:spPr>
          <a:xfrm>
            <a:off x="3238500" y="1733550"/>
            <a:ext cx="514350" cy="285750"/>
          </a:xfrm>
          <a:prstGeom prst="roundRect">
            <a:avLst>
              <a:gd name="adj" fmla="val 40000"/>
            </a:avLst>
          </a:prstGeom>
          <a:solidFill>
            <a:srgbClr val="7C6A0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Q6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EF510F5-D3AB-403F-9B1A-846B600480F1}"/>
              </a:ext>
            </a:extLst>
          </p:cNvPr>
          <p:cNvSpPr>
            <a:spLocks noGrp="1"/>
          </p:cNvSpPr>
          <p:nvPr/>
        </p:nvSpPr>
        <p:spPr>
          <a:xfrm>
            <a:off x="10763250" y="1733550"/>
            <a:ext cx="666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pPr>
            <a:r>
              <a: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5 of 8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E214940-E17A-41F0-BB6A-860E78E689DA}"/>
              </a:ext>
            </a:extLst>
          </p:cNvPr>
          <p:cNvSpPr>
            <a:spLocks noGrp="1"/>
          </p:cNvSpPr>
          <p:nvPr/>
        </p:nvSpPr>
        <p:spPr>
          <a:xfrm>
            <a:off x="762000" y="2114550"/>
            <a:ext cx="106489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 i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rPr sz="1200" b="0" i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Silicia and Acid phos in Osteomyelitis.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A4CC5119-84E3-4504-8122-EADF5464FC8B}"/>
              </a:ext>
            </a:extLst>
          </p:cNvPr>
          <p:cNvSpPr>
            <a:spLocks noGrp="1"/>
          </p:cNvSpPr>
          <p:nvPr/>
        </p:nvSpPr>
        <p:spPr>
          <a:xfrm>
            <a:off x="552450" y="2800350"/>
            <a:ext cx="11087100" cy="1066800"/>
          </a:xfrm>
          <a:prstGeom prst="roundRect">
            <a:avLst>
              <a:gd name="adj" fmla="val 7143"/>
            </a:avLst>
          </a:prstGeom>
          <a:solidFill>
            <a:srgbClr val="FFF8D6"/>
          </a:solidFill>
          <a:ln w="9525">
            <a:solidFill>
              <a:srgbClr val="F2DF9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B5B2812-7367-4AA8-BF3C-EFB928F07B7E}"/>
              </a:ext>
            </a:extLst>
          </p:cNvPr>
          <p:cNvSpPr>
            <a:spLocks noGrp="1"/>
          </p:cNvSpPr>
          <p:nvPr/>
        </p:nvSpPr>
        <p:spPr>
          <a:xfrm>
            <a:off x="552450" y="2800350"/>
            <a:ext cx="76200" cy="1066800"/>
          </a:xfrm>
          <a:prstGeom prst="rect">
            <a:avLst/>
          </a:prstGeom>
          <a:solidFill>
            <a:srgbClr val="F6C343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AB67F020-2051-4763-83BA-ACD07F5C4AE4}"/>
              </a:ext>
            </a:extLst>
          </p:cNvPr>
          <p:cNvSpPr>
            <a:spLocks noGrp="1"/>
          </p:cNvSpPr>
          <p:nvPr/>
        </p:nvSpPr>
        <p:spPr>
          <a:xfrm>
            <a:off x="762000" y="2971800"/>
            <a:ext cx="990600" cy="285750"/>
          </a:xfrm>
          <a:prstGeom prst="roundRect">
            <a:avLst>
              <a:gd name="adj" fmla="val 40000"/>
            </a:avLst>
          </a:prstGeom>
          <a:solidFill>
            <a:srgbClr val="02809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AUG 2024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99D00618-CE56-41CD-AF9E-A3331C8F4C9F}"/>
              </a:ext>
            </a:extLst>
          </p:cNvPr>
          <p:cNvSpPr>
            <a:spLocks noGrp="1"/>
          </p:cNvSpPr>
          <p:nvPr/>
        </p:nvSpPr>
        <p:spPr>
          <a:xfrm>
            <a:off x="1885950" y="2971800"/>
            <a:ext cx="1219200" cy="285750"/>
          </a:xfrm>
          <a:prstGeom prst="roundRect">
            <a:avLst>
              <a:gd name="adj" fmla="val 40000"/>
            </a:avLst>
          </a:prstGeom>
          <a:solidFill>
            <a:srgbClr val="02809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Write Notes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96B79053-130F-4A86-8CA4-4904E2BE0AC6}"/>
              </a:ext>
            </a:extLst>
          </p:cNvPr>
          <p:cNvSpPr>
            <a:spLocks noGrp="1"/>
          </p:cNvSpPr>
          <p:nvPr/>
        </p:nvSpPr>
        <p:spPr>
          <a:xfrm>
            <a:off x="3238500" y="2971800"/>
            <a:ext cx="514350" cy="285750"/>
          </a:xfrm>
          <a:prstGeom prst="roundRect">
            <a:avLst>
              <a:gd name="adj" fmla="val 40000"/>
            </a:avLst>
          </a:prstGeom>
          <a:solidFill>
            <a:srgbClr val="7C6A0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Q7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B0943F2-55A7-4E31-ABBE-7CD3999B16B5}"/>
              </a:ext>
            </a:extLst>
          </p:cNvPr>
          <p:cNvSpPr>
            <a:spLocks noGrp="1"/>
          </p:cNvSpPr>
          <p:nvPr/>
        </p:nvSpPr>
        <p:spPr>
          <a:xfrm>
            <a:off x="10763250" y="2971800"/>
            <a:ext cx="666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pPr>
            <a:r>
              <a: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6 of 8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7518DA7-2830-46AD-8243-08DB41BB5C60}"/>
              </a:ext>
            </a:extLst>
          </p:cNvPr>
          <p:cNvSpPr>
            <a:spLocks noGrp="1"/>
          </p:cNvSpPr>
          <p:nvPr/>
        </p:nvSpPr>
        <p:spPr>
          <a:xfrm>
            <a:off x="762000" y="3352800"/>
            <a:ext cx="106489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 i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rPr sz="1200" b="0" i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Hypericum and Rhustox in IVDP.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4C9F0DF0-EE22-4CF8-A6FF-52A85AED6584}"/>
              </a:ext>
            </a:extLst>
          </p:cNvPr>
          <p:cNvSpPr>
            <a:spLocks noGrp="1"/>
          </p:cNvSpPr>
          <p:nvPr/>
        </p:nvSpPr>
        <p:spPr>
          <a:xfrm>
            <a:off x="552450" y="4038600"/>
            <a:ext cx="11087100" cy="1066800"/>
          </a:xfrm>
          <a:prstGeom prst="roundRect">
            <a:avLst>
              <a:gd name="adj" fmla="val 7143"/>
            </a:avLst>
          </a:prstGeom>
          <a:solidFill>
            <a:srgbClr val="FFF8D6"/>
          </a:solidFill>
          <a:ln w="9525">
            <a:solidFill>
              <a:srgbClr val="F2DF9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F65B95E-B5F9-42C5-821E-281F1CB1CCFC}"/>
              </a:ext>
            </a:extLst>
          </p:cNvPr>
          <p:cNvSpPr>
            <a:spLocks noGrp="1"/>
          </p:cNvSpPr>
          <p:nvPr/>
        </p:nvSpPr>
        <p:spPr>
          <a:xfrm>
            <a:off x="552450" y="4038600"/>
            <a:ext cx="76200" cy="1066800"/>
          </a:xfrm>
          <a:prstGeom prst="rect">
            <a:avLst/>
          </a:prstGeom>
          <a:solidFill>
            <a:srgbClr val="F6C343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31562168-11FA-4ECE-A292-253DF8C773A3}"/>
              </a:ext>
            </a:extLst>
          </p:cNvPr>
          <p:cNvSpPr>
            <a:spLocks noGrp="1"/>
          </p:cNvSpPr>
          <p:nvPr/>
        </p:nvSpPr>
        <p:spPr>
          <a:xfrm>
            <a:off x="762000" y="4210050"/>
            <a:ext cx="990600" cy="285750"/>
          </a:xfrm>
          <a:prstGeom prst="roundRect">
            <a:avLst>
              <a:gd name="adj" fmla="val 40000"/>
            </a:avLst>
          </a:prstGeom>
          <a:solidFill>
            <a:srgbClr val="02809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MAR 2025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DC346CE4-0A18-40AA-8833-040A42352185}"/>
              </a:ext>
            </a:extLst>
          </p:cNvPr>
          <p:cNvSpPr>
            <a:spLocks noGrp="1"/>
          </p:cNvSpPr>
          <p:nvPr/>
        </p:nvSpPr>
        <p:spPr>
          <a:xfrm>
            <a:off x="1885950" y="4210050"/>
            <a:ext cx="1219200" cy="285750"/>
          </a:xfrm>
          <a:prstGeom prst="roundRect">
            <a:avLst>
              <a:gd name="adj" fmla="val 40000"/>
            </a:avLst>
          </a:prstGeom>
          <a:solidFill>
            <a:srgbClr val="02809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Write Notes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2DED8142-C0D9-4AE7-86CA-688DE5E8274C}"/>
              </a:ext>
            </a:extLst>
          </p:cNvPr>
          <p:cNvSpPr>
            <a:spLocks noGrp="1"/>
          </p:cNvSpPr>
          <p:nvPr/>
        </p:nvSpPr>
        <p:spPr>
          <a:xfrm>
            <a:off x="3238500" y="4210050"/>
            <a:ext cx="514350" cy="285750"/>
          </a:xfrm>
          <a:prstGeom prst="roundRect">
            <a:avLst>
              <a:gd name="adj" fmla="val 40000"/>
            </a:avLst>
          </a:prstGeom>
          <a:solidFill>
            <a:srgbClr val="7C6A0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Q6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F683892-7E38-4F87-8959-5D5E1EA20D0C}"/>
              </a:ext>
            </a:extLst>
          </p:cNvPr>
          <p:cNvSpPr>
            <a:spLocks noGrp="1"/>
          </p:cNvSpPr>
          <p:nvPr/>
        </p:nvSpPr>
        <p:spPr>
          <a:xfrm>
            <a:off x="10763250" y="4210050"/>
            <a:ext cx="666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pPr>
            <a:r>
              <a: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7 of 8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B57DA980-C420-413E-A0B6-DC52CC2238E0}"/>
              </a:ext>
            </a:extLst>
          </p:cNvPr>
          <p:cNvSpPr>
            <a:spLocks noGrp="1"/>
          </p:cNvSpPr>
          <p:nvPr/>
        </p:nvSpPr>
        <p:spPr>
          <a:xfrm>
            <a:off x="762000" y="4591050"/>
            <a:ext cx="106489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 i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rPr sz="1200" b="0" i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Medorrhinum and Lachesis in Frozen shoulder.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1EB5B809-4288-4791-88F0-8E6231DE317D}"/>
              </a:ext>
            </a:extLst>
          </p:cNvPr>
          <p:cNvSpPr>
            <a:spLocks noGrp="1"/>
          </p:cNvSpPr>
          <p:nvPr/>
        </p:nvSpPr>
        <p:spPr>
          <a:xfrm>
            <a:off x="552450" y="5276850"/>
            <a:ext cx="11087100" cy="1066800"/>
          </a:xfrm>
          <a:prstGeom prst="roundRect">
            <a:avLst>
              <a:gd name="adj" fmla="val 7143"/>
            </a:avLst>
          </a:prstGeom>
          <a:solidFill>
            <a:srgbClr val="FFF8D6"/>
          </a:solidFill>
          <a:ln w="9525">
            <a:solidFill>
              <a:srgbClr val="F2DF9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78762FD6-2830-4724-BC15-B360CB2FE4C5}"/>
              </a:ext>
            </a:extLst>
          </p:cNvPr>
          <p:cNvSpPr>
            <a:spLocks noGrp="1"/>
          </p:cNvSpPr>
          <p:nvPr/>
        </p:nvSpPr>
        <p:spPr>
          <a:xfrm>
            <a:off x="552450" y="5276850"/>
            <a:ext cx="76200" cy="1066800"/>
          </a:xfrm>
          <a:prstGeom prst="rect">
            <a:avLst/>
          </a:prstGeom>
          <a:solidFill>
            <a:srgbClr val="F6C343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E82794A8-FAE3-4F62-91C2-0FB2B1B2D7DD}"/>
              </a:ext>
            </a:extLst>
          </p:cNvPr>
          <p:cNvSpPr>
            <a:spLocks noGrp="1"/>
          </p:cNvSpPr>
          <p:nvPr/>
        </p:nvSpPr>
        <p:spPr>
          <a:xfrm>
            <a:off x="762000" y="5448300"/>
            <a:ext cx="990600" cy="285750"/>
          </a:xfrm>
          <a:prstGeom prst="roundRect">
            <a:avLst>
              <a:gd name="adj" fmla="val 40000"/>
            </a:avLst>
          </a:prstGeom>
          <a:solidFill>
            <a:srgbClr val="02809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OCT 2025</a:t>
            </a: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C10840C8-24EB-49F6-BBC0-E5F936B801DD}"/>
              </a:ext>
            </a:extLst>
          </p:cNvPr>
          <p:cNvSpPr>
            <a:spLocks noGrp="1"/>
          </p:cNvSpPr>
          <p:nvPr/>
        </p:nvSpPr>
        <p:spPr>
          <a:xfrm>
            <a:off x="1885950" y="5448300"/>
            <a:ext cx="1219200" cy="285750"/>
          </a:xfrm>
          <a:prstGeom prst="roundRect">
            <a:avLst>
              <a:gd name="adj" fmla="val 40000"/>
            </a:avLst>
          </a:prstGeom>
          <a:solidFill>
            <a:srgbClr val="2563A8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Short Answers</a:t>
            </a: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953142F8-FC32-44B0-A21E-F5422E84569A}"/>
              </a:ext>
            </a:extLst>
          </p:cNvPr>
          <p:cNvSpPr>
            <a:spLocks noGrp="1"/>
          </p:cNvSpPr>
          <p:nvPr/>
        </p:nvSpPr>
        <p:spPr>
          <a:xfrm>
            <a:off x="3238500" y="5448300"/>
            <a:ext cx="514350" cy="285750"/>
          </a:xfrm>
          <a:prstGeom prst="roundRect">
            <a:avLst>
              <a:gd name="adj" fmla="val 40000"/>
            </a:avLst>
          </a:prstGeom>
          <a:solidFill>
            <a:srgbClr val="7C6A0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Q1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178CFBD5-1EB3-48FF-87BF-0804D770B67D}"/>
              </a:ext>
            </a:extLst>
          </p:cNvPr>
          <p:cNvSpPr>
            <a:spLocks noGrp="1"/>
          </p:cNvSpPr>
          <p:nvPr/>
        </p:nvSpPr>
        <p:spPr>
          <a:xfrm>
            <a:off x="10763250" y="5448300"/>
            <a:ext cx="666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pPr>
            <a:r>
              <a: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8 of 8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B9E7C7FD-0035-4D41-AFDC-9BBA5A566700}"/>
              </a:ext>
            </a:extLst>
          </p:cNvPr>
          <p:cNvSpPr>
            <a:spLocks noGrp="1"/>
          </p:cNvSpPr>
          <p:nvPr/>
        </p:nvSpPr>
        <p:spPr>
          <a:xfrm>
            <a:off x="762000" y="5829300"/>
            <a:ext cx="106489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 i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rPr sz="1200" b="0" i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Adventitious bursa.</a:t>
            </a:r>
          </a:p>
        </p:txBody>
      </p:sp>
    </p:spTree>
    <p:extLst>
      <p:ext uri="{BB962C8B-B14F-4D97-AF65-F5344CB8AC3E}">
        <p14:creationId xmlns:p14="http://schemas.microsoft.com/office/powerpoint/2010/main" val="140172355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 35">
            <a:extLst>
              <a:ext uri="{FF2B5EF4-FFF2-40B4-BE49-F238E27FC236}">
                <a16:creationId xmlns:a16="http://schemas.microsoft.com/office/drawing/2014/main" id="{59E40F46-0BFA-4441-81B8-334218934D6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066800"/>
          </a:xfrm>
          <a:prstGeom prst="rect">
            <a:avLst/>
          </a:prstGeom>
          <a:solidFill>
            <a:srgbClr val="028090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E9882F5A-3F18-4E9D-BC84-CFCB41EFE095}"/>
              </a:ext>
            </a:extLst>
          </p:cNvPr>
          <p:cNvSpPr>
            <a:spLocks noGrp="1"/>
          </p:cNvSpPr>
          <p:nvPr/>
        </p:nvSpPr>
        <p:spPr>
          <a:xfrm>
            <a:off x="457200" y="285750"/>
            <a:ext cx="533400" cy="533400"/>
          </a:xfrm>
          <a:prstGeom prst="ellipse">
            <a:avLst/>
          </a:prstGeom>
          <a:solidFill>
            <a:srgbClr val="00A896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0935D74-CE8A-402B-A3E6-F0F2F7A8DBFE}"/>
              </a:ext>
            </a:extLst>
          </p:cNvPr>
          <p:cNvSpPr>
            <a:spLocks noGrp="1"/>
          </p:cNvSpPr>
          <p:nvPr/>
        </p:nvSpPr>
        <p:spPr>
          <a:xfrm>
            <a:off x="457200" y="381000"/>
            <a:ext cx="5334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57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7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11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2F2417E-E534-4DEA-A3FD-BF5FEF5D20BD}"/>
              </a:ext>
            </a:extLst>
          </p:cNvPr>
          <p:cNvSpPr>
            <a:spLocks noGrp="1"/>
          </p:cNvSpPr>
          <p:nvPr/>
        </p:nvSpPr>
        <p:spPr>
          <a:xfrm>
            <a:off x="1219200" y="209550"/>
            <a:ext cx="8382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400" b="1" i="0">
                <a:solidFill>
                  <a:srgbClr val="FFFFFF"/>
                </a:solidFill>
                <a:latin typeface="Cambria"/>
                <a:ea typeface="Cambria"/>
                <a:cs typeface="Cambria"/>
              </a:defRPr>
            </a:pPr>
            <a:r>
              <a:rPr sz="2400" b="1" i="0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Sepsis and septicaemia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31A1AF2-BA21-4409-B693-596F422AB487}"/>
              </a:ext>
            </a:extLst>
          </p:cNvPr>
          <p:cNvSpPr>
            <a:spLocks noGrp="1"/>
          </p:cNvSpPr>
          <p:nvPr/>
        </p:nvSpPr>
        <p:spPr>
          <a:xfrm>
            <a:off x="1219200" y="666750"/>
            <a:ext cx="8382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125" b="0" i="1">
                <a:solidFill>
                  <a:srgbClr val="E6F5F3"/>
                </a:solidFill>
                <a:latin typeface="Calibri"/>
                <a:ea typeface="Calibri"/>
                <a:cs typeface="Calibri"/>
              </a:defRPr>
            </a:pPr>
            <a:r>
              <a:rPr sz="1125" b="0" i="1">
                <a:solidFill>
                  <a:srgbClr val="E6F5F3"/>
                </a:solidFill>
                <a:latin typeface="Calibri"/>
                <a:ea typeface="Calibri"/>
                <a:cs typeface="Calibri"/>
              </a:rPr>
              <a:t>8 times asked | 4 Write Notes | 4 Short Answers | part 1 of 2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40FE08FA-2D9A-4EC9-8E53-0FFCA6843AD8}"/>
              </a:ext>
            </a:extLst>
          </p:cNvPr>
          <p:cNvSpPr>
            <a:spLocks noGrp="1"/>
          </p:cNvSpPr>
          <p:nvPr/>
        </p:nvSpPr>
        <p:spPr>
          <a:xfrm>
            <a:off x="9886950" y="381000"/>
            <a:ext cx="1714500" cy="285750"/>
          </a:xfrm>
          <a:prstGeom prst="roundRect">
            <a:avLst>
              <a:gd name="adj" fmla="val 40000"/>
            </a:avLst>
          </a:prstGeom>
          <a:solidFill>
            <a:srgbClr val="016B78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Rank 11/55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2BB19DF-122D-4BA2-BAAF-9E972AB1E9F1}"/>
              </a:ext>
            </a:extLst>
          </p:cNvPr>
          <p:cNvSpPr>
            <a:spLocks noGrp="1"/>
          </p:cNvSpPr>
          <p:nvPr/>
        </p:nvSpPr>
        <p:spPr>
          <a:xfrm>
            <a:off x="552450" y="1200150"/>
            <a:ext cx="4000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1" i="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pPr>
            <a:r>
              <a:rPr sz="1275" b="1" i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Highlighted asked questions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96A43978-673B-43D2-88DE-DA91835A55A4}"/>
              </a:ext>
            </a:extLst>
          </p:cNvPr>
          <p:cNvSpPr>
            <a:spLocks noGrp="1"/>
          </p:cNvSpPr>
          <p:nvPr/>
        </p:nvSpPr>
        <p:spPr>
          <a:xfrm>
            <a:off x="552450" y="1562100"/>
            <a:ext cx="11087100" cy="1066800"/>
          </a:xfrm>
          <a:prstGeom prst="roundRect">
            <a:avLst>
              <a:gd name="adj" fmla="val 7143"/>
            </a:avLst>
          </a:prstGeom>
          <a:solidFill>
            <a:srgbClr val="FFF8D6"/>
          </a:solidFill>
          <a:ln w="9525">
            <a:solidFill>
              <a:srgbClr val="F2DF9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2966496-1532-4554-8BE9-695E877802D9}"/>
              </a:ext>
            </a:extLst>
          </p:cNvPr>
          <p:cNvSpPr>
            <a:spLocks noGrp="1"/>
          </p:cNvSpPr>
          <p:nvPr/>
        </p:nvSpPr>
        <p:spPr>
          <a:xfrm>
            <a:off x="552450" y="1562100"/>
            <a:ext cx="76200" cy="1066800"/>
          </a:xfrm>
          <a:prstGeom prst="rect">
            <a:avLst/>
          </a:prstGeom>
          <a:solidFill>
            <a:srgbClr val="F6C343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7C2F703F-7FF5-4B76-A800-41FEBE53D924}"/>
              </a:ext>
            </a:extLst>
          </p:cNvPr>
          <p:cNvSpPr>
            <a:spLocks noGrp="1"/>
          </p:cNvSpPr>
          <p:nvPr/>
        </p:nvSpPr>
        <p:spPr>
          <a:xfrm>
            <a:off x="762000" y="1733550"/>
            <a:ext cx="990600" cy="285750"/>
          </a:xfrm>
          <a:prstGeom prst="roundRect">
            <a:avLst>
              <a:gd name="adj" fmla="val 40000"/>
            </a:avLst>
          </a:prstGeom>
          <a:solidFill>
            <a:srgbClr val="02809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MAY 2019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2FEB6936-629B-4601-8AD9-507E51E2665A}"/>
              </a:ext>
            </a:extLst>
          </p:cNvPr>
          <p:cNvSpPr>
            <a:spLocks noGrp="1"/>
          </p:cNvSpPr>
          <p:nvPr/>
        </p:nvSpPr>
        <p:spPr>
          <a:xfrm>
            <a:off x="1885950" y="1733550"/>
            <a:ext cx="1219200" cy="285750"/>
          </a:xfrm>
          <a:prstGeom prst="roundRect">
            <a:avLst>
              <a:gd name="adj" fmla="val 40000"/>
            </a:avLst>
          </a:prstGeom>
          <a:solidFill>
            <a:srgbClr val="2563A8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Short Answers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819236B1-81FC-47EB-AFA7-BF48F6D037B6}"/>
              </a:ext>
            </a:extLst>
          </p:cNvPr>
          <p:cNvSpPr>
            <a:spLocks noGrp="1"/>
          </p:cNvSpPr>
          <p:nvPr/>
        </p:nvSpPr>
        <p:spPr>
          <a:xfrm>
            <a:off x="3238500" y="1733550"/>
            <a:ext cx="514350" cy="285750"/>
          </a:xfrm>
          <a:prstGeom prst="roundRect">
            <a:avLst>
              <a:gd name="adj" fmla="val 40000"/>
            </a:avLst>
          </a:prstGeom>
          <a:solidFill>
            <a:srgbClr val="7C6A0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Q7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B8779AE-DBBB-4FCE-8125-3F80C432DA31}"/>
              </a:ext>
            </a:extLst>
          </p:cNvPr>
          <p:cNvSpPr>
            <a:spLocks noGrp="1"/>
          </p:cNvSpPr>
          <p:nvPr/>
        </p:nvSpPr>
        <p:spPr>
          <a:xfrm>
            <a:off x="10763250" y="1733550"/>
            <a:ext cx="666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pPr>
            <a:r>
              <a: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1 of 8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067840C-EFAA-4310-B294-F6F9A660B446}"/>
              </a:ext>
            </a:extLst>
          </p:cNvPr>
          <p:cNvSpPr>
            <a:spLocks noGrp="1"/>
          </p:cNvSpPr>
          <p:nvPr/>
        </p:nvSpPr>
        <p:spPr>
          <a:xfrm>
            <a:off x="762000" y="2114550"/>
            <a:ext cx="106489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 i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rPr sz="1200" b="0" i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Pyrogen - Sepsis.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9A758EF9-9113-4C55-AB6F-AFB7D7C7D19F}"/>
              </a:ext>
            </a:extLst>
          </p:cNvPr>
          <p:cNvSpPr>
            <a:spLocks noGrp="1"/>
          </p:cNvSpPr>
          <p:nvPr/>
        </p:nvSpPr>
        <p:spPr>
          <a:xfrm>
            <a:off x="552450" y="2800350"/>
            <a:ext cx="11087100" cy="1066800"/>
          </a:xfrm>
          <a:prstGeom prst="roundRect">
            <a:avLst>
              <a:gd name="adj" fmla="val 7143"/>
            </a:avLst>
          </a:prstGeom>
          <a:solidFill>
            <a:srgbClr val="FFF8D6"/>
          </a:solidFill>
          <a:ln w="9525">
            <a:solidFill>
              <a:srgbClr val="F2DF9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868B6A1-A996-470B-B12C-D49A580AE038}"/>
              </a:ext>
            </a:extLst>
          </p:cNvPr>
          <p:cNvSpPr>
            <a:spLocks noGrp="1"/>
          </p:cNvSpPr>
          <p:nvPr/>
        </p:nvSpPr>
        <p:spPr>
          <a:xfrm>
            <a:off x="552450" y="2800350"/>
            <a:ext cx="76200" cy="1066800"/>
          </a:xfrm>
          <a:prstGeom prst="rect">
            <a:avLst/>
          </a:prstGeom>
          <a:solidFill>
            <a:srgbClr val="F6C343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4375ACE5-E95C-44B6-8DE2-D51A2987A9A2}"/>
              </a:ext>
            </a:extLst>
          </p:cNvPr>
          <p:cNvSpPr>
            <a:spLocks noGrp="1"/>
          </p:cNvSpPr>
          <p:nvPr/>
        </p:nvSpPr>
        <p:spPr>
          <a:xfrm>
            <a:off x="762000" y="2971800"/>
            <a:ext cx="990600" cy="285750"/>
          </a:xfrm>
          <a:prstGeom prst="roundRect">
            <a:avLst>
              <a:gd name="adj" fmla="val 40000"/>
            </a:avLst>
          </a:prstGeom>
          <a:solidFill>
            <a:srgbClr val="02809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MAY 2019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38B03A88-2A89-4245-B618-FED956FB78C1}"/>
              </a:ext>
            </a:extLst>
          </p:cNvPr>
          <p:cNvSpPr>
            <a:spLocks noGrp="1"/>
          </p:cNvSpPr>
          <p:nvPr/>
        </p:nvSpPr>
        <p:spPr>
          <a:xfrm>
            <a:off x="1885950" y="2971800"/>
            <a:ext cx="1219200" cy="285750"/>
          </a:xfrm>
          <a:prstGeom prst="roundRect">
            <a:avLst>
              <a:gd name="adj" fmla="val 40000"/>
            </a:avLst>
          </a:prstGeom>
          <a:solidFill>
            <a:srgbClr val="2563A8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Short Answers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99E0AFB7-4B22-4840-B316-E52BC4CA9A66}"/>
              </a:ext>
            </a:extLst>
          </p:cNvPr>
          <p:cNvSpPr>
            <a:spLocks noGrp="1"/>
          </p:cNvSpPr>
          <p:nvPr/>
        </p:nvSpPr>
        <p:spPr>
          <a:xfrm>
            <a:off x="3238500" y="2971800"/>
            <a:ext cx="514350" cy="285750"/>
          </a:xfrm>
          <a:prstGeom prst="roundRect">
            <a:avLst>
              <a:gd name="adj" fmla="val 40000"/>
            </a:avLst>
          </a:prstGeom>
          <a:solidFill>
            <a:srgbClr val="7C6A0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Q10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32A9A44-F5DD-4FBC-B3CE-677B653D4004}"/>
              </a:ext>
            </a:extLst>
          </p:cNvPr>
          <p:cNvSpPr>
            <a:spLocks noGrp="1"/>
          </p:cNvSpPr>
          <p:nvPr/>
        </p:nvSpPr>
        <p:spPr>
          <a:xfrm>
            <a:off x="10763250" y="2971800"/>
            <a:ext cx="666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pPr>
            <a:r>
              <a: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2 of 8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20B1112-A847-439D-891F-A50F0DB61693}"/>
              </a:ext>
            </a:extLst>
          </p:cNvPr>
          <p:cNvSpPr>
            <a:spLocks noGrp="1"/>
          </p:cNvSpPr>
          <p:nvPr/>
        </p:nvSpPr>
        <p:spPr>
          <a:xfrm>
            <a:off x="762000" y="3352800"/>
            <a:ext cx="106489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 i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rPr sz="1200" b="0" i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Lachesis - Septicaemia.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4D3D9195-EE2A-407F-8E27-1AE57AEEE9B2}"/>
              </a:ext>
            </a:extLst>
          </p:cNvPr>
          <p:cNvSpPr>
            <a:spLocks noGrp="1"/>
          </p:cNvSpPr>
          <p:nvPr/>
        </p:nvSpPr>
        <p:spPr>
          <a:xfrm>
            <a:off x="552450" y="4038600"/>
            <a:ext cx="11087100" cy="1066800"/>
          </a:xfrm>
          <a:prstGeom prst="roundRect">
            <a:avLst>
              <a:gd name="adj" fmla="val 7143"/>
            </a:avLst>
          </a:prstGeom>
          <a:solidFill>
            <a:srgbClr val="FFF8D6"/>
          </a:solidFill>
          <a:ln w="9525">
            <a:solidFill>
              <a:srgbClr val="F2DF9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93656D0-EBBB-4C5C-B8F5-8D2CE7E11E3E}"/>
              </a:ext>
            </a:extLst>
          </p:cNvPr>
          <p:cNvSpPr>
            <a:spLocks noGrp="1"/>
          </p:cNvSpPr>
          <p:nvPr/>
        </p:nvSpPr>
        <p:spPr>
          <a:xfrm>
            <a:off x="552450" y="4038600"/>
            <a:ext cx="76200" cy="1066800"/>
          </a:xfrm>
          <a:prstGeom prst="rect">
            <a:avLst/>
          </a:prstGeom>
          <a:solidFill>
            <a:srgbClr val="F6C343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CF91C6D4-1B82-4F64-8F10-8584661892E2}"/>
              </a:ext>
            </a:extLst>
          </p:cNvPr>
          <p:cNvSpPr>
            <a:spLocks noGrp="1"/>
          </p:cNvSpPr>
          <p:nvPr/>
        </p:nvSpPr>
        <p:spPr>
          <a:xfrm>
            <a:off x="762000" y="4210050"/>
            <a:ext cx="990600" cy="285750"/>
          </a:xfrm>
          <a:prstGeom prst="roundRect">
            <a:avLst>
              <a:gd name="adj" fmla="val 40000"/>
            </a:avLst>
          </a:prstGeom>
          <a:solidFill>
            <a:srgbClr val="02809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OCT 2019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52E60A1A-A76B-43F8-B450-DC03E3C65B6F}"/>
              </a:ext>
            </a:extLst>
          </p:cNvPr>
          <p:cNvSpPr>
            <a:spLocks noGrp="1"/>
          </p:cNvSpPr>
          <p:nvPr/>
        </p:nvSpPr>
        <p:spPr>
          <a:xfrm>
            <a:off x="1885950" y="4210050"/>
            <a:ext cx="1219200" cy="285750"/>
          </a:xfrm>
          <a:prstGeom prst="roundRect">
            <a:avLst>
              <a:gd name="adj" fmla="val 40000"/>
            </a:avLst>
          </a:prstGeom>
          <a:solidFill>
            <a:srgbClr val="2563A8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Short Answers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6B6C8AFE-7CF4-4CA2-8900-556D72D6E3CE}"/>
              </a:ext>
            </a:extLst>
          </p:cNvPr>
          <p:cNvSpPr>
            <a:spLocks noGrp="1"/>
          </p:cNvSpPr>
          <p:nvPr/>
        </p:nvSpPr>
        <p:spPr>
          <a:xfrm>
            <a:off x="3238500" y="4210050"/>
            <a:ext cx="514350" cy="285750"/>
          </a:xfrm>
          <a:prstGeom prst="roundRect">
            <a:avLst>
              <a:gd name="adj" fmla="val 40000"/>
            </a:avLst>
          </a:prstGeom>
          <a:solidFill>
            <a:srgbClr val="7C6A0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Q7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7874C00A-7499-4566-8D47-64717354E4C2}"/>
              </a:ext>
            </a:extLst>
          </p:cNvPr>
          <p:cNvSpPr>
            <a:spLocks noGrp="1"/>
          </p:cNvSpPr>
          <p:nvPr/>
        </p:nvSpPr>
        <p:spPr>
          <a:xfrm>
            <a:off x="10763250" y="4210050"/>
            <a:ext cx="666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pPr>
            <a:r>
              <a: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3 of 8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4FD1A225-ED67-4F57-B5A3-97BE52391D33}"/>
              </a:ext>
            </a:extLst>
          </p:cNvPr>
          <p:cNvSpPr>
            <a:spLocks noGrp="1"/>
          </p:cNvSpPr>
          <p:nvPr/>
        </p:nvSpPr>
        <p:spPr>
          <a:xfrm>
            <a:off x="762000" y="4591050"/>
            <a:ext cx="106489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 i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rPr sz="1200" b="0" i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Pyrogen in Sepsis.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A67B7326-933B-4BA0-91CB-14D323A8B84F}"/>
              </a:ext>
            </a:extLst>
          </p:cNvPr>
          <p:cNvSpPr>
            <a:spLocks noGrp="1"/>
          </p:cNvSpPr>
          <p:nvPr/>
        </p:nvSpPr>
        <p:spPr>
          <a:xfrm>
            <a:off x="552450" y="5276850"/>
            <a:ext cx="11087100" cy="1066800"/>
          </a:xfrm>
          <a:prstGeom prst="roundRect">
            <a:avLst>
              <a:gd name="adj" fmla="val 7143"/>
            </a:avLst>
          </a:prstGeom>
          <a:solidFill>
            <a:srgbClr val="FFF8D6"/>
          </a:solidFill>
          <a:ln w="9525">
            <a:solidFill>
              <a:srgbClr val="F2DF9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1A54F057-51DF-40A2-902D-28C6795528C0}"/>
              </a:ext>
            </a:extLst>
          </p:cNvPr>
          <p:cNvSpPr>
            <a:spLocks noGrp="1"/>
          </p:cNvSpPr>
          <p:nvPr/>
        </p:nvSpPr>
        <p:spPr>
          <a:xfrm>
            <a:off x="552450" y="5276850"/>
            <a:ext cx="76200" cy="1066800"/>
          </a:xfrm>
          <a:prstGeom prst="rect">
            <a:avLst/>
          </a:prstGeom>
          <a:solidFill>
            <a:srgbClr val="F6C343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75D6AB9C-F8E4-469C-B781-5DB223E7C71F}"/>
              </a:ext>
            </a:extLst>
          </p:cNvPr>
          <p:cNvSpPr>
            <a:spLocks noGrp="1"/>
          </p:cNvSpPr>
          <p:nvPr/>
        </p:nvSpPr>
        <p:spPr>
          <a:xfrm>
            <a:off x="762000" y="5448300"/>
            <a:ext cx="990600" cy="285750"/>
          </a:xfrm>
          <a:prstGeom prst="roundRect">
            <a:avLst>
              <a:gd name="adj" fmla="val 40000"/>
            </a:avLst>
          </a:prstGeom>
          <a:solidFill>
            <a:srgbClr val="02809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MAR 2021</a:t>
            </a: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52B43939-F357-49D1-93A8-DF324B0F411B}"/>
              </a:ext>
            </a:extLst>
          </p:cNvPr>
          <p:cNvSpPr>
            <a:spLocks noGrp="1"/>
          </p:cNvSpPr>
          <p:nvPr/>
        </p:nvSpPr>
        <p:spPr>
          <a:xfrm>
            <a:off x="1885950" y="5448300"/>
            <a:ext cx="1219200" cy="285750"/>
          </a:xfrm>
          <a:prstGeom prst="roundRect">
            <a:avLst>
              <a:gd name="adj" fmla="val 40000"/>
            </a:avLst>
          </a:prstGeom>
          <a:solidFill>
            <a:srgbClr val="02809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Write Notes</a:t>
            </a: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FB25D63B-CECC-437B-A977-00A68A109A32}"/>
              </a:ext>
            </a:extLst>
          </p:cNvPr>
          <p:cNvSpPr>
            <a:spLocks noGrp="1"/>
          </p:cNvSpPr>
          <p:nvPr/>
        </p:nvSpPr>
        <p:spPr>
          <a:xfrm>
            <a:off x="3238500" y="5448300"/>
            <a:ext cx="514350" cy="285750"/>
          </a:xfrm>
          <a:prstGeom prst="roundRect">
            <a:avLst>
              <a:gd name="adj" fmla="val 40000"/>
            </a:avLst>
          </a:prstGeom>
          <a:solidFill>
            <a:srgbClr val="7C6A0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Q8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C7CC40D5-6B2B-46F7-96F4-D062E8467C88}"/>
              </a:ext>
            </a:extLst>
          </p:cNvPr>
          <p:cNvSpPr>
            <a:spLocks noGrp="1"/>
          </p:cNvSpPr>
          <p:nvPr/>
        </p:nvSpPr>
        <p:spPr>
          <a:xfrm>
            <a:off x="10763250" y="5448300"/>
            <a:ext cx="666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pPr>
            <a:r>
              <a: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4 of 8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B18EA2D9-D5A4-4D07-9D32-31F00EAED0AC}"/>
              </a:ext>
            </a:extLst>
          </p:cNvPr>
          <p:cNvSpPr>
            <a:spLocks noGrp="1"/>
          </p:cNvSpPr>
          <p:nvPr/>
        </p:nvSpPr>
        <p:spPr>
          <a:xfrm>
            <a:off x="762000" y="5829300"/>
            <a:ext cx="106489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 i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rPr sz="1200" b="0" i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Pyrogen and Anthracinum in septicaemia.</a:t>
            </a:r>
          </a:p>
        </p:txBody>
      </p:sp>
    </p:spTree>
    <p:extLst>
      <p:ext uri="{BB962C8B-B14F-4D97-AF65-F5344CB8AC3E}">
        <p14:creationId xmlns:p14="http://schemas.microsoft.com/office/powerpoint/2010/main" val="154988003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 35">
            <a:extLst>
              <a:ext uri="{FF2B5EF4-FFF2-40B4-BE49-F238E27FC236}">
                <a16:creationId xmlns:a16="http://schemas.microsoft.com/office/drawing/2014/main" id="{90BFFC75-BAFE-4C09-ADC1-5C1FD2040BD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066800"/>
          </a:xfrm>
          <a:prstGeom prst="rect">
            <a:avLst/>
          </a:prstGeom>
          <a:solidFill>
            <a:srgbClr val="028090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272714B6-9736-493E-8EB8-75520C5A2C25}"/>
              </a:ext>
            </a:extLst>
          </p:cNvPr>
          <p:cNvSpPr>
            <a:spLocks noGrp="1"/>
          </p:cNvSpPr>
          <p:nvPr/>
        </p:nvSpPr>
        <p:spPr>
          <a:xfrm>
            <a:off x="457200" y="285750"/>
            <a:ext cx="533400" cy="533400"/>
          </a:xfrm>
          <a:prstGeom prst="ellipse">
            <a:avLst/>
          </a:prstGeom>
          <a:solidFill>
            <a:srgbClr val="00A896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29E6757-DB13-41DF-9674-D7DF34595778}"/>
              </a:ext>
            </a:extLst>
          </p:cNvPr>
          <p:cNvSpPr>
            <a:spLocks noGrp="1"/>
          </p:cNvSpPr>
          <p:nvPr/>
        </p:nvSpPr>
        <p:spPr>
          <a:xfrm>
            <a:off x="457200" y="381000"/>
            <a:ext cx="5334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57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7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11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AEABB52-8118-4068-B39C-D54B1A0F7ADB}"/>
              </a:ext>
            </a:extLst>
          </p:cNvPr>
          <p:cNvSpPr>
            <a:spLocks noGrp="1"/>
          </p:cNvSpPr>
          <p:nvPr/>
        </p:nvSpPr>
        <p:spPr>
          <a:xfrm>
            <a:off x="1219200" y="209550"/>
            <a:ext cx="8382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400" b="1" i="0">
                <a:solidFill>
                  <a:srgbClr val="FFFFFF"/>
                </a:solidFill>
                <a:latin typeface="Cambria"/>
                <a:ea typeface="Cambria"/>
                <a:cs typeface="Cambria"/>
              </a:defRPr>
            </a:pPr>
            <a:r>
              <a:rPr sz="2400" b="1" i="0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Sepsis and septicaemia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88E6FF6-EE93-45EB-BB03-BF1DD6C7F2ED}"/>
              </a:ext>
            </a:extLst>
          </p:cNvPr>
          <p:cNvSpPr>
            <a:spLocks noGrp="1"/>
          </p:cNvSpPr>
          <p:nvPr/>
        </p:nvSpPr>
        <p:spPr>
          <a:xfrm>
            <a:off x="1219200" y="666750"/>
            <a:ext cx="8382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125" b="0" i="1">
                <a:solidFill>
                  <a:srgbClr val="E6F5F3"/>
                </a:solidFill>
                <a:latin typeface="Calibri"/>
                <a:ea typeface="Calibri"/>
                <a:cs typeface="Calibri"/>
              </a:defRPr>
            </a:pPr>
            <a:r>
              <a:rPr sz="1125" b="0" i="1">
                <a:solidFill>
                  <a:srgbClr val="E6F5F3"/>
                </a:solidFill>
                <a:latin typeface="Calibri"/>
                <a:ea typeface="Calibri"/>
                <a:cs typeface="Calibri"/>
              </a:rPr>
              <a:t>8 times asked | 4 Write Notes | 4 Short Answers | part 2 of 2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EC69FAA2-3D43-48CE-A584-0E19328EA97C}"/>
              </a:ext>
            </a:extLst>
          </p:cNvPr>
          <p:cNvSpPr>
            <a:spLocks noGrp="1"/>
          </p:cNvSpPr>
          <p:nvPr/>
        </p:nvSpPr>
        <p:spPr>
          <a:xfrm>
            <a:off x="9886950" y="381000"/>
            <a:ext cx="1714500" cy="285750"/>
          </a:xfrm>
          <a:prstGeom prst="roundRect">
            <a:avLst>
              <a:gd name="adj" fmla="val 40000"/>
            </a:avLst>
          </a:prstGeom>
          <a:solidFill>
            <a:srgbClr val="016B78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Rank 11/55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9AAA5DF-1CD3-4E28-BA43-4D8AA0E29BC6}"/>
              </a:ext>
            </a:extLst>
          </p:cNvPr>
          <p:cNvSpPr>
            <a:spLocks noGrp="1"/>
          </p:cNvSpPr>
          <p:nvPr/>
        </p:nvSpPr>
        <p:spPr>
          <a:xfrm>
            <a:off x="552450" y="1200150"/>
            <a:ext cx="4000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1" i="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pPr>
            <a:r>
              <a:rPr sz="1275" b="1" i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Highlighted asked questions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2D6B77B4-CF23-4041-8EA3-D04BF2BA9647}"/>
              </a:ext>
            </a:extLst>
          </p:cNvPr>
          <p:cNvSpPr>
            <a:spLocks noGrp="1"/>
          </p:cNvSpPr>
          <p:nvPr/>
        </p:nvSpPr>
        <p:spPr>
          <a:xfrm>
            <a:off x="552450" y="1562100"/>
            <a:ext cx="11087100" cy="1066800"/>
          </a:xfrm>
          <a:prstGeom prst="roundRect">
            <a:avLst>
              <a:gd name="adj" fmla="val 7143"/>
            </a:avLst>
          </a:prstGeom>
          <a:solidFill>
            <a:srgbClr val="FFF8D6"/>
          </a:solidFill>
          <a:ln w="9525">
            <a:solidFill>
              <a:srgbClr val="F2DF9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A714896-89DC-4761-829C-0ABC78174799}"/>
              </a:ext>
            </a:extLst>
          </p:cNvPr>
          <p:cNvSpPr>
            <a:spLocks noGrp="1"/>
          </p:cNvSpPr>
          <p:nvPr/>
        </p:nvSpPr>
        <p:spPr>
          <a:xfrm>
            <a:off x="552450" y="1562100"/>
            <a:ext cx="76200" cy="1066800"/>
          </a:xfrm>
          <a:prstGeom prst="rect">
            <a:avLst/>
          </a:prstGeom>
          <a:solidFill>
            <a:srgbClr val="F6C343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81989AB1-328E-4187-915A-960F8908FC9E}"/>
              </a:ext>
            </a:extLst>
          </p:cNvPr>
          <p:cNvSpPr>
            <a:spLocks noGrp="1"/>
          </p:cNvSpPr>
          <p:nvPr/>
        </p:nvSpPr>
        <p:spPr>
          <a:xfrm>
            <a:off x="762000" y="1733550"/>
            <a:ext cx="990600" cy="285750"/>
          </a:xfrm>
          <a:prstGeom prst="roundRect">
            <a:avLst>
              <a:gd name="adj" fmla="val 40000"/>
            </a:avLst>
          </a:prstGeom>
          <a:solidFill>
            <a:srgbClr val="02809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FEB 2022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EBBF4F80-67EB-4BBE-AAEC-B8CD764C6152}"/>
              </a:ext>
            </a:extLst>
          </p:cNvPr>
          <p:cNvSpPr>
            <a:spLocks noGrp="1"/>
          </p:cNvSpPr>
          <p:nvPr/>
        </p:nvSpPr>
        <p:spPr>
          <a:xfrm>
            <a:off x="1885950" y="1733550"/>
            <a:ext cx="1219200" cy="285750"/>
          </a:xfrm>
          <a:prstGeom prst="roundRect">
            <a:avLst>
              <a:gd name="adj" fmla="val 40000"/>
            </a:avLst>
          </a:prstGeom>
          <a:solidFill>
            <a:srgbClr val="02809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Write Notes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33BE0D5A-DE24-4150-8D9B-80D249A6D6FC}"/>
              </a:ext>
            </a:extLst>
          </p:cNvPr>
          <p:cNvSpPr>
            <a:spLocks noGrp="1"/>
          </p:cNvSpPr>
          <p:nvPr/>
        </p:nvSpPr>
        <p:spPr>
          <a:xfrm>
            <a:off x="3238500" y="1733550"/>
            <a:ext cx="514350" cy="285750"/>
          </a:xfrm>
          <a:prstGeom prst="roundRect">
            <a:avLst>
              <a:gd name="adj" fmla="val 40000"/>
            </a:avLst>
          </a:prstGeom>
          <a:solidFill>
            <a:srgbClr val="7C6A0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Q10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790C85F-DEF0-4443-BFEE-89E20649315F}"/>
              </a:ext>
            </a:extLst>
          </p:cNvPr>
          <p:cNvSpPr>
            <a:spLocks noGrp="1"/>
          </p:cNvSpPr>
          <p:nvPr/>
        </p:nvSpPr>
        <p:spPr>
          <a:xfrm>
            <a:off x="10763250" y="1733550"/>
            <a:ext cx="666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pPr>
            <a:r>
              <a: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5 of 8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4277D9E-46AE-44A7-8026-9B270F7286AA}"/>
              </a:ext>
            </a:extLst>
          </p:cNvPr>
          <p:cNvSpPr>
            <a:spLocks noGrp="1"/>
          </p:cNvSpPr>
          <p:nvPr/>
        </p:nvSpPr>
        <p:spPr>
          <a:xfrm>
            <a:off x="762000" y="2114550"/>
            <a:ext cx="106489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 i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rPr sz="1200" b="0" i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Pyrogen and Baptisia in Sepsis.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E918C60D-264B-4F9A-91F8-9ED49D495A93}"/>
              </a:ext>
            </a:extLst>
          </p:cNvPr>
          <p:cNvSpPr>
            <a:spLocks noGrp="1"/>
          </p:cNvSpPr>
          <p:nvPr/>
        </p:nvSpPr>
        <p:spPr>
          <a:xfrm>
            <a:off x="552450" y="2800350"/>
            <a:ext cx="11087100" cy="1066800"/>
          </a:xfrm>
          <a:prstGeom prst="roundRect">
            <a:avLst>
              <a:gd name="adj" fmla="val 7143"/>
            </a:avLst>
          </a:prstGeom>
          <a:solidFill>
            <a:srgbClr val="FFF8D6"/>
          </a:solidFill>
          <a:ln w="9525">
            <a:solidFill>
              <a:srgbClr val="F2DF9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DAE4C75-F6DC-4461-9B33-2E00663EEE6B}"/>
              </a:ext>
            </a:extLst>
          </p:cNvPr>
          <p:cNvSpPr>
            <a:spLocks noGrp="1"/>
          </p:cNvSpPr>
          <p:nvPr/>
        </p:nvSpPr>
        <p:spPr>
          <a:xfrm>
            <a:off x="552450" y="2800350"/>
            <a:ext cx="76200" cy="1066800"/>
          </a:xfrm>
          <a:prstGeom prst="rect">
            <a:avLst/>
          </a:prstGeom>
          <a:solidFill>
            <a:srgbClr val="F6C343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4ECF04E4-1E19-4BCA-9EA9-53BED99A2AFD}"/>
              </a:ext>
            </a:extLst>
          </p:cNvPr>
          <p:cNvSpPr>
            <a:spLocks noGrp="1"/>
          </p:cNvSpPr>
          <p:nvPr/>
        </p:nvSpPr>
        <p:spPr>
          <a:xfrm>
            <a:off x="762000" y="2971800"/>
            <a:ext cx="990600" cy="285750"/>
          </a:xfrm>
          <a:prstGeom prst="roundRect">
            <a:avLst>
              <a:gd name="adj" fmla="val 40000"/>
            </a:avLst>
          </a:prstGeom>
          <a:solidFill>
            <a:srgbClr val="02809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MAR 2023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577F16BC-4876-4AAF-A7D9-6F8FC4B45C5D}"/>
              </a:ext>
            </a:extLst>
          </p:cNvPr>
          <p:cNvSpPr>
            <a:spLocks noGrp="1"/>
          </p:cNvSpPr>
          <p:nvPr/>
        </p:nvSpPr>
        <p:spPr>
          <a:xfrm>
            <a:off x="1885950" y="2971800"/>
            <a:ext cx="1219200" cy="285750"/>
          </a:xfrm>
          <a:prstGeom prst="roundRect">
            <a:avLst>
              <a:gd name="adj" fmla="val 40000"/>
            </a:avLst>
          </a:prstGeom>
          <a:solidFill>
            <a:srgbClr val="02809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Write Notes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1A3EDA9A-1943-403B-81DA-70E349D35B9B}"/>
              </a:ext>
            </a:extLst>
          </p:cNvPr>
          <p:cNvSpPr>
            <a:spLocks noGrp="1"/>
          </p:cNvSpPr>
          <p:nvPr/>
        </p:nvSpPr>
        <p:spPr>
          <a:xfrm>
            <a:off x="3238500" y="2971800"/>
            <a:ext cx="514350" cy="285750"/>
          </a:xfrm>
          <a:prstGeom prst="roundRect">
            <a:avLst>
              <a:gd name="adj" fmla="val 40000"/>
            </a:avLst>
          </a:prstGeom>
          <a:solidFill>
            <a:srgbClr val="7C6A0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Q8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63A441B-B249-41EB-84CB-D081210F5C52}"/>
              </a:ext>
            </a:extLst>
          </p:cNvPr>
          <p:cNvSpPr>
            <a:spLocks noGrp="1"/>
          </p:cNvSpPr>
          <p:nvPr/>
        </p:nvSpPr>
        <p:spPr>
          <a:xfrm>
            <a:off x="10763250" y="2971800"/>
            <a:ext cx="666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pPr>
            <a:r>
              <a: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6 of 8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B6224AB-B90B-4ECA-A478-26D02056CBD9}"/>
              </a:ext>
            </a:extLst>
          </p:cNvPr>
          <p:cNvSpPr>
            <a:spLocks noGrp="1"/>
          </p:cNvSpPr>
          <p:nvPr/>
        </p:nvSpPr>
        <p:spPr>
          <a:xfrm>
            <a:off x="762000" y="3352800"/>
            <a:ext cx="106489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 i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rPr sz="1200" b="0" i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Pyrogen and Anthracinum in cellulitis.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E4A780CC-90F4-4BAC-8D43-95BC8FEA5BBC}"/>
              </a:ext>
            </a:extLst>
          </p:cNvPr>
          <p:cNvSpPr>
            <a:spLocks noGrp="1"/>
          </p:cNvSpPr>
          <p:nvPr/>
        </p:nvSpPr>
        <p:spPr>
          <a:xfrm>
            <a:off x="552450" y="4038600"/>
            <a:ext cx="11087100" cy="1066800"/>
          </a:xfrm>
          <a:prstGeom prst="roundRect">
            <a:avLst>
              <a:gd name="adj" fmla="val 7143"/>
            </a:avLst>
          </a:prstGeom>
          <a:solidFill>
            <a:srgbClr val="FFF8D6"/>
          </a:solidFill>
          <a:ln w="9525">
            <a:solidFill>
              <a:srgbClr val="F2DF9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651E1CD-B861-4337-AD7D-C8154FFB75CA}"/>
              </a:ext>
            </a:extLst>
          </p:cNvPr>
          <p:cNvSpPr>
            <a:spLocks noGrp="1"/>
          </p:cNvSpPr>
          <p:nvPr/>
        </p:nvSpPr>
        <p:spPr>
          <a:xfrm>
            <a:off x="552450" y="4038600"/>
            <a:ext cx="76200" cy="1066800"/>
          </a:xfrm>
          <a:prstGeom prst="rect">
            <a:avLst/>
          </a:prstGeom>
          <a:solidFill>
            <a:srgbClr val="F6C343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A402B971-A3B9-4D06-8EE9-CCB715FC18CA}"/>
              </a:ext>
            </a:extLst>
          </p:cNvPr>
          <p:cNvSpPr>
            <a:spLocks noGrp="1"/>
          </p:cNvSpPr>
          <p:nvPr/>
        </p:nvSpPr>
        <p:spPr>
          <a:xfrm>
            <a:off x="762000" y="4210050"/>
            <a:ext cx="990600" cy="285750"/>
          </a:xfrm>
          <a:prstGeom prst="roundRect">
            <a:avLst>
              <a:gd name="adj" fmla="val 40000"/>
            </a:avLst>
          </a:prstGeom>
          <a:solidFill>
            <a:srgbClr val="02809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AUG 2024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2B694C87-C7DD-4884-82BF-2F721323EF2C}"/>
              </a:ext>
            </a:extLst>
          </p:cNvPr>
          <p:cNvSpPr>
            <a:spLocks noGrp="1"/>
          </p:cNvSpPr>
          <p:nvPr/>
        </p:nvSpPr>
        <p:spPr>
          <a:xfrm>
            <a:off x="1885950" y="4210050"/>
            <a:ext cx="1219200" cy="285750"/>
          </a:xfrm>
          <a:prstGeom prst="roundRect">
            <a:avLst>
              <a:gd name="adj" fmla="val 40000"/>
            </a:avLst>
          </a:prstGeom>
          <a:solidFill>
            <a:srgbClr val="2563A8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Short Answers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AE233598-7792-4798-8E7E-7CA5047D7724}"/>
              </a:ext>
            </a:extLst>
          </p:cNvPr>
          <p:cNvSpPr>
            <a:spLocks noGrp="1"/>
          </p:cNvSpPr>
          <p:nvPr/>
        </p:nvSpPr>
        <p:spPr>
          <a:xfrm>
            <a:off x="3238500" y="4210050"/>
            <a:ext cx="514350" cy="285750"/>
          </a:xfrm>
          <a:prstGeom prst="roundRect">
            <a:avLst>
              <a:gd name="adj" fmla="val 40000"/>
            </a:avLst>
          </a:prstGeom>
          <a:solidFill>
            <a:srgbClr val="7C6A0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Q8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F4E9CAEE-8B60-4FEC-8845-C9C0B05BD8D5}"/>
              </a:ext>
            </a:extLst>
          </p:cNvPr>
          <p:cNvSpPr>
            <a:spLocks noGrp="1"/>
          </p:cNvSpPr>
          <p:nvPr/>
        </p:nvSpPr>
        <p:spPr>
          <a:xfrm>
            <a:off x="10763250" y="4210050"/>
            <a:ext cx="666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pPr>
            <a:r>
              <a: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7 of 8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53FDB92-21E7-43A9-A6CF-281E92E9DBDB}"/>
              </a:ext>
            </a:extLst>
          </p:cNvPr>
          <p:cNvSpPr>
            <a:spLocks noGrp="1"/>
          </p:cNvSpPr>
          <p:nvPr/>
        </p:nvSpPr>
        <p:spPr>
          <a:xfrm>
            <a:off x="762000" y="4591050"/>
            <a:ext cx="106489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 i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rPr sz="1200" b="0" i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Septicaemia - two drugs.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FB15FFCA-ED88-4E6A-9E4A-756B442FE71B}"/>
              </a:ext>
            </a:extLst>
          </p:cNvPr>
          <p:cNvSpPr>
            <a:spLocks noGrp="1"/>
          </p:cNvSpPr>
          <p:nvPr/>
        </p:nvSpPr>
        <p:spPr>
          <a:xfrm>
            <a:off x="552450" y="5276850"/>
            <a:ext cx="11087100" cy="1066800"/>
          </a:xfrm>
          <a:prstGeom prst="roundRect">
            <a:avLst>
              <a:gd name="adj" fmla="val 7143"/>
            </a:avLst>
          </a:prstGeom>
          <a:solidFill>
            <a:srgbClr val="FFF8D6"/>
          </a:solidFill>
          <a:ln w="9525">
            <a:solidFill>
              <a:srgbClr val="F2DF9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752DA0CE-6E65-41B4-B4D3-3B521E65CB18}"/>
              </a:ext>
            </a:extLst>
          </p:cNvPr>
          <p:cNvSpPr>
            <a:spLocks noGrp="1"/>
          </p:cNvSpPr>
          <p:nvPr/>
        </p:nvSpPr>
        <p:spPr>
          <a:xfrm>
            <a:off x="552450" y="5276850"/>
            <a:ext cx="76200" cy="1066800"/>
          </a:xfrm>
          <a:prstGeom prst="rect">
            <a:avLst/>
          </a:prstGeom>
          <a:solidFill>
            <a:srgbClr val="F6C343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236606F6-1547-4B13-97CC-A4748BC65939}"/>
              </a:ext>
            </a:extLst>
          </p:cNvPr>
          <p:cNvSpPr>
            <a:spLocks noGrp="1"/>
          </p:cNvSpPr>
          <p:nvPr/>
        </p:nvSpPr>
        <p:spPr>
          <a:xfrm>
            <a:off x="762000" y="5448300"/>
            <a:ext cx="990600" cy="285750"/>
          </a:xfrm>
          <a:prstGeom prst="roundRect">
            <a:avLst>
              <a:gd name="adj" fmla="val 40000"/>
            </a:avLst>
          </a:prstGeom>
          <a:solidFill>
            <a:srgbClr val="02809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OCT 2025</a:t>
            </a: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90F40A45-8284-4603-B6C7-541B792EB692}"/>
              </a:ext>
            </a:extLst>
          </p:cNvPr>
          <p:cNvSpPr>
            <a:spLocks noGrp="1"/>
          </p:cNvSpPr>
          <p:nvPr/>
        </p:nvSpPr>
        <p:spPr>
          <a:xfrm>
            <a:off x="1885950" y="5448300"/>
            <a:ext cx="1219200" cy="285750"/>
          </a:xfrm>
          <a:prstGeom prst="roundRect">
            <a:avLst>
              <a:gd name="adj" fmla="val 40000"/>
            </a:avLst>
          </a:prstGeom>
          <a:solidFill>
            <a:srgbClr val="02809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Write Notes</a:t>
            </a: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4CC67AA9-441A-4F90-A335-B90D7D8608AF}"/>
              </a:ext>
            </a:extLst>
          </p:cNvPr>
          <p:cNvSpPr>
            <a:spLocks noGrp="1"/>
          </p:cNvSpPr>
          <p:nvPr/>
        </p:nvSpPr>
        <p:spPr>
          <a:xfrm>
            <a:off x="3238500" y="5448300"/>
            <a:ext cx="514350" cy="285750"/>
          </a:xfrm>
          <a:prstGeom prst="roundRect">
            <a:avLst>
              <a:gd name="adj" fmla="val 40000"/>
            </a:avLst>
          </a:prstGeom>
          <a:solidFill>
            <a:srgbClr val="7C6A0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Q7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B7B6BF41-BB3C-48D9-8245-9F3B05A56F5B}"/>
              </a:ext>
            </a:extLst>
          </p:cNvPr>
          <p:cNvSpPr>
            <a:spLocks noGrp="1"/>
          </p:cNvSpPr>
          <p:nvPr/>
        </p:nvSpPr>
        <p:spPr>
          <a:xfrm>
            <a:off x="10763250" y="5448300"/>
            <a:ext cx="666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pPr>
            <a:r>
              <a: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8 of 8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443E7AEC-2E19-4162-81C8-A0C07841D497}"/>
              </a:ext>
            </a:extLst>
          </p:cNvPr>
          <p:cNvSpPr>
            <a:spLocks noGrp="1"/>
          </p:cNvSpPr>
          <p:nvPr/>
        </p:nvSpPr>
        <p:spPr>
          <a:xfrm>
            <a:off x="762000" y="5829300"/>
            <a:ext cx="106489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 i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rPr sz="1200" b="0" i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Septicaemia - two drugs with indications.</a:t>
            </a:r>
          </a:p>
        </p:txBody>
      </p:sp>
    </p:spTree>
    <p:extLst>
      <p:ext uri="{BB962C8B-B14F-4D97-AF65-F5344CB8AC3E}">
        <p14:creationId xmlns:p14="http://schemas.microsoft.com/office/powerpoint/2010/main" val="18063770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 35">
            <a:extLst>
              <a:ext uri="{FF2B5EF4-FFF2-40B4-BE49-F238E27FC236}">
                <a16:creationId xmlns:a16="http://schemas.microsoft.com/office/drawing/2014/main" id="{6ED3CCF6-C6EF-4DED-A627-8A100161C3D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066800"/>
          </a:xfrm>
          <a:prstGeom prst="rect">
            <a:avLst/>
          </a:prstGeom>
          <a:solidFill>
            <a:srgbClr val="028090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54AC11D6-9639-46FD-90EE-BEE455D3CE3E}"/>
              </a:ext>
            </a:extLst>
          </p:cNvPr>
          <p:cNvSpPr>
            <a:spLocks noGrp="1"/>
          </p:cNvSpPr>
          <p:nvPr/>
        </p:nvSpPr>
        <p:spPr>
          <a:xfrm>
            <a:off x="457200" y="285750"/>
            <a:ext cx="533400" cy="533400"/>
          </a:xfrm>
          <a:prstGeom prst="ellipse">
            <a:avLst/>
          </a:prstGeom>
          <a:solidFill>
            <a:srgbClr val="00A896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6903F9A-E7AE-44C1-8B0F-C1C017FB36F6}"/>
              </a:ext>
            </a:extLst>
          </p:cNvPr>
          <p:cNvSpPr>
            <a:spLocks noGrp="1"/>
          </p:cNvSpPr>
          <p:nvPr/>
        </p:nvSpPr>
        <p:spPr>
          <a:xfrm>
            <a:off x="457200" y="381000"/>
            <a:ext cx="5334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57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7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12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AD9D97E-AC26-4900-A175-6FAE33B8E30C}"/>
              </a:ext>
            </a:extLst>
          </p:cNvPr>
          <p:cNvSpPr>
            <a:spLocks noGrp="1"/>
          </p:cNvSpPr>
          <p:nvPr/>
        </p:nvSpPr>
        <p:spPr>
          <a:xfrm>
            <a:off x="1219200" y="209550"/>
            <a:ext cx="8382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400" b="1" i="0">
                <a:solidFill>
                  <a:srgbClr val="FFFFFF"/>
                </a:solidFill>
                <a:latin typeface="Cambria"/>
                <a:ea typeface="Cambria"/>
                <a:cs typeface="Cambria"/>
              </a:defRPr>
            </a:pPr>
            <a:r>
              <a:rPr sz="2400" b="1" i="0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Raynaud disease and cold injury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A4F2BF0-F6FF-4EAB-9750-FA4B3608BA39}"/>
              </a:ext>
            </a:extLst>
          </p:cNvPr>
          <p:cNvSpPr>
            <a:spLocks noGrp="1"/>
          </p:cNvSpPr>
          <p:nvPr/>
        </p:nvSpPr>
        <p:spPr>
          <a:xfrm>
            <a:off x="1219200" y="666750"/>
            <a:ext cx="8382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125" b="0" i="1">
                <a:solidFill>
                  <a:srgbClr val="E6F5F3"/>
                </a:solidFill>
                <a:latin typeface="Calibri"/>
                <a:ea typeface="Calibri"/>
                <a:cs typeface="Calibri"/>
              </a:defRPr>
            </a:pPr>
            <a:r>
              <a:rPr sz="1125" b="0" i="1">
                <a:solidFill>
                  <a:srgbClr val="E6F5F3"/>
                </a:solidFill>
                <a:latin typeface="Calibri"/>
                <a:ea typeface="Calibri"/>
                <a:cs typeface="Calibri"/>
              </a:rPr>
              <a:t>7 times asked | 1 Write Notes | 6 Short Answers | part 1 of 2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D34CE55A-2E0B-4926-B881-BF091E15E6EC}"/>
              </a:ext>
            </a:extLst>
          </p:cNvPr>
          <p:cNvSpPr>
            <a:spLocks noGrp="1"/>
          </p:cNvSpPr>
          <p:nvPr/>
        </p:nvSpPr>
        <p:spPr>
          <a:xfrm>
            <a:off x="9886950" y="381000"/>
            <a:ext cx="1714500" cy="285750"/>
          </a:xfrm>
          <a:prstGeom prst="roundRect">
            <a:avLst>
              <a:gd name="adj" fmla="val 40000"/>
            </a:avLst>
          </a:prstGeom>
          <a:solidFill>
            <a:srgbClr val="016B78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Rank 12/55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AB71A47-42FC-40E5-9847-D528D741D6C0}"/>
              </a:ext>
            </a:extLst>
          </p:cNvPr>
          <p:cNvSpPr>
            <a:spLocks noGrp="1"/>
          </p:cNvSpPr>
          <p:nvPr/>
        </p:nvSpPr>
        <p:spPr>
          <a:xfrm>
            <a:off x="552450" y="1200150"/>
            <a:ext cx="4000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1" i="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pPr>
            <a:r>
              <a:rPr sz="1275" b="1" i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Highlighted asked questions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0C42DA16-4C24-4A58-8BEE-B2A7DA6E3ADA}"/>
              </a:ext>
            </a:extLst>
          </p:cNvPr>
          <p:cNvSpPr>
            <a:spLocks noGrp="1"/>
          </p:cNvSpPr>
          <p:nvPr/>
        </p:nvSpPr>
        <p:spPr>
          <a:xfrm>
            <a:off x="552450" y="1562100"/>
            <a:ext cx="11087100" cy="1066800"/>
          </a:xfrm>
          <a:prstGeom prst="roundRect">
            <a:avLst>
              <a:gd name="adj" fmla="val 7143"/>
            </a:avLst>
          </a:prstGeom>
          <a:solidFill>
            <a:srgbClr val="FFF8D6"/>
          </a:solidFill>
          <a:ln w="9525">
            <a:solidFill>
              <a:srgbClr val="F2DF9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3844CAC-317A-4B1D-88D7-2A90765D7284}"/>
              </a:ext>
            </a:extLst>
          </p:cNvPr>
          <p:cNvSpPr>
            <a:spLocks noGrp="1"/>
          </p:cNvSpPr>
          <p:nvPr/>
        </p:nvSpPr>
        <p:spPr>
          <a:xfrm>
            <a:off x="552450" y="1562100"/>
            <a:ext cx="76200" cy="1066800"/>
          </a:xfrm>
          <a:prstGeom prst="rect">
            <a:avLst/>
          </a:prstGeom>
          <a:solidFill>
            <a:srgbClr val="F6C343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5F112E59-F9DE-4F76-BB6C-F57401F66CC6}"/>
              </a:ext>
            </a:extLst>
          </p:cNvPr>
          <p:cNvSpPr>
            <a:spLocks noGrp="1"/>
          </p:cNvSpPr>
          <p:nvPr/>
        </p:nvSpPr>
        <p:spPr>
          <a:xfrm>
            <a:off x="762000" y="1733550"/>
            <a:ext cx="990600" cy="285750"/>
          </a:xfrm>
          <a:prstGeom prst="roundRect">
            <a:avLst>
              <a:gd name="adj" fmla="val 40000"/>
            </a:avLst>
          </a:prstGeom>
          <a:solidFill>
            <a:srgbClr val="02809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MAY 2019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F74361FD-D3B3-4364-9557-CD52C805E28B}"/>
              </a:ext>
            </a:extLst>
          </p:cNvPr>
          <p:cNvSpPr>
            <a:spLocks noGrp="1"/>
          </p:cNvSpPr>
          <p:nvPr/>
        </p:nvSpPr>
        <p:spPr>
          <a:xfrm>
            <a:off x="1885950" y="1733550"/>
            <a:ext cx="1219200" cy="285750"/>
          </a:xfrm>
          <a:prstGeom prst="roundRect">
            <a:avLst>
              <a:gd name="adj" fmla="val 40000"/>
            </a:avLst>
          </a:prstGeom>
          <a:solidFill>
            <a:srgbClr val="2563A8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Short Answers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D08CD8B9-DAD3-4A57-8988-6E5E6E33523B}"/>
              </a:ext>
            </a:extLst>
          </p:cNvPr>
          <p:cNvSpPr>
            <a:spLocks noGrp="1"/>
          </p:cNvSpPr>
          <p:nvPr/>
        </p:nvSpPr>
        <p:spPr>
          <a:xfrm>
            <a:off x="3238500" y="1733550"/>
            <a:ext cx="514350" cy="285750"/>
          </a:xfrm>
          <a:prstGeom prst="roundRect">
            <a:avLst>
              <a:gd name="adj" fmla="val 40000"/>
            </a:avLst>
          </a:prstGeom>
          <a:solidFill>
            <a:srgbClr val="7C6A0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Q2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12A33B4-0792-4FF5-A8AA-093DCF415D00}"/>
              </a:ext>
            </a:extLst>
          </p:cNvPr>
          <p:cNvSpPr>
            <a:spLocks noGrp="1"/>
          </p:cNvSpPr>
          <p:nvPr/>
        </p:nvSpPr>
        <p:spPr>
          <a:xfrm>
            <a:off x="10763250" y="1733550"/>
            <a:ext cx="666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pPr>
            <a:r>
              <a: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1 of 7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97EAD3E-3FDC-430E-A858-198162D6F0FB}"/>
              </a:ext>
            </a:extLst>
          </p:cNvPr>
          <p:cNvSpPr>
            <a:spLocks noGrp="1"/>
          </p:cNvSpPr>
          <p:nvPr/>
        </p:nvSpPr>
        <p:spPr>
          <a:xfrm>
            <a:off x="762000" y="2114550"/>
            <a:ext cx="106489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 i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rPr sz="1200" b="0" i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Frost Bite.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4D441F8C-2D67-45D7-AE13-76752CD4BCC3}"/>
              </a:ext>
            </a:extLst>
          </p:cNvPr>
          <p:cNvSpPr>
            <a:spLocks noGrp="1"/>
          </p:cNvSpPr>
          <p:nvPr/>
        </p:nvSpPr>
        <p:spPr>
          <a:xfrm>
            <a:off x="552450" y="2800350"/>
            <a:ext cx="11087100" cy="1066800"/>
          </a:xfrm>
          <a:prstGeom prst="roundRect">
            <a:avLst>
              <a:gd name="adj" fmla="val 7143"/>
            </a:avLst>
          </a:prstGeom>
          <a:solidFill>
            <a:srgbClr val="FFF8D6"/>
          </a:solidFill>
          <a:ln w="9525">
            <a:solidFill>
              <a:srgbClr val="F2DF9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8CD22A2-B375-457C-B685-04B431AA15DB}"/>
              </a:ext>
            </a:extLst>
          </p:cNvPr>
          <p:cNvSpPr>
            <a:spLocks noGrp="1"/>
          </p:cNvSpPr>
          <p:nvPr/>
        </p:nvSpPr>
        <p:spPr>
          <a:xfrm>
            <a:off x="552450" y="2800350"/>
            <a:ext cx="76200" cy="1066800"/>
          </a:xfrm>
          <a:prstGeom prst="rect">
            <a:avLst/>
          </a:prstGeom>
          <a:solidFill>
            <a:srgbClr val="F6C343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498E683-F526-49A6-B7DD-9228CF45AC3C}"/>
              </a:ext>
            </a:extLst>
          </p:cNvPr>
          <p:cNvSpPr>
            <a:spLocks noGrp="1"/>
          </p:cNvSpPr>
          <p:nvPr/>
        </p:nvSpPr>
        <p:spPr>
          <a:xfrm>
            <a:off x="762000" y="2971800"/>
            <a:ext cx="990600" cy="285750"/>
          </a:xfrm>
          <a:prstGeom prst="roundRect">
            <a:avLst>
              <a:gd name="adj" fmla="val 40000"/>
            </a:avLst>
          </a:prstGeom>
          <a:solidFill>
            <a:srgbClr val="02809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SEP 2021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BDC5BDE9-5A05-4C75-9798-CEBDD1655EED}"/>
              </a:ext>
            </a:extLst>
          </p:cNvPr>
          <p:cNvSpPr>
            <a:spLocks noGrp="1"/>
          </p:cNvSpPr>
          <p:nvPr/>
        </p:nvSpPr>
        <p:spPr>
          <a:xfrm>
            <a:off x="1885950" y="2971800"/>
            <a:ext cx="1219200" cy="285750"/>
          </a:xfrm>
          <a:prstGeom prst="roundRect">
            <a:avLst>
              <a:gd name="adj" fmla="val 40000"/>
            </a:avLst>
          </a:prstGeom>
          <a:solidFill>
            <a:srgbClr val="2563A8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Short Answers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E465B10A-5B32-4685-B688-AC8F7749CF60}"/>
              </a:ext>
            </a:extLst>
          </p:cNvPr>
          <p:cNvSpPr>
            <a:spLocks noGrp="1"/>
          </p:cNvSpPr>
          <p:nvPr/>
        </p:nvSpPr>
        <p:spPr>
          <a:xfrm>
            <a:off x="3238500" y="2971800"/>
            <a:ext cx="514350" cy="285750"/>
          </a:xfrm>
          <a:prstGeom prst="roundRect">
            <a:avLst>
              <a:gd name="adj" fmla="val 40000"/>
            </a:avLst>
          </a:prstGeom>
          <a:solidFill>
            <a:srgbClr val="7C6A0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Q4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79273DE-FCE7-452A-98C5-C132182FDCEF}"/>
              </a:ext>
            </a:extLst>
          </p:cNvPr>
          <p:cNvSpPr>
            <a:spLocks noGrp="1"/>
          </p:cNvSpPr>
          <p:nvPr/>
        </p:nvSpPr>
        <p:spPr>
          <a:xfrm>
            <a:off x="10763250" y="2971800"/>
            <a:ext cx="666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pPr>
            <a:r>
              <a: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2 of 7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94910BB-0FEA-4EB3-B800-BC6D666AD739}"/>
              </a:ext>
            </a:extLst>
          </p:cNvPr>
          <p:cNvSpPr>
            <a:spLocks noGrp="1"/>
          </p:cNvSpPr>
          <p:nvPr/>
        </p:nvSpPr>
        <p:spPr>
          <a:xfrm>
            <a:off x="762000" y="3352800"/>
            <a:ext cx="106489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 i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rPr sz="1200" b="0" i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Frost bite.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54D361F5-6DDC-425B-BAD2-727ED0B32070}"/>
              </a:ext>
            </a:extLst>
          </p:cNvPr>
          <p:cNvSpPr>
            <a:spLocks noGrp="1"/>
          </p:cNvSpPr>
          <p:nvPr/>
        </p:nvSpPr>
        <p:spPr>
          <a:xfrm>
            <a:off x="552450" y="4038600"/>
            <a:ext cx="11087100" cy="1066800"/>
          </a:xfrm>
          <a:prstGeom prst="roundRect">
            <a:avLst>
              <a:gd name="adj" fmla="val 7143"/>
            </a:avLst>
          </a:prstGeom>
          <a:solidFill>
            <a:srgbClr val="FFF8D6"/>
          </a:solidFill>
          <a:ln w="9525">
            <a:solidFill>
              <a:srgbClr val="F2DF9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29EAF34-46E2-45FF-B90D-176E7D76648A}"/>
              </a:ext>
            </a:extLst>
          </p:cNvPr>
          <p:cNvSpPr>
            <a:spLocks noGrp="1"/>
          </p:cNvSpPr>
          <p:nvPr/>
        </p:nvSpPr>
        <p:spPr>
          <a:xfrm>
            <a:off x="552450" y="4038600"/>
            <a:ext cx="76200" cy="1066800"/>
          </a:xfrm>
          <a:prstGeom prst="rect">
            <a:avLst/>
          </a:prstGeom>
          <a:solidFill>
            <a:srgbClr val="F6C343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99A0A231-5ECA-49AE-986B-4CDBFD4DC667}"/>
              </a:ext>
            </a:extLst>
          </p:cNvPr>
          <p:cNvSpPr>
            <a:spLocks noGrp="1"/>
          </p:cNvSpPr>
          <p:nvPr/>
        </p:nvSpPr>
        <p:spPr>
          <a:xfrm>
            <a:off x="762000" y="4210050"/>
            <a:ext cx="990600" cy="285750"/>
          </a:xfrm>
          <a:prstGeom prst="roundRect">
            <a:avLst>
              <a:gd name="adj" fmla="val 40000"/>
            </a:avLst>
          </a:prstGeom>
          <a:solidFill>
            <a:srgbClr val="02809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OCT 2022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EC25F6BC-E279-47E4-8984-FFCE820C50F6}"/>
              </a:ext>
            </a:extLst>
          </p:cNvPr>
          <p:cNvSpPr>
            <a:spLocks noGrp="1"/>
          </p:cNvSpPr>
          <p:nvPr/>
        </p:nvSpPr>
        <p:spPr>
          <a:xfrm>
            <a:off x="1885950" y="4210050"/>
            <a:ext cx="1219200" cy="285750"/>
          </a:xfrm>
          <a:prstGeom prst="roundRect">
            <a:avLst>
              <a:gd name="adj" fmla="val 40000"/>
            </a:avLst>
          </a:prstGeom>
          <a:solidFill>
            <a:srgbClr val="2563A8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Short Answers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D1343E1C-742D-4586-8D13-D5FFB57D629C}"/>
              </a:ext>
            </a:extLst>
          </p:cNvPr>
          <p:cNvSpPr>
            <a:spLocks noGrp="1"/>
          </p:cNvSpPr>
          <p:nvPr/>
        </p:nvSpPr>
        <p:spPr>
          <a:xfrm>
            <a:off x="3238500" y="4210050"/>
            <a:ext cx="514350" cy="285750"/>
          </a:xfrm>
          <a:prstGeom prst="roundRect">
            <a:avLst>
              <a:gd name="adj" fmla="val 40000"/>
            </a:avLst>
          </a:prstGeom>
          <a:solidFill>
            <a:srgbClr val="7C6A0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Q1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369FAC3-6E7B-4559-A245-28C8CBB4FDD9}"/>
              </a:ext>
            </a:extLst>
          </p:cNvPr>
          <p:cNvSpPr>
            <a:spLocks noGrp="1"/>
          </p:cNvSpPr>
          <p:nvPr/>
        </p:nvSpPr>
        <p:spPr>
          <a:xfrm>
            <a:off x="10763250" y="4210050"/>
            <a:ext cx="666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pPr>
            <a:r>
              <a: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3 of 7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CD85E57-F467-4E49-AE86-80DB1AA81685}"/>
              </a:ext>
            </a:extLst>
          </p:cNvPr>
          <p:cNvSpPr>
            <a:spLocks noGrp="1"/>
          </p:cNvSpPr>
          <p:nvPr/>
        </p:nvSpPr>
        <p:spPr>
          <a:xfrm>
            <a:off x="762000" y="4591050"/>
            <a:ext cx="106489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 i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rPr sz="1200" b="0" i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Caisson's Disease.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5235BCF8-813F-4910-9546-A1C4FCABF055}"/>
              </a:ext>
            </a:extLst>
          </p:cNvPr>
          <p:cNvSpPr>
            <a:spLocks noGrp="1"/>
          </p:cNvSpPr>
          <p:nvPr/>
        </p:nvSpPr>
        <p:spPr>
          <a:xfrm>
            <a:off x="552450" y="5276850"/>
            <a:ext cx="11087100" cy="1066800"/>
          </a:xfrm>
          <a:prstGeom prst="roundRect">
            <a:avLst>
              <a:gd name="adj" fmla="val 7143"/>
            </a:avLst>
          </a:prstGeom>
          <a:solidFill>
            <a:srgbClr val="FFF8D6"/>
          </a:solidFill>
          <a:ln w="9525">
            <a:solidFill>
              <a:srgbClr val="F2DF9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F3B96182-1924-41E9-9A05-26FCB9B1CD61}"/>
              </a:ext>
            </a:extLst>
          </p:cNvPr>
          <p:cNvSpPr>
            <a:spLocks noGrp="1"/>
          </p:cNvSpPr>
          <p:nvPr/>
        </p:nvSpPr>
        <p:spPr>
          <a:xfrm>
            <a:off x="552450" y="5276850"/>
            <a:ext cx="76200" cy="1066800"/>
          </a:xfrm>
          <a:prstGeom prst="rect">
            <a:avLst/>
          </a:prstGeom>
          <a:solidFill>
            <a:srgbClr val="F6C343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8BEEC8B8-53BD-465C-A1F9-AB9D90BDFA58}"/>
              </a:ext>
            </a:extLst>
          </p:cNvPr>
          <p:cNvSpPr>
            <a:spLocks noGrp="1"/>
          </p:cNvSpPr>
          <p:nvPr/>
        </p:nvSpPr>
        <p:spPr>
          <a:xfrm>
            <a:off x="762000" y="5448300"/>
            <a:ext cx="990600" cy="285750"/>
          </a:xfrm>
          <a:prstGeom prst="roundRect">
            <a:avLst>
              <a:gd name="adj" fmla="val 40000"/>
            </a:avLst>
          </a:prstGeom>
          <a:solidFill>
            <a:srgbClr val="02809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OCT 2022</a:t>
            </a: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CE687122-40AB-4206-875E-23B11D5A7918}"/>
              </a:ext>
            </a:extLst>
          </p:cNvPr>
          <p:cNvSpPr>
            <a:spLocks noGrp="1"/>
          </p:cNvSpPr>
          <p:nvPr/>
        </p:nvSpPr>
        <p:spPr>
          <a:xfrm>
            <a:off x="1885950" y="5448300"/>
            <a:ext cx="1219200" cy="285750"/>
          </a:xfrm>
          <a:prstGeom prst="roundRect">
            <a:avLst>
              <a:gd name="adj" fmla="val 40000"/>
            </a:avLst>
          </a:prstGeom>
          <a:solidFill>
            <a:srgbClr val="2563A8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Short Answers</a:t>
            </a: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1C0D4999-2680-49DF-83B5-59A1C842445C}"/>
              </a:ext>
            </a:extLst>
          </p:cNvPr>
          <p:cNvSpPr>
            <a:spLocks noGrp="1"/>
          </p:cNvSpPr>
          <p:nvPr/>
        </p:nvSpPr>
        <p:spPr>
          <a:xfrm>
            <a:off x="3238500" y="5448300"/>
            <a:ext cx="514350" cy="285750"/>
          </a:xfrm>
          <a:prstGeom prst="roundRect">
            <a:avLst>
              <a:gd name="adj" fmla="val 40000"/>
            </a:avLst>
          </a:prstGeom>
          <a:solidFill>
            <a:srgbClr val="7C6A0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Q6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FB063D0E-AB61-4949-848A-64C9411938D6}"/>
              </a:ext>
            </a:extLst>
          </p:cNvPr>
          <p:cNvSpPr>
            <a:spLocks noGrp="1"/>
          </p:cNvSpPr>
          <p:nvPr/>
        </p:nvSpPr>
        <p:spPr>
          <a:xfrm>
            <a:off x="10763250" y="5448300"/>
            <a:ext cx="666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pPr>
            <a:r>
              <a: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4 of 7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35ABB536-18E4-4953-A853-FAB7FC182A0C}"/>
              </a:ext>
            </a:extLst>
          </p:cNvPr>
          <p:cNvSpPr>
            <a:spLocks noGrp="1"/>
          </p:cNvSpPr>
          <p:nvPr/>
        </p:nvSpPr>
        <p:spPr>
          <a:xfrm>
            <a:off x="762000" y="5829300"/>
            <a:ext cx="106489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 i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rPr sz="1200" b="0" i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Raynaud's disease - write two drugs.</a:t>
            </a:r>
          </a:p>
        </p:txBody>
      </p:sp>
    </p:spTree>
    <p:extLst>
      <p:ext uri="{BB962C8B-B14F-4D97-AF65-F5344CB8AC3E}">
        <p14:creationId xmlns:p14="http://schemas.microsoft.com/office/powerpoint/2010/main" val="54674250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>
            <a:extLst>
              <a:ext uri="{FF2B5EF4-FFF2-40B4-BE49-F238E27FC236}">
                <a16:creationId xmlns:a16="http://schemas.microsoft.com/office/drawing/2014/main" id="{32D8BA32-7711-4A9F-81DB-22BA7AC32C9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066800"/>
          </a:xfrm>
          <a:prstGeom prst="rect">
            <a:avLst/>
          </a:prstGeom>
          <a:solidFill>
            <a:srgbClr val="028090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9547B220-9691-4FC7-B3D8-9D8BDF186120}"/>
              </a:ext>
            </a:extLst>
          </p:cNvPr>
          <p:cNvSpPr>
            <a:spLocks noGrp="1"/>
          </p:cNvSpPr>
          <p:nvPr/>
        </p:nvSpPr>
        <p:spPr>
          <a:xfrm>
            <a:off x="457200" y="285750"/>
            <a:ext cx="533400" cy="533400"/>
          </a:xfrm>
          <a:prstGeom prst="ellipse">
            <a:avLst/>
          </a:prstGeom>
          <a:solidFill>
            <a:srgbClr val="00A896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4779C77-CBE3-48A0-8EDE-79AFC6C444DD}"/>
              </a:ext>
            </a:extLst>
          </p:cNvPr>
          <p:cNvSpPr>
            <a:spLocks noGrp="1"/>
          </p:cNvSpPr>
          <p:nvPr/>
        </p:nvSpPr>
        <p:spPr>
          <a:xfrm>
            <a:off x="457200" y="381000"/>
            <a:ext cx="5334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57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7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12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885F75E-16E4-4F78-9DC6-8486E01EB117}"/>
              </a:ext>
            </a:extLst>
          </p:cNvPr>
          <p:cNvSpPr>
            <a:spLocks noGrp="1"/>
          </p:cNvSpPr>
          <p:nvPr/>
        </p:nvSpPr>
        <p:spPr>
          <a:xfrm>
            <a:off x="1219200" y="209550"/>
            <a:ext cx="8382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400" b="1" i="0">
                <a:solidFill>
                  <a:srgbClr val="FFFFFF"/>
                </a:solidFill>
                <a:latin typeface="Cambria"/>
                <a:ea typeface="Cambria"/>
                <a:cs typeface="Cambria"/>
              </a:defRPr>
            </a:pPr>
            <a:r>
              <a:rPr sz="2400" b="1" i="0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Raynaud disease and cold injury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56EADFE-93C8-480E-954F-6E339B4B009B}"/>
              </a:ext>
            </a:extLst>
          </p:cNvPr>
          <p:cNvSpPr>
            <a:spLocks noGrp="1"/>
          </p:cNvSpPr>
          <p:nvPr/>
        </p:nvSpPr>
        <p:spPr>
          <a:xfrm>
            <a:off x="1219200" y="666750"/>
            <a:ext cx="8382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125" b="0" i="1">
                <a:solidFill>
                  <a:srgbClr val="E6F5F3"/>
                </a:solidFill>
                <a:latin typeface="Calibri"/>
                <a:ea typeface="Calibri"/>
                <a:cs typeface="Calibri"/>
              </a:defRPr>
            </a:pPr>
            <a:r>
              <a:rPr sz="1125" b="0" i="1">
                <a:solidFill>
                  <a:srgbClr val="E6F5F3"/>
                </a:solidFill>
                <a:latin typeface="Calibri"/>
                <a:ea typeface="Calibri"/>
                <a:cs typeface="Calibri"/>
              </a:rPr>
              <a:t>7 times asked | 1 Write Notes | 6 Short Answers | part 2 of 2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38D9617-2427-499F-BFC8-1A9B771A8E54}"/>
              </a:ext>
            </a:extLst>
          </p:cNvPr>
          <p:cNvSpPr>
            <a:spLocks noGrp="1"/>
          </p:cNvSpPr>
          <p:nvPr/>
        </p:nvSpPr>
        <p:spPr>
          <a:xfrm>
            <a:off x="9886950" y="381000"/>
            <a:ext cx="1714500" cy="285750"/>
          </a:xfrm>
          <a:prstGeom prst="roundRect">
            <a:avLst>
              <a:gd name="adj" fmla="val 40000"/>
            </a:avLst>
          </a:prstGeom>
          <a:solidFill>
            <a:srgbClr val="016B78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Rank 12/55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21EB3CC-F81F-4B5B-84DA-C8BB6AF9F08A}"/>
              </a:ext>
            </a:extLst>
          </p:cNvPr>
          <p:cNvSpPr>
            <a:spLocks noGrp="1"/>
          </p:cNvSpPr>
          <p:nvPr/>
        </p:nvSpPr>
        <p:spPr>
          <a:xfrm>
            <a:off x="552450" y="1200150"/>
            <a:ext cx="4000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1" i="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pPr>
            <a:r>
              <a:rPr sz="1275" b="1" i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Highlighted asked questions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376E8824-4D95-4CAA-B2F0-BCCAEF834285}"/>
              </a:ext>
            </a:extLst>
          </p:cNvPr>
          <p:cNvSpPr>
            <a:spLocks noGrp="1"/>
          </p:cNvSpPr>
          <p:nvPr/>
        </p:nvSpPr>
        <p:spPr>
          <a:xfrm>
            <a:off x="552450" y="1562100"/>
            <a:ext cx="11087100" cy="1066800"/>
          </a:xfrm>
          <a:prstGeom prst="roundRect">
            <a:avLst>
              <a:gd name="adj" fmla="val 7143"/>
            </a:avLst>
          </a:prstGeom>
          <a:solidFill>
            <a:srgbClr val="FFF8D6"/>
          </a:solidFill>
          <a:ln w="9525">
            <a:solidFill>
              <a:srgbClr val="F2DF9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1DECF5D-03F7-4467-8271-AE8F393FA280}"/>
              </a:ext>
            </a:extLst>
          </p:cNvPr>
          <p:cNvSpPr>
            <a:spLocks noGrp="1"/>
          </p:cNvSpPr>
          <p:nvPr/>
        </p:nvSpPr>
        <p:spPr>
          <a:xfrm>
            <a:off x="552450" y="1562100"/>
            <a:ext cx="76200" cy="1066800"/>
          </a:xfrm>
          <a:prstGeom prst="rect">
            <a:avLst/>
          </a:prstGeom>
          <a:solidFill>
            <a:srgbClr val="F6C343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29C2F97A-3DF5-4E4F-AF1F-CF595CB8639C}"/>
              </a:ext>
            </a:extLst>
          </p:cNvPr>
          <p:cNvSpPr>
            <a:spLocks noGrp="1"/>
          </p:cNvSpPr>
          <p:nvPr/>
        </p:nvSpPr>
        <p:spPr>
          <a:xfrm>
            <a:off x="762000" y="1733550"/>
            <a:ext cx="990600" cy="285750"/>
          </a:xfrm>
          <a:prstGeom prst="roundRect">
            <a:avLst>
              <a:gd name="adj" fmla="val 40000"/>
            </a:avLst>
          </a:prstGeom>
          <a:solidFill>
            <a:srgbClr val="02809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MAR 2023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0F9511C9-383A-4ED7-8E82-7085DD0FCA35}"/>
              </a:ext>
            </a:extLst>
          </p:cNvPr>
          <p:cNvSpPr>
            <a:spLocks noGrp="1"/>
          </p:cNvSpPr>
          <p:nvPr/>
        </p:nvSpPr>
        <p:spPr>
          <a:xfrm>
            <a:off x="1885950" y="1733550"/>
            <a:ext cx="1219200" cy="285750"/>
          </a:xfrm>
          <a:prstGeom prst="roundRect">
            <a:avLst>
              <a:gd name="adj" fmla="val 40000"/>
            </a:avLst>
          </a:prstGeom>
          <a:solidFill>
            <a:srgbClr val="2563A8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Short Answers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D3D3F482-03FF-4190-BC10-03ADB07299E4}"/>
              </a:ext>
            </a:extLst>
          </p:cNvPr>
          <p:cNvSpPr>
            <a:spLocks noGrp="1"/>
          </p:cNvSpPr>
          <p:nvPr/>
        </p:nvSpPr>
        <p:spPr>
          <a:xfrm>
            <a:off x="3238500" y="1733550"/>
            <a:ext cx="514350" cy="285750"/>
          </a:xfrm>
          <a:prstGeom prst="roundRect">
            <a:avLst>
              <a:gd name="adj" fmla="val 40000"/>
            </a:avLst>
          </a:prstGeom>
          <a:solidFill>
            <a:srgbClr val="7C6A0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Q1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60CADFD-9E36-419F-9CB4-1A7BFB04BB3D}"/>
              </a:ext>
            </a:extLst>
          </p:cNvPr>
          <p:cNvSpPr>
            <a:spLocks noGrp="1"/>
          </p:cNvSpPr>
          <p:nvPr/>
        </p:nvSpPr>
        <p:spPr>
          <a:xfrm>
            <a:off x="10763250" y="1733550"/>
            <a:ext cx="666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pPr>
            <a:r>
              <a: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5 of 7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94BD7FF-AFD0-4BCF-AA5F-0AE213CA8EB0}"/>
              </a:ext>
            </a:extLst>
          </p:cNvPr>
          <p:cNvSpPr>
            <a:spLocks noGrp="1"/>
          </p:cNvSpPr>
          <p:nvPr/>
        </p:nvSpPr>
        <p:spPr>
          <a:xfrm>
            <a:off x="762000" y="2114550"/>
            <a:ext cx="106489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 i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rPr sz="1200" b="0" i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Caissons's Disease.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66C1B623-4B03-48AC-975F-0ACFEBB7D8D1}"/>
              </a:ext>
            </a:extLst>
          </p:cNvPr>
          <p:cNvSpPr>
            <a:spLocks noGrp="1"/>
          </p:cNvSpPr>
          <p:nvPr/>
        </p:nvSpPr>
        <p:spPr>
          <a:xfrm>
            <a:off x="552450" y="2800350"/>
            <a:ext cx="11087100" cy="1066800"/>
          </a:xfrm>
          <a:prstGeom prst="roundRect">
            <a:avLst>
              <a:gd name="adj" fmla="val 7143"/>
            </a:avLst>
          </a:prstGeom>
          <a:solidFill>
            <a:srgbClr val="FFF8D6"/>
          </a:solidFill>
          <a:ln w="9525">
            <a:solidFill>
              <a:srgbClr val="F2DF9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30CFE76-66E8-4C25-B5FB-34E48D6E242E}"/>
              </a:ext>
            </a:extLst>
          </p:cNvPr>
          <p:cNvSpPr>
            <a:spLocks noGrp="1"/>
          </p:cNvSpPr>
          <p:nvPr/>
        </p:nvSpPr>
        <p:spPr>
          <a:xfrm>
            <a:off x="552450" y="2800350"/>
            <a:ext cx="76200" cy="1066800"/>
          </a:xfrm>
          <a:prstGeom prst="rect">
            <a:avLst/>
          </a:prstGeom>
          <a:solidFill>
            <a:srgbClr val="F6C343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0DCCBA0F-6E87-43D3-9014-61783769876A}"/>
              </a:ext>
            </a:extLst>
          </p:cNvPr>
          <p:cNvSpPr>
            <a:spLocks noGrp="1"/>
          </p:cNvSpPr>
          <p:nvPr/>
        </p:nvSpPr>
        <p:spPr>
          <a:xfrm>
            <a:off x="762000" y="2971800"/>
            <a:ext cx="990600" cy="285750"/>
          </a:xfrm>
          <a:prstGeom prst="roundRect">
            <a:avLst>
              <a:gd name="adj" fmla="val 40000"/>
            </a:avLst>
          </a:prstGeom>
          <a:solidFill>
            <a:srgbClr val="02809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MAR 2025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5298BB7A-EAB5-4E28-917D-6CED3F7964DD}"/>
              </a:ext>
            </a:extLst>
          </p:cNvPr>
          <p:cNvSpPr>
            <a:spLocks noGrp="1"/>
          </p:cNvSpPr>
          <p:nvPr/>
        </p:nvSpPr>
        <p:spPr>
          <a:xfrm>
            <a:off x="1885950" y="2971800"/>
            <a:ext cx="1219200" cy="285750"/>
          </a:xfrm>
          <a:prstGeom prst="roundRect">
            <a:avLst>
              <a:gd name="adj" fmla="val 40000"/>
            </a:avLst>
          </a:prstGeom>
          <a:solidFill>
            <a:srgbClr val="02809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Write Notes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A8FA5AAF-A1A0-4DDC-A012-E379A2DFC5E4}"/>
              </a:ext>
            </a:extLst>
          </p:cNvPr>
          <p:cNvSpPr>
            <a:spLocks noGrp="1"/>
          </p:cNvSpPr>
          <p:nvPr/>
        </p:nvSpPr>
        <p:spPr>
          <a:xfrm>
            <a:off x="3238500" y="2971800"/>
            <a:ext cx="514350" cy="285750"/>
          </a:xfrm>
          <a:prstGeom prst="roundRect">
            <a:avLst>
              <a:gd name="adj" fmla="val 40000"/>
            </a:avLst>
          </a:prstGeom>
          <a:solidFill>
            <a:srgbClr val="7C6A0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Q8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14A5D88-95E2-406C-8FE2-ED22F7866B19}"/>
              </a:ext>
            </a:extLst>
          </p:cNvPr>
          <p:cNvSpPr>
            <a:spLocks noGrp="1"/>
          </p:cNvSpPr>
          <p:nvPr/>
        </p:nvSpPr>
        <p:spPr>
          <a:xfrm>
            <a:off x="10763250" y="2971800"/>
            <a:ext cx="666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pPr>
            <a:r>
              <a: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6 of 7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1403D13-BD5A-4DBA-9BE3-FD09F2FF8C30}"/>
              </a:ext>
            </a:extLst>
          </p:cNvPr>
          <p:cNvSpPr>
            <a:spLocks noGrp="1"/>
          </p:cNvSpPr>
          <p:nvPr/>
        </p:nvSpPr>
        <p:spPr>
          <a:xfrm>
            <a:off x="762000" y="3352800"/>
            <a:ext cx="106489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 i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rPr sz="1200" b="0" i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Agaricus and Carboveg in Raynaud's diseases.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D49E9119-3820-409A-9830-1454468D27A5}"/>
              </a:ext>
            </a:extLst>
          </p:cNvPr>
          <p:cNvSpPr>
            <a:spLocks noGrp="1"/>
          </p:cNvSpPr>
          <p:nvPr/>
        </p:nvSpPr>
        <p:spPr>
          <a:xfrm>
            <a:off x="552450" y="4038600"/>
            <a:ext cx="11087100" cy="1066800"/>
          </a:xfrm>
          <a:prstGeom prst="roundRect">
            <a:avLst>
              <a:gd name="adj" fmla="val 7143"/>
            </a:avLst>
          </a:prstGeom>
          <a:solidFill>
            <a:srgbClr val="FFF8D6"/>
          </a:solidFill>
          <a:ln w="9525">
            <a:solidFill>
              <a:srgbClr val="F2DF9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8ACA74B-B9D4-4DA1-8FE1-19A522F9C321}"/>
              </a:ext>
            </a:extLst>
          </p:cNvPr>
          <p:cNvSpPr>
            <a:spLocks noGrp="1"/>
          </p:cNvSpPr>
          <p:nvPr/>
        </p:nvSpPr>
        <p:spPr>
          <a:xfrm>
            <a:off x="552450" y="4038600"/>
            <a:ext cx="76200" cy="1066800"/>
          </a:xfrm>
          <a:prstGeom prst="rect">
            <a:avLst/>
          </a:prstGeom>
          <a:solidFill>
            <a:srgbClr val="F6C343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84497AF3-120C-45C6-BEE3-975C0FE5222B}"/>
              </a:ext>
            </a:extLst>
          </p:cNvPr>
          <p:cNvSpPr>
            <a:spLocks noGrp="1"/>
          </p:cNvSpPr>
          <p:nvPr/>
        </p:nvSpPr>
        <p:spPr>
          <a:xfrm>
            <a:off x="762000" y="4210050"/>
            <a:ext cx="990600" cy="285750"/>
          </a:xfrm>
          <a:prstGeom prst="roundRect">
            <a:avLst>
              <a:gd name="adj" fmla="val 40000"/>
            </a:avLst>
          </a:prstGeom>
          <a:solidFill>
            <a:srgbClr val="02809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AUG 2025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2D4143D4-ADC8-402C-AF29-8A83F96FC66C}"/>
              </a:ext>
            </a:extLst>
          </p:cNvPr>
          <p:cNvSpPr>
            <a:spLocks noGrp="1"/>
          </p:cNvSpPr>
          <p:nvPr/>
        </p:nvSpPr>
        <p:spPr>
          <a:xfrm>
            <a:off x="1885950" y="4210050"/>
            <a:ext cx="1219200" cy="285750"/>
          </a:xfrm>
          <a:prstGeom prst="roundRect">
            <a:avLst>
              <a:gd name="adj" fmla="val 40000"/>
            </a:avLst>
          </a:prstGeom>
          <a:solidFill>
            <a:srgbClr val="2563A8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Short Answers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E9305CAA-6738-482D-A491-D7EB72DD94D2}"/>
              </a:ext>
            </a:extLst>
          </p:cNvPr>
          <p:cNvSpPr>
            <a:spLocks noGrp="1"/>
          </p:cNvSpPr>
          <p:nvPr/>
        </p:nvSpPr>
        <p:spPr>
          <a:xfrm>
            <a:off x="3238500" y="4210050"/>
            <a:ext cx="514350" cy="285750"/>
          </a:xfrm>
          <a:prstGeom prst="roundRect">
            <a:avLst>
              <a:gd name="adj" fmla="val 40000"/>
            </a:avLst>
          </a:prstGeom>
          <a:solidFill>
            <a:srgbClr val="7C6A0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Q10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98920808-3B97-445F-ACC5-C9C28CEA0989}"/>
              </a:ext>
            </a:extLst>
          </p:cNvPr>
          <p:cNvSpPr>
            <a:spLocks noGrp="1"/>
          </p:cNvSpPr>
          <p:nvPr/>
        </p:nvSpPr>
        <p:spPr>
          <a:xfrm>
            <a:off x="10763250" y="4210050"/>
            <a:ext cx="666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pPr>
            <a:r>
              <a: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7 of 7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75352BCA-E42F-4F38-A4AD-15FCD3987664}"/>
              </a:ext>
            </a:extLst>
          </p:cNvPr>
          <p:cNvSpPr>
            <a:spLocks noGrp="1"/>
          </p:cNvSpPr>
          <p:nvPr/>
        </p:nvSpPr>
        <p:spPr>
          <a:xfrm>
            <a:off x="762000" y="4591050"/>
            <a:ext cx="106489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 i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rPr sz="1200" b="0" i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Frost bite.</a:t>
            </a:r>
          </a:p>
        </p:txBody>
      </p:sp>
    </p:spTree>
    <p:extLst>
      <p:ext uri="{BB962C8B-B14F-4D97-AF65-F5344CB8AC3E}">
        <p14:creationId xmlns:p14="http://schemas.microsoft.com/office/powerpoint/2010/main" val="144903960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 35">
            <a:extLst>
              <a:ext uri="{FF2B5EF4-FFF2-40B4-BE49-F238E27FC236}">
                <a16:creationId xmlns:a16="http://schemas.microsoft.com/office/drawing/2014/main" id="{592B63D8-C279-4CC9-B259-D274F2AC450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066800"/>
          </a:xfrm>
          <a:prstGeom prst="rect">
            <a:avLst/>
          </a:prstGeom>
          <a:solidFill>
            <a:srgbClr val="028090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3C83EEA5-DD9D-4866-8E8E-FC8A5DF333F1}"/>
              </a:ext>
            </a:extLst>
          </p:cNvPr>
          <p:cNvSpPr>
            <a:spLocks noGrp="1"/>
          </p:cNvSpPr>
          <p:nvPr/>
        </p:nvSpPr>
        <p:spPr>
          <a:xfrm>
            <a:off x="457200" y="285750"/>
            <a:ext cx="533400" cy="533400"/>
          </a:xfrm>
          <a:prstGeom prst="ellipse">
            <a:avLst/>
          </a:prstGeom>
          <a:solidFill>
            <a:srgbClr val="00A896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D819C53-D0AB-403D-9234-E9B24F747491}"/>
              </a:ext>
            </a:extLst>
          </p:cNvPr>
          <p:cNvSpPr>
            <a:spLocks noGrp="1"/>
          </p:cNvSpPr>
          <p:nvPr/>
        </p:nvSpPr>
        <p:spPr>
          <a:xfrm>
            <a:off x="457200" y="381000"/>
            <a:ext cx="5334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57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7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13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DC76069-D851-4977-89C0-54892B9FD1A0}"/>
              </a:ext>
            </a:extLst>
          </p:cNvPr>
          <p:cNvSpPr>
            <a:spLocks noGrp="1"/>
          </p:cNvSpPr>
          <p:nvPr/>
        </p:nvSpPr>
        <p:spPr>
          <a:xfrm>
            <a:off x="1219200" y="209550"/>
            <a:ext cx="8382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400" b="1" i="0">
                <a:solidFill>
                  <a:srgbClr val="FFFFFF"/>
                </a:solidFill>
                <a:latin typeface="Cambria"/>
                <a:ea typeface="Cambria"/>
                <a:cs typeface="Cambria"/>
              </a:defRPr>
            </a:pPr>
            <a:r>
              <a:rPr sz="2400" b="1" i="0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Rest pain and vascular signs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C14FD22-8915-438F-947E-98ACD80BBA6A}"/>
              </a:ext>
            </a:extLst>
          </p:cNvPr>
          <p:cNvSpPr>
            <a:spLocks noGrp="1"/>
          </p:cNvSpPr>
          <p:nvPr/>
        </p:nvSpPr>
        <p:spPr>
          <a:xfrm>
            <a:off x="1219200" y="666750"/>
            <a:ext cx="8382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125" b="0" i="1">
                <a:solidFill>
                  <a:srgbClr val="E6F5F3"/>
                </a:solidFill>
                <a:latin typeface="Calibri"/>
                <a:ea typeface="Calibri"/>
                <a:cs typeface="Calibri"/>
              </a:defRPr>
            </a:pPr>
            <a:r>
              <a:rPr sz="1125" b="0" i="1">
                <a:solidFill>
                  <a:srgbClr val="E6F5F3"/>
                </a:solidFill>
                <a:latin typeface="Calibri"/>
                <a:ea typeface="Calibri"/>
                <a:cs typeface="Calibri"/>
              </a:rPr>
              <a:t>7 times asked | 0 Write Notes | 7 Short Answers | part 1 of 2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A340DE0C-5141-4BE1-90C5-A374A9D90256}"/>
              </a:ext>
            </a:extLst>
          </p:cNvPr>
          <p:cNvSpPr>
            <a:spLocks noGrp="1"/>
          </p:cNvSpPr>
          <p:nvPr/>
        </p:nvSpPr>
        <p:spPr>
          <a:xfrm>
            <a:off x="9886950" y="381000"/>
            <a:ext cx="1714500" cy="285750"/>
          </a:xfrm>
          <a:prstGeom prst="roundRect">
            <a:avLst>
              <a:gd name="adj" fmla="val 40000"/>
            </a:avLst>
          </a:prstGeom>
          <a:solidFill>
            <a:srgbClr val="016B78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Rank 13/55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41A0735-060F-4424-B08E-20B57134DADF}"/>
              </a:ext>
            </a:extLst>
          </p:cNvPr>
          <p:cNvSpPr>
            <a:spLocks noGrp="1"/>
          </p:cNvSpPr>
          <p:nvPr/>
        </p:nvSpPr>
        <p:spPr>
          <a:xfrm>
            <a:off x="552450" y="1200150"/>
            <a:ext cx="4000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1" i="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pPr>
            <a:r>
              <a:rPr sz="1275" b="1" i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Highlighted asked questions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B00B2F14-F5C5-4472-8EEC-7BC50440A89B}"/>
              </a:ext>
            </a:extLst>
          </p:cNvPr>
          <p:cNvSpPr>
            <a:spLocks noGrp="1"/>
          </p:cNvSpPr>
          <p:nvPr/>
        </p:nvSpPr>
        <p:spPr>
          <a:xfrm>
            <a:off x="552450" y="1562100"/>
            <a:ext cx="11087100" cy="1066800"/>
          </a:xfrm>
          <a:prstGeom prst="roundRect">
            <a:avLst>
              <a:gd name="adj" fmla="val 7143"/>
            </a:avLst>
          </a:prstGeom>
          <a:solidFill>
            <a:srgbClr val="FFF8D6"/>
          </a:solidFill>
          <a:ln w="9525">
            <a:solidFill>
              <a:srgbClr val="F2DF9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C46850F-A2C7-4D3A-8FCC-9AAF0CC768EA}"/>
              </a:ext>
            </a:extLst>
          </p:cNvPr>
          <p:cNvSpPr>
            <a:spLocks noGrp="1"/>
          </p:cNvSpPr>
          <p:nvPr/>
        </p:nvSpPr>
        <p:spPr>
          <a:xfrm>
            <a:off x="552450" y="1562100"/>
            <a:ext cx="76200" cy="1066800"/>
          </a:xfrm>
          <a:prstGeom prst="rect">
            <a:avLst/>
          </a:prstGeom>
          <a:solidFill>
            <a:srgbClr val="F6C343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AF906D86-5D40-4E05-BBDF-C685CB60C1B1}"/>
              </a:ext>
            </a:extLst>
          </p:cNvPr>
          <p:cNvSpPr>
            <a:spLocks noGrp="1"/>
          </p:cNvSpPr>
          <p:nvPr/>
        </p:nvSpPr>
        <p:spPr>
          <a:xfrm>
            <a:off x="762000" y="1733550"/>
            <a:ext cx="990600" cy="285750"/>
          </a:xfrm>
          <a:prstGeom prst="roundRect">
            <a:avLst>
              <a:gd name="adj" fmla="val 40000"/>
            </a:avLst>
          </a:prstGeom>
          <a:solidFill>
            <a:srgbClr val="02809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MAR 2021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88FDB58-646A-490F-8F9D-EBDD4CC2BC0E}"/>
              </a:ext>
            </a:extLst>
          </p:cNvPr>
          <p:cNvSpPr>
            <a:spLocks noGrp="1"/>
          </p:cNvSpPr>
          <p:nvPr/>
        </p:nvSpPr>
        <p:spPr>
          <a:xfrm>
            <a:off x="1885950" y="1733550"/>
            <a:ext cx="1219200" cy="285750"/>
          </a:xfrm>
          <a:prstGeom prst="roundRect">
            <a:avLst>
              <a:gd name="adj" fmla="val 40000"/>
            </a:avLst>
          </a:prstGeom>
          <a:solidFill>
            <a:srgbClr val="2563A8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Short Answers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B0281780-DC06-49A9-875D-AD15230B9E95}"/>
              </a:ext>
            </a:extLst>
          </p:cNvPr>
          <p:cNvSpPr>
            <a:spLocks noGrp="1"/>
          </p:cNvSpPr>
          <p:nvPr/>
        </p:nvSpPr>
        <p:spPr>
          <a:xfrm>
            <a:off x="3238500" y="1733550"/>
            <a:ext cx="514350" cy="285750"/>
          </a:xfrm>
          <a:prstGeom prst="roundRect">
            <a:avLst>
              <a:gd name="adj" fmla="val 40000"/>
            </a:avLst>
          </a:prstGeom>
          <a:solidFill>
            <a:srgbClr val="7C6A0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Q3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416D097-6A6D-4636-A855-86D7D7D6F7F1}"/>
              </a:ext>
            </a:extLst>
          </p:cNvPr>
          <p:cNvSpPr>
            <a:spLocks noGrp="1"/>
          </p:cNvSpPr>
          <p:nvPr/>
        </p:nvSpPr>
        <p:spPr>
          <a:xfrm>
            <a:off x="10763250" y="1733550"/>
            <a:ext cx="666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pPr>
            <a:r>
              <a: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1 of 7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B568AEA-3CF3-46C6-A743-2A0474939B20}"/>
              </a:ext>
            </a:extLst>
          </p:cNvPr>
          <p:cNvSpPr>
            <a:spLocks noGrp="1"/>
          </p:cNvSpPr>
          <p:nvPr/>
        </p:nvSpPr>
        <p:spPr>
          <a:xfrm>
            <a:off x="762000" y="2114550"/>
            <a:ext cx="106489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 i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rPr sz="1200" b="0" i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Rest pain.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3EF5500B-EA3B-4025-BEBC-7056CEBD736B}"/>
              </a:ext>
            </a:extLst>
          </p:cNvPr>
          <p:cNvSpPr>
            <a:spLocks noGrp="1"/>
          </p:cNvSpPr>
          <p:nvPr/>
        </p:nvSpPr>
        <p:spPr>
          <a:xfrm>
            <a:off x="552450" y="2800350"/>
            <a:ext cx="11087100" cy="1066800"/>
          </a:xfrm>
          <a:prstGeom prst="roundRect">
            <a:avLst>
              <a:gd name="adj" fmla="val 7143"/>
            </a:avLst>
          </a:prstGeom>
          <a:solidFill>
            <a:srgbClr val="FFF8D6"/>
          </a:solidFill>
          <a:ln w="9525">
            <a:solidFill>
              <a:srgbClr val="F2DF9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AB1CCD7-1D2A-4EA6-8FCE-DDAD338B3711}"/>
              </a:ext>
            </a:extLst>
          </p:cNvPr>
          <p:cNvSpPr>
            <a:spLocks noGrp="1"/>
          </p:cNvSpPr>
          <p:nvPr/>
        </p:nvSpPr>
        <p:spPr>
          <a:xfrm>
            <a:off x="552450" y="2800350"/>
            <a:ext cx="76200" cy="1066800"/>
          </a:xfrm>
          <a:prstGeom prst="rect">
            <a:avLst/>
          </a:prstGeom>
          <a:solidFill>
            <a:srgbClr val="F6C343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49DDF847-17DB-47B6-9F0A-C3E90D4E05B5}"/>
              </a:ext>
            </a:extLst>
          </p:cNvPr>
          <p:cNvSpPr>
            <a:spLocks noGrp="1"/>
          </p:cNvSpPr>
          <p:nvPr/>
        </p:nvSpPr>
        <p:spPr>
          <a:xfrm>
            <a:off x="762000" y="2971800"/>
            <a:ext cx="990600" cy="285750"/>
          </a:xfrm>
          <a:prstGeom prst="roundRect">
            <a:avLst>
              <a:gd name="adj" fmla="val 40000"/>
            </a:avLst>
          </a:prstGeom>
          <a:solidFill>
            <a:srgbClr val="02809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MAY 2022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47F6015F-0E9B-46FB-A7BC-3D638966AECD}"/>
              </a:ext>
            </a:extLst>
          </p:cNvPr>
          <p:cNvSpPr>
            <a:spLocks noGrp="1"/>
          </p:cNvSpPr>
          <p:nvPr/>
        </p:nvSpPr>
        <p:spPr>
          <a:xfrm>
            <a:off x="1885950" y="2971800"/>
            <a:ext cx="1219200" cy="285750"/>
          </a:xfrm>
          <a:prstGeom prst="roundRect">
            <a:avLst>
              <a:gd name="adj" fmla="val 40000"/>
            </a:avLst>
          </a:prstGeom>
          <a:solidFill>
            <a:srgbClr val="2563A8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Short Answers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17D82260-E2FF-40A2-9374-3F4448385C4C}"/>
              </a:ext>
            </a:extLst>
          </p:cNvPr>
          <p:cNvSpPr>
            <a:spLocks noGrp="1"/>
          </p:cNvSpPr>
          <p:nvPr/>
        </p:nvSpPr>
        <p:spPr>
          <a:xfrm>
            <a:off x="3238500" y="2971800"/>
            <a:ext cx="514350" cy="285750"/>
          </a:xfrm>
          <a:prstGeom prst="roundRect">
            <a:avLst>
              <a:gd name="adj" fmla="val 40000"/>
            </a:avLst>
          </a:prstGeom>
          <a:solidFill>
            <a:srgbClr val="7C6A0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Q3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85B34CE-F32D-4C90-B3F1-AC23AEF20F74}"/>
              </a:ext>
            </a:extLst>
          </p:cNvPr>
          <p:cNvSpPr>
            <a:spLocks noGrp="1"/>
          </p:cNvSpPr>
          <p:nvPr/>
        </p:nvSpPr>
        <p:spPr>
          <a:xfrm>
            <a:off x="10763250" y="2971800"/>
            <a:ext cx="666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pPr>
            <a:r>
              <a: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2 of 7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B7C2A3B-5105-4E56-8D2A-0CFDC3BD7557}"/>
              </a:ext>
            </a:extLst>
          </p:cNvPr>
          <p:cNvSpPr>
            <a:spLocks noGrp="1"/>
          </p:cNvSpPr>
          <p:nvPr/>
        </p:nvSpPr>
        <p:spPr>
          <a:xfrm>
            <a:off x="762000" y="3352800"/>
            <a:ext cx="106489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 i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rPr sz="1200" b="0" i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Rest pain.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13768CE5-B749-4E66-90C7-4EA034E33446}"/>
              </a:ext>
            </a:extLst>
          </p:cNvPr>
          <p:cNvSpPr>
            <a:spLocks noGrp="1"/>
          </p:cNvSpPr>
          <p:nvPr/>
        </p:nvSpPr>
        <p:spPr>
          <a:xfrm>
            <a:off x="552450" y="4038600"/>
            <a:ext cx="11087100" cy="1066800"/>
          </a:xfrm>
          <a:prstGeom prst="roundRect">
            <a:avLst>
              <a:gd name="adj" fmla="val 7143"/>
            </a:avLst>
          </a:prstGeom>
          <a:solidFill>
            <a:srgbClr val="FFF8D6"/>
          </a:solidFill>
          <a:ln w="9525">
            <a:solidFill>
              <a:srgbClr val="F2DF9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04A4897-E085-43FC-85DB-3C9A97B4381D}"/>
              </a:ext>
            </a:extLst>
          </p:cNvPr>
          <p:cNvSpPr>
            <a:spLocks noGrp="1"/>
          </p:cNvSpPr>
          <p:nvPr/>
        </p:nvSpPr>
        <p:spPr>
          <a:xfrm>
            <a:off x="552450" y="4038600"/>
            <a:ext cx="76200" cy="1066800"/>
          </a:xfrm>
          <a:prstGeom prst="rect">
            <a:avLst/>
          </a:prstGeom>
          <a:solidFill>
            <a:srgbClr val="F6C343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A184111B-27B6-4832-B09F-2AEE1EC83890}"/>
              </a:ext>
            </a:extLst>
          </p:cNvPr>
          <p:cNvSpPr>
            <a:spLocks noGrp="1"/>
          </p:cNvSpPr>
          <p:nvPr/>
        </p:nvSpPr>
        <p:spPr>
          <a:xfrm>
            <a:off x="762000" y="4210050"/>
            <a:ext cx="990600" cy="285750"/>
          </a:xfrm>
          <a:prstGeom prst="roundRect">
            <a:avLst>
              <a:gd name="adj" fmla="val 40000"/>
            </a:avLst>
          </a:prstGeom>
          <a:solidFill>
            <a:srgbClr val="02809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MAR 2023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A503DC0B-E211-4411-98EB-0CAAD28253BB}"/>
              </a:ext>
            </a:extLst>
          </p:cNvPr>
          <p:cNvSpPr>
            <a:spLocks noGrp="1"/>
          </p:cNvSpPr>
          <p:nvPr/>
        </p:nvSpPr>
        <p:spPr>
          <a:xfrm>
            <a:off x="1885950" y="4210050"/>
            <a:ext cx="1219200" cy="285750"/>
          </a:xfrm>
          <a:prstGeom prst="roundRect">
            <a:avLst>
              <a:gd name="adj" fmla="val 40000"/>
            </a:avLst>
          </a:prstGeom>
          <a:solidFill>
            <a:srgbClr val="2563A8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Short Answers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CC4E6D2F-B700-46CE-803D-446C0212B5ED}"/>
              </a:ext>
            </a:extLst>
          </p:cNvPr>
          <p:cNvSpPr>
            <a:spLocks noGrp="1"/>
          </p:cNvSpPr>
          <p:nvPr/>
        </p:nvSpPr>
        <p:spPr>
          <a:xfrm>
            <a:off x="3238500" y="4210050"/>
            <a:ext cx="514350" cy="285750"/>
          </a:xfrm>
          <a:prstGeom prst="roundRect">
            <a:avLst>
              <a:gd name="adj" fmla="val 40000"/>
            </a:avLst>
          </a:prstGeom>
          <a:solidFill>
            <a:srgbClr val="7C6A0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Q3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B7DBFE7-A0B3-4269-B614-5C74129D9EEB}"/>
              </a:ext>
            </a:extLst>
          </p:cNvPr>
          <p:cNvSpPr>
            <a:spLocks noGrp="1"/>
          </p:cNvSpPr>
          <p:nvPr/>
        </p:nvSpPr>
        <p:spPr>
          <a:xfrm>
            <a:off x="10763250" y="4210050"/>
            <a:ext cx="666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pPr>
            <a:r>
              <a: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3 of 7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AA62BD65-A9AD-441A-82D6-B6699CEC128E}"/>
              </a:ext>
            </a:extLst>
          </p:cNvPr>
          <p:cNvSpPr>
            <a:spLocks noGrp="1"/>
          </p:cNvSpPr>
          <p:nvPr/>
        </p:nvSpPr>
        <p:spPr>
          <a:xfrm>
            <a:off x="762000" y="4591050"/>
            <a:ext cx="106489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 i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rPr sz="1200" b="0" i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Rest pain.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FBFD87A4-7EF3-49AD-8EE0-856DB7F62A7E}"/>
              </a:ext>
            </a:extLst>
          </p:cNvPr>
          <p:cNvSpPr>
            <a:spLocks noGrp="1"/>
          </p:cNvSpPr>
          <p:nvPr/>
        </p:nvSpPr>
        <p:spPr>
          <a:xfrm>
            <a:off x="552450" y="5276850"/>
            <a:ext cx="11087100" cy="1066800"/>
          </a:xfrm>
          <a:prstGeom prst="roundRect">
            <a:avLst>
              <a:gd name="adj" fmla="val 7143"/>
            </a:avLst>
          </a:prstGeom>
          <a:solidFill>
            <a:srgbClr val="FFF8D6"/>
          </a:solidFill>
          <a:ln w="9525">
            <a:solidFill>
              <a:srgbClr val="F2DF9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27139F86-D2F6-4253-A901-BDF833C374D5}"/>
              </a:ext>
            </a:extLst>
          </p:cNvPr>
          <p:cNvSpPr>
            <a:spLocks noGrp="1"/>
          </p:cNvSpPr>
          <p:nvPr/>
        </p:nvSpPr>
        <p:spPr>
          <a:xfrm>
            <a:off x="552450" y="5276850"/>
            <a:ext cx="76200" cy="1066800"/>
          </a:xfrm>
          <a:prstGeom prst="rect">
            <a:avLst/>
          </a:prstGeom>
          <a:solidFill>
            <a:srgbClr val="F6C343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43DDDFF4-44D7-45B4-B37B-0E67B3C01ABB}"/>
              </a:ext>
            </a:extLst>
          </p:cNvPr>
          <p:cNvSpPr>
            <a:spLocks noGrp="1"/>
          </p:cNvSpPr>
          <p:nvPr/>
        </p:nvSpPr>
        <p:spPr>
          <a:xfrm>
            <a:off x="762000" y="5448300"/>
            <a:ext cx="990600" cy="285750"/>
          </a:xfrm>
          <a:prstGeom prst="roundRect">
            <a:avLst>
              <a:gd name="adj" fmla="val 40000"/>
            </a:avLst>
          </a:prstGeom>
          <a:solidFill>
            <a:srgbClr val="02809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AUG 2024</a:t>
            </a: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AEDDAA6B-BFAF-473D-9414-E10199DB36DF}"/>
              </a:ext>
            </a:extLst>
          </p:cNvPr>
          <p:cNvSpPr>
            <a:spLocks noGrp="1"/>
          </p:cNvSpPr>
          <p:nvPr/>
        </p:nvSpPr>
        <p:spPr>
          <a:xfrm>
            <a:off x="1885950" y="5448300"/>
            <a:ext cx="1219200" cy="285750"/>
          </a:xfrm>
          <a:prstGeom prst="roundRect">
            <a:avLst>
              <a:gd name="adj" fmla="val 40000"/>
            </a:avLst>
          </a:prstGeom>
          <a:solidFill>
            <a:srgbClr val="2563A8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Short Answers</a:t>
            </a: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C5FC9A47-2752-4D9D-BB68-B01B98B4A910}"/>
              </a:ext>
            </a:extLst>
          </p:cNvPr>
          <p:cNvSpPr>
            <a:spLocks noGrp="1"/>
          </p:cNvSpPr>
          <p:nvPr/>
        </p:nvSpPr>
        <p:spPr>
          <a:xfrm>
            <a:off x="3238500" y="5448300"/>
            <a:ext cx="514350" cy="285750"/>
          </a:xfrm>
          <a:prstGeom prst="roundRect">
            <a:avLst>
              <a:gd name="adj" fmla="val 40000"/>
            </a:avLst>
          </a:prstGeom>
          <a:solidFill>
            <a:srgbClr val="7C6A0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Q3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BE4381FB-4F62-4921-A536-E60313266CC6}"/>
              </a:ext>
            </a:extLst>
          </p:cNvPr>
          <p:cNvSpPr>
            <a:spLocks noGrp="1"/>
          </p:cNvSpPr>
          <p:nvPr/>
        </p:nvSpPr>
        <p:spPr>
          <a:xfrm>
            <a:off x="10763250" y="5448300"/>
            <a:ext cx="666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pPr>
            <a:r>
              <a: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4 of 7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9458F7C3-D920-4DF8-9A05-7AB901A60A23}"/>
              </a:ext>
            </a:extLst>
          </p:cNvPr>
          <p:cNvSpPr>
            <a:spLocks noGrp="1"/>
          </p:cNvSpPr>
          <p:nvPr/>
        </p:nvSpPr>
        <p:spPr>
          <a:xfrm>
            <a:off x="762000" y="5829300"/>
            <a:ext cx="106489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 i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rPr sz="1200" b="0" i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Rest pain.</a:t>
            </a:r>
          </a:p>
        </p:txBody>
      </p:sp>
    </p:spTree>
    <p:extLst>
      <p:ext uri="{BB962C8B-B14F-4D97-AF65-F5344CB8AC3E}">
        <p14:creationId xmlns:p14="http://schemas.microsoft.com/office/powerpoint/2010/main" val="55071658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>
            <a:extLst>
              <a:ext uri="{FF2B5EF4-FFF2-40B4-BE49-F238E27FC236}">
                <a16:creationId xmlns:a16="http://schemas.microsoft.com/office/drawing/2014/main" id="{B4210B70-9235-4D40-9C3C-3471D72FF93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066800"/>
          </a:xfrm>
          <a:prstGeom prst="rect">
            <a:avLst/>
          </a:prstGeom>
          <a:solidFill>
            <a:srgbClr val="028090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CC811289-DD47-4666-8F53-89FF62E52F96}"/>
              </a:ext>
            </a:extLst>
          </p:cNvPr>
          <p:cNvSpPr>
            <a:spLocks noGrp="1"/>
          </p:cNvSpPr>
          <p:nvPr/>
        </p:nvSpPr>
        <p:spPr>
          <a:xfrm>
            <a:off x="457200" y="285750"/>
            <a:ext cx="533400" cy="533400"/>
          </a:xfrm>
          <a:prstGeom prst="ellipse">
            <a:avLst/>
          </a:prstGeom>
          <a:solidFill>
            <a:srgbClr val="00A896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4F65DAE-B290-485C-839E-FF33D9CD8CDB}"/>
              </a:ext>
            </a:extLst>
          </p:cNvPr>
          <p:cNvSpPr>
            <a:spLocks noGrp="1"/>
          </p:cNvSpPr>
          <p:nvPr/>
        </p:nvSpPr>
        <p:spPr>
          <a:xfrm>
            <a:off x="457200" y="381000"/>
            <a:ext cx="5334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57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7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13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4D6D483-83C0-452A-BB35-010775AC3C5D}"/>
              </a:ext>
            </a:extLst>
          </p:cNvPr>
          <p:cNvSpPr>
            <a:spLocks noGrp="1"/>
          </p:cNvSpPr>
          <p:nvPr/>
        </p:nvSpPr>
        <p:spPr>
          <a:xfrm>
            <a:off x="1219200" y="209550"/>
            <a:ext cx="8382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400" b="1" i="0">
                <a:solidFill>
                  <a:srgbClr val="FFFFFF"/>
                </a:solidFill>
                <a:latin typeface="Cambria"/>
                <a:ea typeface="Cambria"/>
                <a:cs typeface="Cambria"/>
              </a:defRPr>
            </a:pPr>
            <a:r>
              <a:rPr sz="2400" b="1" i="0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Rest pain and vascular signs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A6B812E-364C-45D2-AAF6-BB01E04669A0}"/>
              </a:ext>
            </a:extLst>
          </p:cNvPr>
          <p:cNvSpPr>
            <a:spLocks noGrp="1"/>
          </p:cNvSpPr>
          <p:nvPr/>
        </p:nvSpPr>
        <p:spPr>
          <a:xfrm>
            <a:off x="1219200" y="666750"/>
            <a:ext cx="8382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125" b="0" i="1">
                <a:solidFill>
                  <a:srgbClr val="E6F5F3"/>
                </a:solidFill>
                <a:latin typeface="Calibri"/>
                <a:ea typeface="Calibri"/>
                <a:cs typeface="Calibri"/>
              </a:defRPr>
            </a:pPr>
            <a:r>
              <a:rPr sz="1125" b="0" i="1">
                <a:solidFill>
                  <a:srgbClr val="E6F5F3"/>
                </a:solidFill>
                <a:latin typeface="Calibri"/>
                <a:ea typeface="Calibri"/>
                <a:cs typeface="Calibri"/>
              </a:rPr>
              <a:t>7 times asked | 0 Write Notes | 7 Short Answers | part 2 of 2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7A5BF2C2-6C1A-413D-9D26-CFEFCC5BC9D7}"/>
              </a:ext>
            </a:extLst>
          </p:cNvPr>
          <p:cNvSpPr>
            <a:spLocks noGrp="1"/>
          </p:cNvSpPr>
          <p:nvPr/>
        </p:nvSpPr>
        <p:spPr>
          <a:xfrm>
            <a:off x="9886950" y="381000"/>
            <a:ext cx="1714500" cy="285750"/>
          </a:xfrm>
          <a:prstGeom prst="roundRect">
            <a:avLst>
              <a:gd name="adj" fmla="val 40000"/>
            </a:avLst>
          </a:prstGeom>
          <a:solidFill>
            <a:srgbClr val="016B78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Rank 13/55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96F6BCC-0AA7-4E9D-B71E-936F402A3978}"/>
              </a:ext>
            </a:extLst>
          </p:cNvPr>
          <p:cNvSpPr>
            <a:spLocks noGrp="1"/>
          </p:cNvSpPr>
          <p:nvPr/>
        </p:nvSpPr>
        <p:spPr>
          <a:xfrm>
            <a:off x="552450" y="1200150"/>
            <a:ext cx="4000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1" i="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pPr>
            <a:r>
              <a:rPr sz="1275" b="1" i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Highlighted asked questions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D8C23948-FE44-4F56-A4AE-CDB865155E96}"/>
              </a:ext>
            </a:extLst>
          </p:cNvPr>
          <p:cNvSpPr>
            <a:spLocks noGrp="1"/>
          </p:cNvSpPr>
          <p:nvPr/>
        </p:nvSpPr>
        <p:spPr>
          <a:xfrm>
            <a:off x="552450" y="1562100"/>
            <a:ext cx="11087100" cy="1066800"/>
          </a:xfrm>
          <a:prstGeom prst="roundRect">
            <a:avLst>
              <a:gd name="adj" fmla="val 7143"/>
            </a:avLst>
          </a:prstGeom>
          <a:solidFill>
            <a:srgbClr val="FFF8D6"/>
          </a:solidFill>
          <a:ln w="9525">
            <a:solidFill>
              <a:srgbClr val="F2DF9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7399D25-EB95-4F96-89BA-5D4BA6967D09}"/>
              </a:ext>
            </a:extLst>
          </p:cNvPr>
          <p:cNvSpPr>
            <a:spLocks noGrp="1"/>
          </p:cNvSpPr>
          <p:nvPr/>
        </p:nvSpPr>
        <p:spPr>
          <a:xfrm>
            <a:off x="552450" y="1562100"/>
            <a:ext cx="76200" cy="1066800"/>
          </a:xfrm>
          <a:prstGeom prst="rect">
            <a:avLst/>
          </a:prstGeom>
          <a:solidFill>
            <a:srgbClr val="F6C343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B1790E18-02A7-45EC-A4F1-1D1E6A26CDAF}"/>
              </a:ext>
            </a:extLst>
          </p:cNvPr>
          <p:cNvSpPr>
            <a:spLocks noGrp="1"/>
          </p:cNvSpPr>
          <p:nvPr/>
        </p:nvSpPr>
        <p:spPr>
          <a:xfrm>
            <a:off x="762000" y="1733550"/>
            <a:ext cx="990600" cy="285750"/>
          </a:xfrm>
          <a:prstGeom prst="roundRect">
            <a:avLst>
              <a:gd name="adj" fmla="val 40000"/>
            </a:avLst>
          </a:prstGeom>
          <a:solidFill>
            <a:srgbClr val="02809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AUG 2024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E3032E37-C3FE-4A92-A090-5C8E10C2E894}"/>
              </a:ext>
            </a:extLst>
          </p:cNvPr>
          <p:cNvSpPr>
            <a:spLocks noGrp="1"/>
          </p:cNvSpPr>
          <p:nvPr/>
        </p:nvSpPr>
        <p:spPr>
          <a:xfrm>
            <a:off x="1885950" y="1733550"/>
            <a:ext cx="1219200" cy="285750"/>
          </a:xfrm>
          <a:prstGeom prst="roundRect">
            <a:avLst>
              <a:gd name="adj" fmla="val 40000"/>
            </a:avLst>
          </a:prstGeom>
          <a:solidFill>
            <a:srgbClr val="2563A8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Short Answers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EC8659A8-297B-4BE9-ABC9-28D9DE1612F5}"/>
              </a:ext>
            </a:extLst>
          </p:cNvPr>
          <p:cNvSpPr>
            <a:spLocks noGrp="1"/>
          </p:cNvSpPr>
          <p:nvPr/>
        </p:nvSpPr>
        <p:spPr>
          <a:xfrm>
            <a:off x="3238500" y="1733550"/>
            <a:ext cx="514350" cy="285750"/>
          </a:xfrm>
          <a:prstGeom prst="roundRect">
            <a:avLst>
              <a:gd name="adj" fmla="val 40000"/>
            </a:avLst>
          </a:prstGeom>
          <a:solidFill>
            <a:srgbClr val="7C6A0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Q5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4C59F92-C50A-4330-8D4C-F94BF2047EE0}"/>
              </a:ext>
            </a:extLst>
          </p:cNvPr>
          <p:cNvSpPr>
            <a:spLocks noGrp="1"/>
          </p:cNvSpPr>
          <p:nvPr/>
        </p:nvSpPr>
        <p:spPr>
          <a:xfrm>
            <a:off x="10763250" y="1733550"/>
            <a:ext cx="666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pPr>
            <a:r>
              <a: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5 of 7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E7E8EC8-A9D8-44DE-A45B-B61F7373CE16}"/>
              </a:ext>
            </a:extLst>
          </p:cNvPr>
          <p:cNvSpPr>
            <a:spLocks noGrp="1"/>
          </p:cNvSpPr>
          <p:nvPr/>
        </p:nvSpPr>
        <p:spPr>
          <a:xfrm>
            <a:off x="762000" y="2114550"/>
            <a:ext cx="106489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 i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rPr sz="1200" b="0" i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Indications for Cervical sympathectomy.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E1E54E5C-1C4A-4B45-A193-7EC6FB6BB582}"/>
              </a:ext>
            </a:extLst>
          </p:cNvPr>
          <p:cNvSpPr>
            <a:spLocks noGrp="1"/>
          </p:cNvSpPr>
          <p:nvPr/>
        </p:nvSpPr>
        <p:spPr>
          <a:xfrm>
            <a:off x="552450" y="2800350"/>
            <a:ext cx="11087100" cy="1066800"/>
          </a:xfrm>
          <a:prstGeom prst="roundRect">
            <a:avLst>
              <a:gd name="adj" fmla="val 7143"/>
            </a:avLst>
          </a:prstGeom>
          <a:solidFill>
            <a:srgbClr val="FFF8D6"/>
          </a:solidFill>
          <a:ln w="9525">
            <a:solidFill>
              <a:srgbClr val="F2DF9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1CB115E-DBA2-4E79-A1D5-82B127E2C657}"/>
              </a:ext>
            </a:extLst>
          </p:cNvPr>
          <p:cNvSpPr>
            <a:spLocks noGrp="1"/>
          </p:cNvSpPr>
          <p:nvPr/>
        </p:nvSpPr>
        <p:spPr>
          <a:xfrm>
            <a:off x="552450" y="2800350"/>
            <a:ext cx="76200" cy="1066800"/>
          </a:xfrm>
          <a:prstGeom prst="rect">
            <a:avLst/>
          </a:prstGeom>
          <a:solidFill>
            <a:srgbClr val="F6C343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4AF96AA-7D0A-4E10-BFC2-D8CE0ACD0404}"/>
              </a:ext>
            </a:extLst>
          </p:cNvPr>
          <p:cNvSpPr>
            <a:spLocks noGrp="1"/>
          </p:cNvSpPr>
          <p:nvPr/>
        </p:nvSpPr>
        <p:spPr>
          <a:xfrm>
            <a:off x="762000" y="2971800"/>
            <a:ext cx="990600" cy="285750"/>
          </a:xfrm>
          <a:prstGeom prst="roundRect">
            <a:avLst>
              <a:gd name="adj" fmla="val 40000"/>
            </a:avLst>
          </a:prstGeom>
          <a:solidFill>
            <a:srgbClr val="02809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MAR 2025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91BBB49B-B130-4F86-B7F1-95097E4995EB}"/>
              </a:ext>
            </a:extLst>
          </p:cNvPr>
          <p:cNvSpPr>
            <a:spLocks noGrp="1"/>
          </p:cNvSpPr>
          <p:nvPr/>
        </p:nvSpPr>
        <p:spPr>
          <a:xfrm>
            <a:off x="1885950" y="2971800"/>
            <a:ext cx="1219200" cy="285750"/>
          </a:xfrm>
          <a:prstGeom prst="roundRect">
            <a:avLst>
              <a:gd name="adj" fmla="val 40000"/>
            </a:avLst>
          </a:prstGeom>
          <a:solidFill>
            <a:srgbClr val="2563A8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Short Answers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8C196DD9-3DED-4858-A121-08D6F8DD92BE}"/>
              </a:ext>
            </a:extLst>
          </p:cNvPr>
          <p:cNvSpPr>
            <a:spLocks noGrp="1"/>
          </p:cNvSpPr>
          <p:nvPr/>
        </p:nvSpPr>
        <p:spPr>
          <a:xfrm>
            <a:off x="3238500" y="2971800"/>
            <a:ext cx="514350" cy="285750"/>
          </a:xfrm>
          <a:prstGeom prst="roundRect">
            <a:avLst>
              <a:gd name="adj" fmla="val 40000"/>
            </a:avLst>
          </a:prstGeom>
          <a:solidFill>
            <a:srgbClr val="7C6A0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Q5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94935CB-C799-4A47-A035-3FFC62E34DEB}"/>
              </a:ext>
            </a:extLst>
          </p:cNvPr>
          <p:cNvSpPr>
            <a:spLocks noGrp="1"/>
          </p:cNvSpPr>
          <p:nvPr/>
        </p:nvSpPr>
        <p:spPr>
          <a:xfrm>
            <a:off x="10763250" y="2971800"/>
            <a:ext cx="666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pPr>
            <a:r>
              <a: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6 of 7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81660B1-85A8-4E3C-8779-933FA7AFA855}"/>
              </a:ext>
            </a:extLst>
          </p:cNvPr>
          <p:cNvSpPr>
            <a:spLocks noGrp="1"/>
          </p:cNvSpPr>
          <p:nvPr/>
        </p:nvSpPr>
        <p:spPr>
          <a:xfrm>
            <a:off x="762000" y="3352800"/>
            <a:ext cx="106489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 i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rPr sz="1200" b="0" i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Saphena varix.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95FDE867-2478-426A-A0CF-81AFD57FD988}"/>
              </a:ext>
            </a:extLst>
          </p:cNvPr>
          <p:cNvSpPr>
            <a:spLocks noGrp="1"/>
          </p:cNvSpPr>
          <p:nvPr/>
        </p:nvSpPr>
        <p:spPr>
          <a:xfrm>
            <a:off x="552450" y="4038600"/>
            <a:ext cx="11087100" cy="1066800"/>
          </a:xfrm>
          <a:prstGeom prst="roundRect">
            <a:avLst>
              <a:gd name="adj" fmla="val 7143"/>
            </a:avLst>
          </a:prstGeom>
          <a:solidFill>
            <a:srgbClr val="FFF8D6"/>
          </a:solidFill>
          <a:ln w="9525">
            <a:solidFill>
              <a:srgbClr val="F2DF9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6F2FBF5-2631-4F36-B457-94AF17F76B9B}"/>
              </a:ext>
            </a:extLst>
          </p:cNvPr>
          <p:cNvSpPr>
            <a:spLocks noGrp="1"/>
          </p:cNvSpPr>
          <p:nvPr/>
        </p:nvSpPr>
        <p:spPr>
          <a:xfrm>
            <a:off x="552450" y="4038600"/>
            <a:ext cx="76200" cy="1066800"/>
          </a:xfrm>
          <a:prstGeom prst="rect">
            <a:avLst/>
          </a:prstGeom>
          <a:solidFill>
            <a:srgbClr val="F6C343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7FE06DC9-FF7E-486C-8D6C-722083ADC7BE}"/>
              </a:ext>
            </a:extLst>
          </p:cNvPr>
          <p:cNvSpPr>
            <a:spLocks noGrp="1"/>
          </p:cNvSpPr>
          <p:nvPr/>
        </p:nvSpPr>
        <p:spPr>
          <a:xfrm>
            <a:off x="762000" y="4210050"/>
            <a:ext cx="990600" cy="285750"/>
          </a:xfrm>
          <a:prstGeom prst="roundRect">
            <a:avLst>
              <a:gd name="adj" fmla="val 40000"/>
            </a:avLst>
          </a:prstGeom>
          <a:solidFill>
            <a:srgbClr val="02809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OCT 2025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103E2133-8B34-4B06-A32C-1BB661998C2E}"/>
              </a:ext>
            </a:extLst>
          </p:cNvPr>
          <p:cNvSpPr>
            <a:spLocks noGrp="1"/>
          </p:cNvSpPr>
          <p:nvPr/>
        </p:nvSpPr>
        <p:spPr>
          <a:xfrm>
            <a:off x="1885950" y="4210050"/>
            <a:ext cx="1219200" cy="285750"/>
          </a:xfrm>
          <a:prstGeom prst="roundRect">
            <a:avLst>
              <a:gd name="adj" fmla="val 40000"/>
            </a:avLst>
          </a:prstGeom>
          <a:solidFill>
            <a:srgbClr val="2563A8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Short Answers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0237A3B8-D604-493F-9370-3574CE418B65}"/>
              </a:ext>
            </a:extLst>
          </p:cNvPr>
          <p:cNvSpPr>
            <a:spLocks noGrp="1"/>
          </p:cNvSpPr>
          <p:nvPr/>
        </p:nvSpPr>
        <p:spPr>
          <a:xfrm>
            <a:off x="3238500" y="4210050"/>
            <a:ext cx="514350" cy="285750"/>
          </a:xfrm>
          <a:prstGeom prst="roundRect">
            <a:avLst>
              <a:gd name="adj" fmla="val 40000"/>
            </a:avLst>
          </a:prstGeom>
          <a:solidFill>
            <a:srgbClr val="7C6A0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Q7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EC908B3-3DF9-4E05-8A35-02D939A5396D}"/>
              </a:ext>
            </a:extLst>
          </p:cNvPr>
          <p:cNvSpPr>
            <a:spLocks noGrp="1"/>
          </p:cNvSpPr>
          <p:nvPr/>
        </p:nvSpPr>
        <p:spPr>
          <a:xfrm>
            <a:off x="10763250" y="4210050"/>
            <a:ext cx="666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pPr>
            <a:r>
              <a: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7 of 7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E1E388D2-49EB-46E9-A32B-6796856979A5}"/>
              </a:ext>
            </a:extLst>
          </p:cNvPr>
          <p:cNvSpPr>
            <a:spLocks noGrp="1"/>
          </p:cNvSpPr>
          <p:nvPr/>
        </p:nvSpPr>
        <p:spPr>
          <a:xfrm>
            <a:off x="762000" y="4591050"/>
            <a:ext cx="106489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 i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rPr sz="1200" b="0" i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Rest pain.</a:t>
            </a:r>
          </a:p>
        </p:txBody>
      </p:sp>
    </p:spTree>
    <p:extLst>
      <p:ext uri="{BB962C8B-B14F-4D97-AF65-F5344CB8AC3E}">
        <p14:creationId xmlns:p14="http://schemas.microsoft.com/office/powerpoint/2010/main" val="39723769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 35">
            <a:extLst>
              <a:ext uri="{FF2B5EF4-FFF2-40B4-BE49-F238E27FC236}">
                <a16:creationId xmlns:a16="http://schemas.microsoft.com/office/drawing/2014/main" id="{EBAC9E41-A946-4713-BC07-0858B1EAF40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066800"/>
          </a:xfrm>
          <a:prstGeom prst="rect">
            <a:avLst/>
          </a:prstGeom>
          <a:solidFill>
            <a:srgbClr val="028090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D0BD385F-723F-47D5-B836-DDA82D25AFC1}"/>
              </a:ext>
            </a:extLst>
          </p:cNvPr>
          <p:cNvSpPr>
            <a:spLocks noGrp="1"/>
          </p:cNvSpPr>
          <p:nvPr/>
        </p:nvSpPr>
        <p:spPr>
          <a:xfrm>
            <a:off x="457200" y="285750"/>
            <a:ext cx="533400" cy="533400"/>
          </a:xfrm>
          <a:prstGeom prst="ellipse">
            <a:avLst/>
          </a:prstGeom>
          <a:solidFill>
            <a:srgbClr val="00A896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4A67C08-E692-4417-A1CE-2796F8340707}"/>
              </a:ext>
            </a:extLst>
          </p:cNvPr>
          <p:cNvSpPr>
            <a:spLocks noGrp="1"/>
          </p:cNvSpPr>
          <p:nvPr/>
        </p:nvSpPr>
        <p:spPr>
          <a:xfrm>
            <a:off x="457200" y="381000"/>
            <a:ext cx="5334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57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7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14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F865F44-B249-45B9-B675-ACBB6668E88C}"/>
              </a:ext>
            </a:extLst>
          </p:cNvPr>
          <p:cNvSpPr>
            <a:spLocks noGrp="1"/>
          </p:cNvSpPr>
          <p:nvPr/>
        </p:nvSpPr>
        <p:spPr>
          <a:xfrm>
            <a:off x="1219200" y="209550"/>
            <a:ext cx="8382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400" b="1" i="0">
                <a:solidFill>
                  <a:srgbClr val="FFFFFF"/>
                </a:solidFill>
                <a:latin typeface="Cambria"/>
                <a:ea typeface="Cambria"/>
                <a:cs typeface="Cambria"/>
              </a:defRPr>
            </a:pPr>
            <a:r>
              <a:rPr sz="2400" b="1" i="0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Spina bifida and congenital disorders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06C356A-B1F6-4781-ABE6-E102EB296441}"/>
              </a:ext>
            </a:extLst>
          </p:cNvPr>
          <p:cNvSpPr>
            <a:spLocks noGrp="1"/>
          </p:cNvSpPr>
          <p:nvPr/>
        </p:nvSpPr>
        <p:spPr>
          <a:xfrm>
            <a:off x="1219200" y="666750"/>
            <a:ext cx="8382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125" b="0" i="1">
                <a:solidFill>
                  <a:srgbClr val="E6F5F3"/>
                </a:solidFill>
                <a:latin typeface="Calibri"/>
                <a:ea typeface="Calibri"/>
                <a:cs typeface="Calibri"/>
              </a:defRPr>
            </a:pPr>
            <a:r>
              <a:rPr sz="1125" b="0" i="1">
                <a:solidFill>
                  <a:srgbClr val="E6F5F3"/>
                </a:solidFill>
                <a:latin typeface="Calibri"/>
                <a:ea typeface="Calibri"/>
                <a:cs typeface="Calibri"/>
              </a:rPr>
              <a:t>7 times asked | 2 Write Notes | 5 Short Answers | part 1 of 2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789B9E8F-9268-4423-A898-C1C71722F65F}"/>
              </a:ext>
            </a:extLst>
          </p:cNvPr>
          <p:cNvSpPr>
            <a:spLocks noGrp="1"/>
          </p:cNvSpPr>
          <p:nvPr/>
        </p:nvSpPr>
        <p:spPr>
          <a:xfrm>
            <a:off x="9886950" y="381000"/>
            <a:ext cx="1714500" cy="285750"/>
          </a:xfrm>
          <a:prstGeom prst="roundRect">
            <a:avLst>
              <a:gd name="adj" fmla="val 40000"/>
            </a:avLst>
          </a:prstGeom>
          <a:solidFill>
            <a:srgbClr val="016B78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Rank 14/55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543F0FC-0D72-462E-B30D-3198F1ACADA6}"/>
              </a:ext>
            </a:extLst>
          </p:cNvPr>
          <p:cNvSpPr>
            <a:spLocks noGrp="1"/>
          </p:cNvSpPr>
          <p:nvPr/>
        </p:nvSpPr>
        <p:spPr>
          <a:xfrm>
            <a:off x="552450" y="1200150"/>
            <a:ext cx="4000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1" i="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pPr>
            <a:r>
              <a:rPr sz="1275" b="1" i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Highlighted asked questions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2C92F0AC-CDCF-4907-BDE5-923102C259D1}"/>
              </a:ext>
            </a:extLst>
          </p:cNvPr>
          <p:cNvSpPr>
            <a:spLocks noGrp="1"/>
          </p:cNvSpPr>
          <p:nvPr/>
        </p:nvSpPr>
        <p:spPr>
          <a:xfrm>
            <a:off x="552450" y="1562100"/>
            <a:ext cx="11087100" cy="1066800"/>
          </a:xfrm>
          <a:prstGeom prst="roundRect">
            <a:avLst>
              <a:gd name="adj" fmla="val 7143"/>
            </a:avLst>
          </a:prstGeom>
          <a:solidFill>
            <a:srgbClr val="FFF8D6"/>
          </a:solidFill>
          <a:ln w="9525">
            <a:solidFill>
              <a:srgbClr val="F2DF9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0C1CA7A-3F64-44A9-82AC-5E5531C05043}"/>
              </a:ext>
            </a:extLst>
          </p:cNvPr>
          <p:cNvSpPr>
            <a:spLocks noGrp="1"/>
          </p:cNvSpPr>
          <p:nvPr/>
        </p:nvSpPr>
        <p:spPr>
          <a:xfrm>
            <a:off x="552450" y="1562100"/>
            <a:ext cx="76200" cy="1066800"/>
          </a:xfrm>
          <a:prstGeom prst="rect">
            <a:avLst/>
          </a:prstGeom>
          <a:solidFill>
            <a:srgbClr val="F6C343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EB3527B2-C2EE-40D9-8161-DDC070CFB5F6}"/>
              </a:ext>
            </a:extLst>
          </p:cNvPr>
          <p:cNvSpPr>
            <a:spLocks noGrp="1"/>
          </p:cNvSpPr>
          <p:nvPr/>
        </p:nvSpPr>
        <p:spPr>
          <a:xfrm>
            <a:off x="762000" y="1733550"/>
            <a:ext cx="990600" cy="285750"/>
          </a:xfrm>
          <a:prstGeom prst="roundRect">
            <a:avLst>
              <a:gd name="adj" fmla="val 40000"/>
            </a:avLst>
          </a:prstGeom>
          <a:solidFill>
            <a:srgbClr val="02809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MAY 2022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E11E50C4-F152-423B-9903-BB9F71C9A1F1}"/>
              </a:ext>
            </a:extLst>
          </p:cNvPr>
          <p:cNvSpPr>
            <a:spLocks noGrp="1"/>
          </p:cNvSpPr>
          <p:nvPr/>
        </p:nvSpPr>
        <p:spPr>
          <a:xfrm>
            <a:off x="1885950" y="1733550"/>
            <a:ext cx="1219200" cy="285750"/>
          </a:xfrm>
          <a:prstGeom prst="roundRect">
            <a:avLst>
              <a:gd name="adj" fmla="val 40000"/>
            </a:avLst>
          </a:prstGeom>
          <a:solidFill>
            <a:srgbClr val="02809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Write Notes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F5C384A-1814-42BF-8EC5-BADFCEFB853E}"/>
              </a:ext>
            </a:extLst>
          </p:cNvPr>
          <p:cNvSpPr>
            <a:spLocks noGrp="1"/>
          </p:cNvSpPr>
          <p:nvPr/>
        </p:nvSpPr>
        <p:spPr>
          <a:xfrm>
            <a:off x="3238500" y="1733550"/>
            <a:ext cx="514350" cy="285750"/>
          </a:xfrm>
          <a:prstGeom prst="roundRect">
            <a:avLst>
              <a:gd name="adj" fmla="val 40000"/>
            </a:avLst>
          </a:prstGeom>
          <a:solidFill>
            <a:srgbClr val="7C6A0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Q8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2C17EE3-C0FB-4A6E-95E4-419DE1537045}"/>
              </a:ext>
            </a:extLst>
          </p:cNvPr>
          <p:cNvSpPr>
            <a:spLocks noGrp="1"/>
          </p:cNvSpPr>
          <p:nvPr/>
        </p:nvSpPr>
        <p:spPr>
          <a:xfrm>
            <a:off x="10763250" y="1733550"/>
            <a:ext cx="666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pPr>
            <a:r>
              <a: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1 of 7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BD30F78-8ED2-4C17-8309-F1991B206C65}"/>
              </a:ext>
            </a:extLst>
          </p:cNvPr>
          <p:cNvSpPr>
            <a:spLocks noGrp="1"/>
          </p:cNvSpPr>
          <p:nvPr/>
        </p:nvSpPr>
        <p:spPr>
          <a:xfrm>
            <a:off x="762000" y="2114550"/>
            <a:ext cx="106489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 i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rPr sz="1200" b="0" i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Spina Bifida.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486DA1E4-D358-4E23-A22B-B3E52AB67FA7}"/>
              </a:ext>
            </a:extLst>
          </p:cNvPr>
          <p:cNvSpPr>
            <a:spLocks noGrp="1"/>
          </p:cNvSpPr>
          <p:nvPr/>
        </p:nvSpPr>
        <p:spPr>
          <a:xfrm>
            <a:off x="552450" y="2800350"/>
            <a:ext cx="11087100" cy="1066800"/>
          </a:xfrm>
          <a:prstGeom prst="roundRect">
            <a:avLst>
              <a:gd name="adj" fmla="val 7143"/>
            </a:avLst>
          </a:prstGeom>
          <a:solidFill>
            <a:srgbClr val="FFF8D6"/>
          </a:solidFill>
          <a:ln w="9525">
            <a:solidFill>
              <a:srgbClr val="F2DF9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A13E7E8-9FB9-4000-ADF5-54DC012A44E4}"/>
              </a:ext>
            </a:extLst>
          </p:cNvPr>
          <p:cNvSpPr>
            <a:spLocks noGrp="1"/>
          </p:cNvSpPr>
          <p:nvPr/>
        </p:nvSpPr>
        <p:spPr>
          <a:xfrm>
            <a:off x="552450" y="2800350"/>
            <a:ext cx="76200" cy="1066800"/>
          </a:xfrm>
          <a:prstGeom prst="rect">
            <a:avLst/>
          </a:prstGeom>
          <a:solidFill>
            <a:srgbClr val="F6C343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BCC3DE35-2B20-43E4-861E-F399E51679BF}"/>
              </a:ext>
            </a:extLst>
          </p:cNvPr>
          <p:cNvSpPr>
            <a:spLocks noGrp="1"/>
          </p:cNvSpPr>
          <p:nvPr/>
        </p:nvSpPr>
        <p:spPr>
          <a:xfrm>
            <a:off x="762000" y="2971800"/>
            <a:ext cx="990600" cy="285750"/>
          </a:xfrm>
          <a:prstGeom prst="roundRect">
            <a:avLst>
              <a:gd name="adj" fmla="val 40000"/>
            </a:avLst>
          </a:prstGeom>
          <a:solidFill>
            <a:srgbClr val="02809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MAR 2023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72E1BA12-8147-4E8C-9612-F829123C100E}"/>
              </a:ext>
            </a:extLst>
          </p:cNvPr>
          <p:cNvSpPr>
            <a:spLocks noGrp="1"/>
          </p:cNvSpPr>
          <p:nvPr/>
        </p:nvSpPr>
        <p:spPr>
          <a:xfrm>
            <a:off x="1885950" y="2971800"/>
            <a:ext cx="1219200" cy="285750"/>
          </a:xfrm>
          <a:prstGeom prst="roundRect">
            <a:avLst>
              <a:gd name="adj" fmla="val 40000"/>
            </a:avLst>
          </a:prstGeom>
          <a:solidFill>
            <a:srgbClr val="2563A8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Short Answers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11C9DC2E-3782-46F5-A836-FB3059383948}"/>
              </a:ext>
            </a:extLst>
          </p:cNvPr>
          <p:cNvSpPr>
            <a:spLocks noGrp="1"/>
          </p:cNvSpPr>
          <p:nvPr/>
        </p:nvSpPr>
        <p:spPr>
          <a:xfrm>
            <a:off x="3238500" y="2971800"/>
            <a:ext cx="514350" cy="285750"/>
          </a:xfrm>
          <a:prstGeom prst="roundRect">
            <a:avLst>
              <a:gd name="adj" fmla="val 40000"/>
            </a:avLst>
          </a:prstGeom>
          <a:solidFill>
            <a:srgbClr val="7C6A0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Q6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C86173D-E1C3-46A1-ACDC-D596350B5766}"/>
              </a:ext>
            </a:extLst>
          </p:cNvPr>
          <p:cNvSpPr>
            <a:spLocks noGrp="1"/>
          </p:cNvSpPr>
          <p:nvPr/>
        </p:nvSpPr>
        <p:spPr>
          <a:xfrm>
            <a:off x="10763250" y="2971800"/>
            <a:ext cx="666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pPr>
            <a:r>
              <a: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2 of 7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A61E4D9-4F06-460A-B8D5-7C6FD1E910F9}"/>
              </a:ext>
            </a:extLst>
          </p:cNvPr>
          <p:cNvSpPr>
            <a:spLocks noGrp="1"/>
          </p:cNvSpPr>
          <p:nvPr/>
        </p:nvSpPr>
        <p:spPr>
          <a:xfrm>
            <a:off x="762000" y="3352800"/>
            <a:ext cx="106489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 i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rPr sz="1200" b="0" i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Spina bifida.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725FB454-9FDB-46DF-A982-5567BE7BD2C5}"/>
              </a:ext>
            </a:extLst>
          </p:cNvPr>
          <p:cNvSpPr>
            <a:spLocks noGrp="1"/>
          </p:cNvSpPr>
          <p:nvPr/>
        </p:nvSpPr>
        <p:spPr>
          <a:xfrm>
            <a:off x="552450" y="4038600"/>
            <a:ext cx="11087100" cy="1066800"/>
          </a:xfrm>
          <a:prstGeom prst="roundRect">
            <a:avLst>
              <a:gd name="adj" fmla="val 7143"/>
            </a:avLst>
          </a:prstGeom>
          <a:solidFill>
            <a:srgbClr val="FFF8D6"/>
          </a:solidFill>
          <a:ln w="9525">
            <a:solidFill>
              <a:srgbClr val="F2DF9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48533FE-FCCF-45E2-9A5A-A7CC9DA0F26C}"/>
              </a:ext>
            </a:extLst>
          </p:cNvPr>
          <p:cNvSpPr>
            <a:spLocks noGrp="1"/>
          </p:cNvSpPr>
          <p:nvPr/>
        </p:nvSpPr>
        <p:spPr>
          <a:xfrm>
            <a:off x="552450" y="4038600"/>
            <a:ext cx="76200" cy="1066800"/>
          </a:xfrm>
          <a:prstGeom prst="rect">
            <a:avLst/>
          </a:prstGeom>
          <a:solidFill>
            <a:srgbClr val="F6C343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C5E13CA8-2081-4142-BC57-0FE0BCAD00BA}"/>
              </a:ext>
            </a:extLst>
          </p:cNvPr>
          <p:cNvSpPr>
            <a:spLocks noGrp="1"/>
          </p:cNvSpPr>
          <p:nvPr/>
        </p:nvSpPr>
        <p:spPr>
          <a:xfrm>
            <a:off x="762000" y="4210050"/>
            <a:ext cx="990600" cy="285750"/>
          </a:xfrm>
          <a:prstGeom prst="roundRect">
            <a:avLst>
              <a:gd name="adj" fmla="val 40000"/>
            </a:avLst>
          </a:prstGeom>
          <a:solidFill>
            <a:srgbClr val="02809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MAR 2025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A05D1C01-CFEE-449F-BD4E-86BE16833AB4}"/>
              </a:ext>
            </a:extLst>
          </p:cNvPr>
          <p:cNvSpPr>
            <a:spLocks noGrp="1"/>
          </p:cNvSpPr>
          <p:nvPr/>
        </p:nvSpPr>
        <p:spPr>
          <a:xfrm>
            <a:off x="1885950" y="4210050"/>
            <a:ext cx="1219200" cy="285750"/>
          </a:xfrm>
          <a:prstGeom prst="roundRect">
            <a:avLst>
              <a:gd name="adj" fmla="val 40000"/>
            </a:avLst>
          </a:prstGeom>
          <a:solidFill>
            <a:srgbClr val="2563A8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Short Answers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6B41685B-77F3-4D1C-988A-E220565C662B}"/>
              </a:ext>
            </a:extLst>
          </p:cNvPr>
          <p:cNvSpPr>
            <a:spLocks noGrp="1"/>
          </p:cNvSpPr>
          <p:nvPr/>
        </p:nvSpPr>
        <p:spPr>
          <a:xfrm>
            <a:off x="3238500" y="4210050"/>
            <a:ext cx="514350" cy="285750"/>
          </a:xfrm>
          <a:prstGeom prst="roundRect">
            <a:avLst>
              <a:gd name="adj" fmla="val 40000"/>
            </a:avLst>
          </a:prstGeom>
          <a:solidFill>
            <a:srgbClr val="7C6A0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Q1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098D597-BB1F-4DE1-9F08-DD7A6CBDB9BC}"/>
              </a:ext>
            </a:extLst>
          </p:cNvPr>
          <p:cNvSpPr>
            <a:spLocks noGrp="1"/>
          </p:cNvSpPr>
          <p:nvPr/>
        </p:nvSpPr>
        <p:spPr>
          <a:xfrm>
            <a:off x="10763250" y="4210050"/>
            <a:ext cx="666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pPr>
            <a:r>
              <a: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3 of 7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1C30B9CD-99DC-4A82-AA44-92BA8A78D60C}"/>
              </a:ext>
            </a:extLst>
          </p:cNvPr>
          <p:cNvSpPr>
            <a:spLocks noGrp="1"/>
          </p:cNvSpPr>
          <p:nvPr/>
        </p:nvSpPr>
        <p:spPr>
          <a:xfrm>
            <a:off x="762000" y="4591050"/>
            <a:ext cx="106489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 i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rPr sz="1200" b="0" i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Achondroplasia.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DDBE0EE7-C92E-40EC-92CA-FD1852B2568F}"/>
              </a:ext>
            </a:extLst>
          </p:cNvPr>
          <p:cNvSpPr>
            <a:spLocks noGrp="1"/>
          </p:cNvSpPr>
          <p:nvPr/>
        </p:nvSpPr>
        <p:spPr>
          <a:xfrm>
            <a:off x="552450" y="5276850"/>
            <a:ext cx="11087100" cy="1066800"/>
          </a:xfrm>
          <a:prstGeom prst="roundRect">
            <a:avLst>
              <a:gd name="adj" fmla="val 7143"/>
            </a:avLst>
          </a:prstGeom>
          <a:solidFill>
            <a:srgbClr val="FFF8D6"/>
          </a:solidFill>
          <a:ln w="9525">
            <a:solidFill>
              <a:srgbClr val="F2DF9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20A68AE4-160C-4F2A-A7A7-1A2D83E99723}"/>
              </a:ext>
            </a:extLst>
          </p:cNvPr>
          <p:cNvSpPr>
            <a:spLocks noGrp="1"/>
          </p:cNvSpPr>
          <p:nvPr/>
        </p:nvSpPr>
        <p:spPr>
          <a:xfrm>
            <a:off x="552450" y="5276850"/>
            <a:ext cx="76200" cy="1066800"/>
          </a:xfrm>
          <a:prstGeom prst="rect">
            <a:avLst/>
          </a:prstGeom>
          <a:solidFill>
            <a:srgbClr val="F6C343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CC051706-6EC6-4BC6-9AB4-F4009070ED02}"/>
              </a:ext>
            </a:extLst>
          </p:cNvPr>
          <p:cNvSpPr>
            <a:spLocks noGrp="1"/>
          </p:cNvSpPr>
          <p:nvPr/>
        </p:nvSpPr>
        <p:spPr>
          <a:xfrm>
            <a:off x="762000" y="5448300"/>
            <a:ext cx="990600" cy="285750"/>
          </a:xfrm>
          <a:prstGeom prst="roundRect">
            <a:avLst>
              <a:gd name="adj" fmla="val 40000"/>
            </a:avLst>
          </a:prstGeom>
          <a:solidFill>
            <a:srgbClr val="02809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MAR 2025</a:t>
            </a: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6B883403-DEDB-4502-9FA0-8DC6106BD949}"/>
              </a:ext>
            </a:extLst>
          </p:cNvPr>
          <p:cNvSpPr>
            <a:spLocks noGrp="1"/>
          </p:cNvSpPr>
          <p:nvPr/>
        </p:nvSpPr>
        <p:spPr>
          <a:xfrm>
            <a:off x="1885950" y="5448300"/>
            <a:ext cx="1219200" cy="285750"/>
          </a:xfrm>
          <a:prstGeom prst="roundRect">
            <a:avLst>
              <a:gd name="adj" fmla="val 40000"/>
            </a:avLst>
          </a:prstGeom>
          <a:solidFill>
            <a:srgbClr val="2563A8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Short Answers</a:t>
            </a: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E2823EDA-F974-4559-B530-ACA689094909}"/>
              </a:ext>
            </a:extLst>
          </p:cNvPr>
          <p:cNvSpPr>
            <a:spLocks noGrp="1"/>
          </p:cNvSpPr>
          <p:nvPr/>
        </p:nvSpPr>
        <p:spPr>
          <a:xfrm>
            <a:off x="3238500" y="5448300"/>
            <a:ext cx="514350" cy="285750"/>
          </a:xfrm>
          <a:prstGeom prst="roundRect">
            <a:avLst>
              <a:gd name="adj" fmla="val 40000"/>
            </a:avLst>
          </a:prstGeom>
          <a:solidFill>
            <a:srgbClr val="7C6A0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Q3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E36FD08A-50C6-4E43-89E4-0E55A6692EB9}"/>
              </a:ext>
            </a:extLst>
          </p:cNvPr>
          <p:cNvSpPr>
            <a:spLocks noGrp="1"/>
          </p:cNvSpPr>
          <p:nvPr/>
        </p:nvSpPr>
        <p:spPr>
          <a:xfrm>
            <a:off x="10763250" y="5448300"/>
            <a:ext cx="666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pPr>
            <a:r>
              <a: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4 of 7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DE06B308-7D4F-4DC1-ADFF-24B10D2846A5}"/>
              </a:ext>
            </a:extLst>
          </p:cNvPr>
          <p:cNvSpPr>
            <a:spLocks noGrp="1"/>
          </p:cNvSpPr>
          <p:nvPr/>
        </p:nvSpPr>
        <p:spPr>
          <a:xfrm>
            <a:off x="762000" y="5829300"/>
            <a:ext cx="106489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 i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rPr sz="1200" b="0" i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Ainhum.</a:t>
            </a:r>
          </a:p>
        </p:txBody>
      </p:sp>
    </p:spTree>
    <p:extLst>
      <p:ext uri="{BB962C8B-B14F-4D97-AF65-F5344CB8AC3E}">
        <p14:creationId xmlns:p14="http://schemas.microsoft.com/office/powerpoint/2010/main" val="43774805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>
            <a:extLst>
              <a:ext uri="{FF2B5EF4-FFF2-40B4-BE49-F238E27FC236}">
                <a16:creationId xmlns:a16="http://schemas.microsoft.com/office/drawing/2014/main" id="{42931E73-E735-4469-941A-F87BF976B69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066800"/>
          </a:xfrm>
          <a:prstGeom prst="rect">
            <a:avLst/>
          </a:prstGeom>
          <a:solidFill>
            <a:srgbClr val="028090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9159C5EF-508F-42CD-8603-16D6A7F18BB5}"/>
              </a:ext>
            </a:extLst>
          </p:cNvPr>
          <p:cNvSpPr>
            <a:spLocks noGrp="1"/>
          </p:cNvSpPr>
          <p:nvPr/>
        </p:nvSpPr>
        <p:spPr>
          <a:xfrm>
            <a:off x="457200" y="285750"/>
            <a:ext cx="533400" cy="533400"/>
          </a:xfrm>
          <a:prstGeom prst="ellipse">
            <a:avLst/>
          </a:prstGeom>
          <a:solidFill>
            <a:srgbClr val="00A896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E7C7B3A-46C1-4FDA-9678-C2441467C425}"/>
              </a:ext>
            </a:extLst>
          </p:cNvPr>
          <p:cNvSpPr>
            <a:spLocks noGrp="1"/>
          </p:cNvSpPr>
          <p:nvPr/>
        </p:nvSpPr>
        <p:spPr>
          <a:xfrm>
            <a:off x="457200" y="381000"/>
            <a:ext cx="5334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57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7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14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456AF18-87E1-46BE-9AB9-A88CC6CA6624}"/>
              </a:ext>
            </a:extLst>
          </p:cNvPr>
          <p:cNvSpPr>
            <a:spLocks noGrp="1"/>
          </p:cNvSpPr>
          <p:nvPr/>
        </p:nvSpPr>
        <p:spPr>
          <a:xfrm>
            <a:off x="1219200" y="209550"/>
            <a:ext cx="8382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400" b="1" i="0">
                <a:solidFill>
                  <a:srgbClr val="FFFFFF"/>
                </a:solidFill>
                <a:latin typeface="Cambria"/>
                <a:ea typeface="Cambria"/>
                <a:cs typeface="Cambria"/>
              </a:defRPr>
            </a:pPr>
            <a:r>
              <a:rPr sz="2400" b="1" i="0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Spina bifida and congenital disorders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E307653-49AA-4ED5-B824-4F48D2D97599}"/>
              </a:ext>
            </a:extLst>
          </p:cNvPr>
          <p:cNvSpPr>
            <a:spLocks noGrp="1"/>
          </p:cNvSpPr>
          <p:nvPr/>
        </p:nvSpPr>
        <p:spPr>
          <a:xfrm>
            <a:off x="1219200" y="666750"/>
            <a:ext cx="8382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125" b="0" i="1">
                <a:solidFill>
                  <a:srgbClr val="E6F5F3"/>
                </a:solidFill>
                <a:latin typeface="Calibri"/>
                <a:ea typeface="Calibri"/>
                <a:cs typeface="Calibri"/>
              </a:defRPr>
            </a:pPr>
            <a:r>
              <a:rPr sz="1125" b="0" i="1">
                <a:solidFill>
                  <a:srgbClr val="E6F5F3"/>
                </a:solidFill>
                <a:latin typeface="Calibri"/>
                <a:ea typeface="Calibri"/>
                <a:cs typeface="Calibri"/>
              </a:rPr>
              <a:t>7 times asked | 2 Write Notes | 5 Short Answers | part 2 of 2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66740C17-35EB-4CD8-B22E-25119E7DB9A2}"/>
              </a:ext>
            </a:extLst>
          </p:cNvPr>
          <p:cNvSpPr>
            <a:spLocks noGrp="1"/>
          </p:cNvSpPr>
          <p:nvPr/>
        </p:nvSpPr>
        <p:spPr>
          <a:xfrm>
            <a:off x="9886950" y="381000"/>
            <a:ext cx="1714500" cy="285750"/>
          </a:xfrm>
          <a:prstGeom prst="roundRect">
            <a:avLst>
              <a:gd name="adj" fmla="val 40000"/>
            </a:avLst>
          </a:prstGeom>
          <a:solidFill>
            <a:srgbClr val="016B78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Rank 14/55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0C6B574-36BC-4D99-8924-496EAFDD41BA}"/>
              </a:ext>
            </a:extLst>
          </p:cNvPr>
          <p:cNvSpPr>
            <a:spLocks noGrp="1"/>
          </p:cNvSpPr>
          <p:nvPr/>
        </p:nvSpPr>
        <p:spPr>
          <a:xfrm>
            <a:off x="552450" y="1200150"/>
            <a:ext cx="4000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1" i="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pPr>
            <a:r>
              <a:rPr sz="1275" b="1" i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Highlighted asked questions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C34BF3B3-AA64-4CDE-897E-877D34AB6F0E}"/>
              </a:ext>
            </a:extLst>
          </p:cNvPr>
          <p:cNvSpPr>
            <a:spLocks noGrp="1"/>
          </p:cNvSpPr>
          <p:nvPr/>
        </p:nvSpPr>
        <p:spPr>
          <a:xfrm>
            <a:off x="552450" y="1562100"/>
            <a:ext cx="11087100" cy="1066800"/>
          </a:xfrm>
          <a:prstGeom prst="roundRect">
            <a:avLst>
              <a:gd name="adj" fmla="val 7143"/>
            </a:avLst>
          </a:prstGeom>
          <a:solidFill>
            <a:srgbClr val="FFF8D6"/>
          </a:solidFill>
          <a:ln w="9525">
            <a:solidFill>
              <a:srgbClr val="F2DF9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E4F0C75-C77C-427A-8B96-8520EBCEA317}"/>
              </a:ext>
            </a:extLst>
          </p:cNvPr>
          <p:cNvSpPr>
            <a:spLocks noGrp="1"/>
          </p:cNvSpPr>
          <p:nvPr/>
        </p:nvSpPr>
        <p:spPr>
          <a:xfrm>
            <a:off x="552450" y="1562100"/>
            <a:ext cx="76200" cy="1066800"/>
          </a:xfrm>
          <a:prstGeom prst="rect">
            <a:avLst/>
          </a:prstGeom>
          <a:solidFill>
            <a:srgbClr val="F6C343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C503B62A-8405-4D62-B94F-4642D0B94B96}"/>
              </a:ext>
            </a:extLst>
          </p:cNvPr>
          <p:cNvSpPr>
            <a:spLocks noGrp="1"/>
          </p:cNvSpPr>
          <p:nvPr/>
        </p:nvSpPr>
        <p:spPr>
          <a:xfrm>
            <a:off x="762000" y="1733550"/>
            <a:ext cx="990600" cy="285750"/>
          </a:xfrm>
          <a:prstGeom prst="roundRect">
            <a:avLst>
              <a:gd name="adj" fmla="val 40000"/>
            </a:avLst>
          </a:prstGeom>
          <a:solidFill>
            <a:srgbClr val="02809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MAR 2025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4FD3260C-1ACB-4E43-BA8F-396FF3A341AC}"/>
              </a:ext>
            </a:extLst>
          </p:cNvPr>
          <p:cNvSpPr>
            <a:spLocks noGrp="1"/>
          </p:cNvSpPr>
          <p:nvPr/>
        </p:nvSpPr>
        <p:spPr>
          <a:xfrm>
            <a:off x="1885950" y="1733550"/>
            <a:ext cx="1219200" cy="285750"/>
          </a:xfrm>
          <a:prstGeom prst="roundRect">
            <a:avLst>
              <a:gd name="adj" fmla="val 40000"/>
            </a:avLst>
          </a:prstGeom>
          <a:solidFill>
            <a:srgbClr val="2563A8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Short Answers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DAEB16D5-2F7F-45F4-BA7E-CC11D5A57B46}"/>
              </a:ext>
            </a:extLst>
          </p:cNvPr>
          <p:cNvSpPr>
            <a:spLocks noGrp="1"/>
          </p:cNvSpPr>
          <p:nvPr/>
        </p:nvSpPr>
        <p:spPr>
          <a:xfrm>
            <a:off x="3238500" y="1733550"/>
            <a:ext cx="514350" cy="285750"/>
          </a:xfrm>
          <a:prstGeom prst="roundRect">
            <a:avLst>
              <a:gd name="adj" fmla="val 40000"/>
            </a:avLst>
          </a:prstGeom>
          <a:solidFill>
            <a:srgbClr val="7C6A0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Q4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2B3649F-9186-4C78-A6AA-DFE4E9E2AF87}"/>
              </a:ext>
            </a:extLst>
          </p:cNvPr>
          <p:cNvSpPr>
            <a:spLocks noGrp="1"/>
          </p:cNvSpPr>
          <p:nvPr/>
        </p:nvSpPr>
        <p:spPr>
          <a:xfrm>
            <a:off x="10763250" y="1733550"/>
            <a:ext cx="666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pPr>
            <a:r>
              <a: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5 of 7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E078E70-AD0F-4C6D-BE46-E0F2DE91FE55}"/>
              </a:ext>
            </a:extLst>
          </p:cNvPr>
          <p:cNvSpPr>
            <a:spLocks noGrp="1"/>
          </p:cNvSpPr>
          <p:nvPr/>
        </p:nvSpPr>
        <p:spPr>
          <a:xfrm>
            <a:off x="762000" y="2114550"/>
            <a:ext cx="106489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 i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rPr sz="1200" b="0" i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Odontoma.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20F6E164-17BD-4F82-AEFF-1151BC9144D0}"/>
              </a:ext>
            </a:extLst>
          </p:cNvPr>
          <p:cNvSpPr>
            <a:spLocks noGrp="1"/>
          </p:cNvSpPr>
          <p:nvPr/>
        </p:nvSpPr>
        <p:spPr>
          <a:xfrm>
            <a:off x="552450" y="2800350"/>
            <a:ext cx="11087100" cy="1066800"/>
          </a:xfrm>
          <a:prstGeom prst="roundRect">
            <a:avLst>
              <a:gd name="adj" fmla="val 7143"/>
            </a:avLst>
          </a:prstGeom>
          <a:solidFill>
            <a:srgbClr val="FFF8D6"/>
          </a:solidFill>
          <a:ln w="9525">
            <a:solidFill>
              <a:srgbClr val="F2DF9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51D66EF-2D00-48E2-A591-0D4362C8537B}"/>
              </a:ext>
            </a:extLst>
          </p:cNvPr>
          <p:cNvSpPr>
            <a:spLocks noGrp="1"/>
          </p:cNvSpPr>
          <p:nvPr/>
        </p:nvSpPr>
        <p:spPr>
          <a:xfrm>
            <a:off x="552450" y="2800350"/>
            <a:ext cx="76200" cy="1066800"/>
          </a:xfrm>
          <a:prstGeom prst="rect">
            <a:avLst/>
          </a:prstGeom>
          <a:solidFill>
            <a:srgbClr val="F6C343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E535736F-16D3-457A-8EDC-1C65E741254D}"/>
              </a:ext>
            </a:extLst>
          </p:cNvPr>
          <p:cNvSpPr>
            <a:spLocks noGrp="1"/>
          </p:cNvSpPr>
          <p:nvPr/>
        </p:nvSpPr>
        <p:spPr>
          <a:xfrm>
            <a:off x="762000" y="2971800"/>
            <a:ext cx="990600" cy="285750"/>
          </a:xfrm>
          <a:prstGeom prst="roundRect">
            <a:avLst>
              <a:gd name="adj" fmla="val 40000"/>
            </a:avLst>
          </a:prstGeom>
          <a:solidFill>
            <a:srgbClr val="02809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AUG 2025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C85540E0-ABDF-42EF-9F06-699C4019B01D}"/>
              </a:ext>
            </a:extLst>
          </p:cNvPr>
          <p:cNvSpPr>
            <a:spLocks noGrp="1"/>
          </p:cNvSpPr>
          <p:nvPr/>
        </p:nvSpPr>
        <p:spPr>
          <a:xfrm>
            <a:off x="1885950" y="2971800"/>
            <a:ext cx="1219200" cy="285750"/>
          </a:xfrm>
          <a:prstGeom prst="roundRect">
            <a:avLst>
              <a:gd name="adj" fmla="val 40000"/>
            </a:avLst>
          </a:prstGeom>
          <a:solidFill>
            <a:srgbClr val="02809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Write Notes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20F8AC27-AA0C-4CE5-9BFF-F3D591EB80F0}"/>
              </a:ext>
            </a:extLst>
          </p:cNvPr>
          <p:cNvSpPr>
            <a:spLocks noGrp="1"/>
          </p:cNvSpPr>
          <p:nvPr/>
        </p:nvSpPr>
        <p:spPr>
          <a:xfrm>
            <a:off x="3238500" y="2971800"/>
            <a:ext cx="514350" cy="285750"/>
          </a:xfrm>
          <a:prstGeom prst="roundRect">
            <a:avLst>
              <a:gd name="adj" fmla="val 40000"/>
            </a:avLst>
          </a:prstGeom>
          <a:solidFill>
            <a:srgbClr val="7C6A0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Q5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AEBFCD9-6E82-4FD8-BADB-92FB62100A16}"/>
              </a:ext>
            </a:extLst>
          </p:cNvPr>
          <p:cNvSpPr>
            <a:spLocks noGrp="1"/>
          </p:cNvSpPr>
          <p:nvPr/>
        </p:nvSpPr>
        <p:spPr>
          <a:xfrm>
            <a:off x="10763250" y="2971800"/>
            <a:ext cx="666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pPr>
            <a:r>
              <a: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6 of 7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DA51E52-3BA1-4E2C-97A4-DC8B938D1C79}"/>
              </a:ext>
            </a:extLst>
          </p:cNvPr>
          <p:cNvSpPr>
            <a:spLocks noGrp="1"/>
          </p:cNvSpPr>
          <p:nvPr/>
        </p:nvSpPr>
        <p:spPr>
          <a:xfrm>
            <a:off x="762000" y="3352800"/>
            <a:ext cx="106489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 i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rPr sz="1200" b="0" i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Cerebral palsy - write two drugs with indications.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2AA1970E-5CAD-4CEC-AAC2-F8A8CA2B965B}"/>
              </a:ext>
            </a:extLst>
          </p:cNvPr>
          <p:cNvSpPr>
            <a:spLocks noGrp="1"/>
          </p:cNvSpPr>
          <p:nvPr/>
        </p:nvSpPr>
        <p:spPr>
          <a:xfrm>
            <a:off x="552450" y="4038600"/>
            <a:ext cx="11087100" cy="1066800"/>
          </a:xfrm>
          <a:prstGeom prst="roundRect">
            <a:avLst>
              <a:gd name="adj" fmla="val 7143"/>
            </a:avLst>
          </a:prstGeom>
          <a:solidFill>
            <a:srgbClr val="FFF8D6"/>
          </a:solidFill>
          <a:ln w="9525">
            <a:solidFill>
              <a:srgbClr val="F2DF9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23FA53B-4F4E-4786-BEBF-4A3AA409400D}"/>
              </a:ext>
            </a:extLst>
          </p:cNvPr>
          <p:cNvSpPr>
            <a:spLocks noGrp="1"/>
          </p:cNvSpPr>
          <p:nvPr/>
        </p:nvSpPr>
        <p:spPr>
          <a:xfrm>
            <a:off x="552450" y="4038600"/>
            <a:ext cx="76200" cy="1066800"/>
          </a:xfrm>
          <a:prstGeom prst="rect">
            <a:avLst/>
          </a:prstGeom>
          <a:solidFill>
            <a:srgbClr val="F6C343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BEF6869D-C930-41F7-BF6D-F3F75784B8D1}"/>
              </a:ext>
            </a:extLst>
          </p:cNvPr>
          <p:cNvSpPr>
            <a:spLocks noGrp="1"/>
          </p:cNvSpPr>
          <p:nvPr/>
        </p:nvSpPr>
        <p:spPr>
          <a:xfrm>
            <a:off x="762000" y="4210050"/>
            <a:ext cx="990600" cy="285750"/>
          </a:xfrm>
          <a:prstGeom prst="roundRect">
            <a:avLst>
              <a:gd name="adj" fmla="val 40000"/>
            </a:avLst>
          </a:prstGeom>
          <a:solidFill>
            <a:srgbClr val="02809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OCT 2025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A5AC4D35-94CB-4E15-849F-2B1B1FE29E09}"/>
              </a:ext>
            </a:extLst>
          </p:cNvPr>
          <p:cNvSpPr>
            <a:spLocks noGrp="1"/>
          </p:cNvSpPr>
          <p:nvPr/>
        </p:nvSpPr>
        <p:spPr>
          <a:xfrm>
            <a:off x="1885950" y="4210050"/>
            <a:ext cx="1219200" cy="285750"/>
          </a:xfrm>
          <a:prstGeom prst="roundRect">
            <a:avLst>
              <a:gd name="adj" fmla="val 40000"/>
            </a:avLst>
          </a:prstGeom>
          <a:solidFill>
            <a:srgbClr val="2563A8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Short Answers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38BE20F9-FD26-483F-9752-6C2F59AFED4D}"/>
              </a:ext>
            </a:extLst>
          </p:cNvPr>
          <p:cNvSpPr>
            <a:spLocks noGrp="1"/>
          </p:cNvSpPr>
          <p:nvPr/>
        </p:nvSpPr>
        <p:spPr>
          <a:xfrm>
            <a:off x="3238500" y="4210050"/>
            <a:ext cx="514350" cy="285750"/>
          </a:xfrm>
          <a:prstGeom prst="roundRect">
            <a:avLst>
              <a:gd name="adj" fmla="val 40000"/>
            </a:avLst>
          </a:prstGeom>
          <a:solidFill>
            <a:srgbClr val="7C6A0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Q3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1A4A0A9E-9D9E-4D37-AC78-25CF859D1D05}"/>
              </a:ext>
            </a:extLst>
          </p:cNvPr>
          <p:cNvSpPr>
            <a:spLocks noGrp="1"/>
          </p:cNvSpPr>
          <p:nvPr/>
        </p:nvSpPr>
        <p:spPr>
          <a:xfrm>
            <a:off x="10763250" y="4210050"/>
            <a:ext cx="666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pPr>
            <a:r>
              <a: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7 of 7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FD0264C9-FFC0-404C-A59C-CD26259A85A4}"/>
              </a:ext>
            </a:extLst>
          </p:cNvPr>
          <p:cNvSpPr>
            <a:spLocks noGrp="1"/>
          </p:cNvSpPr>
          <p:nvPr/>
        </p:nvSpPr>
        <p:spPr>
          <a:xfrm>
            <a:off x="762000" y="4591050"/>
            <a:ext cx="106489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 i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rPr sz="1200" b="0" i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Spina bifida.</a:t>
            </a:r>
          </a:p>
        </p:txBody>
      </p:sp>
    </p:spTree>
    <p:extLst>
      <p:ext uri="{BB962C8B-B14F-4D97-AF65-F5344CB8AC3E}">
        <p14:creationId xmlns:p14="http://schemas.microsoft.com/office/powerpoint/2010/main" val="210655996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 35">
            <a:extLst>
              <a:ext uri="{FF2B5EF4-FFF2-40B4-BE49-F238E27FC236}">
                <a16:creationId xmlns:a16="http://schemas.microsoft.com/office/drawing/2014/main" id="{D47C2822-E291-4C54-A65C-8CF10B26850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066800"/>
          </a:xfrm>
          <a:prstGeom prst="rect">
            <a:avLst/>
          </a:prstGeom>
          <a:solidFill>
            <a:srgbClr val="028090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6978B855-106D-40D1-A5C4-FDCFBA49FED6}"/>
              </a:ext>
            </a:extLst>
          </p:cNvPr>
          <p:cNvSpPr>
            <a:spLocks noGrp="1"/>
          </p:cNvSpPr>
          <p:nvPr/>
        </p:nvSpPr>
        <p:spPr>
          <a:xfrm>
            <a:off x="457200" y="285750"/>
            <a:ext cx="533400" cy="533400"/>
          </a:xfrm>
          <a:prstGeom prst="ellipse">
            <a:avLst/>
          </a:prstGeom>
          <a:solidFill>
            <a:srgbClr val="00A896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EA85B5F-276E-482E-B4B6-D3863AC42F8A}"/>
              </a:ext>
            </a:extLst>
          </p:cNvPr>
          <p:cNvSpPr>
            <a:spLocks noGrp="1"/>
          </p:cNvSpPr>
          <p:nvPr/>
        </p:nvSpPr>
        <p:spPr>
          <a:xfrm>
            <a:off x="457200" y="381000"/>
            <a:ext cx="5334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57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7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15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3D54694-CD49-475F-A5A0-47EDA6CBD119}"/>
              </a:ext>
            </a:extLst>
          </p:cNvPr>
          <p:cNvSpPr>
            <a:spLocks noGrp="1"/>
          </p:cNvSpPr>
          <p:nvPr/>
        </p:nvSpPr>
        <p:spPr>
          <a:xfrm>
            <a:off x="1219200" y="209550"/>
            <a:ext cx="8382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400" b="1" i="0">
                <a:solidFill>
                  <a:srgbClr val="FFFFFF"/>
                </a:solidFill>
                <a:latin typeface="Cambria"/>
                <a:ea typeface="Cambria"/>
                <a:cs typeface="Cambria"/>
              </a:defRPr>
            </a:pPr>
            <a:r>
              <a:rPr sz="2400" b="1" i="0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Wound healing and injury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EE9D22E-6515-4C08-AB84-8E1F95F8FD5E}"/>
              </a:ext>
            </a:extLst>
          </p:cNvPr>
          <p:cNvSpPr>
            <a:spLocks noGrp="1"/>
          </p:cNvSpPr>
          <p:nvPr/>
        </p:nvSpPr>
        <p:spPr>
          <a:xfrm>
            <a:off x="1219200" y="666750"/>
            <a:ext cx="8382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125" b="0" i="1">
                <a:solidFill>
                  <a:srgbClr val="E6F5F3"/>
                </a:solidFill>
                <a:latin typeface="Calibri"/>
                <a:ea typeface="Calibri"/>
                <a:cs typeface="Calibri"/>
              </a:defRPr>
            </a:pPr>
            <a:r>
              <a:rPr sz="1125" b="0" i="1">
                <a:solidFill>
                  <a:srgbClr val="E6F5F3"/>
                </a:solidFill>
                <a:latin typeface="Calibri"/>
                <a:ea typeface="Calibri"/>
                <a:cs typeface="Calibri"/>
              </a:rPr>
              <a:t>7 times asked | 3 Write Notes | 4 Short Answers | part 1 of 2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F3C587A5-813F-4437-ACA0-0D10E0E993D5}"/>
              </a:ext>
            </a:extLst>
          </p:cNvPr>
          <p:cNvSpPr>
            <a:spLocks noGrp="1"/>
          </p:cNvSpPr>
          <p:nvPr/>
        </p:nvSpPr>
        <p:spPr>
          <a:xfrm>
            <a:off x="9886950" y="381000"/>
            <a:ext cx="1714500" cy="285750"/>
          </a:xfrm>
          <a:prstGeom prst="roundRect">
            <a:avLst>
              <a:gd name="adj" fmla="val 40000"/>
            </a:avLst>
          </a:prstGeom>
          <a:solidFill>
            <a:srgbClr val="016B78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Rank 15/55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99BDDCD-91C8-44F7-9D84-996D4F17CE60}"/>
              </a:ext>
            </a:extLst>
          </p:cNvPr>
          <p:cNvSpPr>
            <a:spLocks noGrp="1"/>
          </p:cNvSpPr>
          <p:nvPr/>
        </p:nvSpPr>
        <p:spPr>
          <a:xfrm>
            <a:off x="552450" y="1200150"/>
            <a:ext cx="4000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1" i="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pPr>
            <a:r>
              <a:rPr sz="1275" b="1" i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Highlighted asked questions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DBAB490B-5FD3-40A7-A65D-2AAE8A3FE569}"/>
              </a:ext>
            </a:extLst>
          </p:cNvPr>
          <p:cNvSpPr>
            <a:spLocks noGrp="1"/>
          </p:cNvSpPr>
          <p:nvPr/>
        </p:nvSpPr>
        <p:spPr>
          <a:xfrm>
            <a:off x="552450" y="1562100"/>
            <a:ext cx="11087100" cy="1066800"/>
          </a:xfrm>
          <a:prstGeom prst="roundRect">
            <a:avLst>
              <a:gd name="adj" fmla="val 7143"/>
            </a:avLst>
          </a:prstGeom>
          <a:solidFill>
            <a:srgbClr val="FFF8D6"/>
          </a:solidFill>
          <a:ln w="9525">
            <a:solidFill>
              <a:srgbClr val="F2DF9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6E6C2A6-17C5-4640-BFA9-83BCE328D70A}"/>
              </a:ext>
            </a:extLst>
          </p:cNvPr>
          <p:cNvSpPr>
            <a:spLocks noGrp="1"/>
          </p:cNvSpPr>
          <p:nvPr/>
        </p:nvSpPr>
        <p:spPr>
          <a:xfrm>
            <a:off x="552450" y="1562100"/>
            <a:ext cx="76200" cy="1066800"/>
          </a:xfrm>
          <a:prstGeom prst="rect">
            <a:avLst/>
          </a:prstGeom>
          <a:solidFill>
            <a:srgbClr val="F6C343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C65C6A0B-D20A-4E5F-A934-60E8F70BE7D1}"/>
              </a:ext>
            </a:extLst>
          </p:cNvPr>
          <p:cNvSpPr>
            <a:spLocks noGrp="1"/>
          </p:cNvSpPr>
          <p:nvPr/>
        </p:nvSpPr>
        <p:spPr>
          <a:xfrm>
            <a:off x="762000" y="1733550"/>
            <a:ext cx="990600" cy="285750"/>
          </a:xfrm>
          <a:prstGeom prst="roundRect">
            <a:avLst>
              <a:gd name="adj" fmla="val 40000"/>
            </a:avLst>
          </a:prstGeom>
          <a:solidFill>
            <a:srgbClr val="02809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OCT 2018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D97A5780-389B-42BD-A373-B292CE0F5D55}"/>
              </a:ext>
            </a:extLst>
          </p:cNvPr>
          <p:cNvSpPr>
            <a:spLocks noGrp="1"/>
          </p:cNvSpPr>
          <p:nvPr/>
        </p:nvSpPr>
        <p:spPr>
          <a:xfrm>
            <a:off x="1885950" y="1733550"/>
            <a:ext cx="1219200" cy="285750"/>
          </a:xfrm>
          <a:prstGeom prst="roundRect">
            <a:avLst>
              <a:gd name="adj" fmla="val 40000"/>
            </a:avLst>
          </a:prstGeom>
          <a:solidFill>
            <a:srgbClr val="2563A8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Short Answers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376CAAC-235B-4E70-B2C0-025A9C800C58}"/>
              </a:ext>
            </a:extLst>
          </p:cNvPr>
          <p:cNvSpPr>
            <a:spLocks noGrp="1"/>
          </p:cNvSpPr>
          <p:nvPr/>
        </p:nvSpPr>
        <p:spPr>
          <a:xfrm>
            <a:off x="3238500" y="1733550"/>
            <a:ext cx="514350" cy="285750"/>
          </a:xfrm>
          <a:prstGeom prst="roundRect">
            <a:avLst>
              <a:gd name="adj" fmla="val 40000"/>
            </a:avLst>
          </a:prstGeom>
          <a:solidFill>
            <a:srgbClr val="7C6A0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Q7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E480EE2-F02F-4231-A48E-CB610ACDF0BB}"/>
              </a:ext>
            </a:extLst>
          </p:cNvPr>
          <p:cNvSpPr>
            <a:spLocks noGrp="1"/>
          </p:cNvSpPr>
          <p:nvPr/>
        </p:nvSpPr>
        <p:spPr>
          <a:xfrm>
            <a:off x="10763250" y="1733550"/>
            <a:ext cx="666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pPr>
            <a:r>
              <a: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1 of 7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A43554D-5A0A-45DB-8D6D-EA493A8CA65A}"/>
              </a:ext>
            </a:extLst>
          </p:cNvPr>
          <p:cNvSpPr>
            <a:spLocks noGrp="1"/>
          </p:cNvSpPr>
          <p:nvPr/>
        </p:nvSpPr>
        <p:spPr>
          <a:xfrm>
            <a:off x="762000" y="2114550"/>
            <a:ext cx="106489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 i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rPr sz="1200" b="0" i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Calendula - Wound.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D056E7E5-2831-4AF4-8578-ED78521281D2}"/>
              </a:ext>
            </a:extLst>
          </p:cNvPr>
          <p:cNvSpPr>
            <a:spLocks noGrp="1"/>
          </p:cNvSpPr>
          <p:nvPr/>
        </p:nvSpPr>
        <p:spPr>
          <a:xfrm>
            <a:off x="552450" y="2800350"/>
            <a:ext cx="11087100" cy="1066800"/>
          </a:xfrm>
          <a:prstGeom prst="roundRect">
            <a:avLst>
              <a:gd name="adj" fmla="val 7143"/>
            </a:avLst>
          </a:prstGeom>
          <a:solidFill>
            <a:srgbClr val="FFF8D6"/>
          </a:solidFill>
          <a:ln w="9525">
            <a:solidFill>
              <a:srgbClr val="F2DF9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4DCC12C-2F53-429D-AC10-B292810D6B22}"/>
              </a:ext>
            </a:extLst>
          </p:cNvPr>
          <p:cNvSpPr>
            <a:spLocks noGrp="1"/>
          </p:cNvSpPr>
          <p:nvPr/>
        </p:nvSpPr>
        <p:spPr>
          <a:xfrm>
            <a:off x="552450" y="2800350"/>
            <a:ext cx="76200" cy="1066800"/>
          </a:xfrm>
          <a:prstGeom prst="rect">
            <a:avLst/>
          </a:prstGeom>
          <a:solidFill>
            <a:srgbClr val="F6C343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B834A1B0-8825-4F9D-A942-0AC81283A5A7}"/>
              </a:ext>
            </a:extLst>
          </p:cNvPr>
          <p:cNvSpPr>
            <a:spLocks noGrp="1"/>
          </p:cNvSpPr>
          <p:nvPr/>
        </p:nvSpPr>
        <p:spPr>
          <a:xfrm>
            <a:off x="762000" y="2971800"/>
            <a:ext cx="990600" cy="285750"/>
          </a:xfrm>
          <a:prstGeom prst="roundRect">
            <a:avLst>
              <a:gd name="adj" fmla="val 40000"/>
            </a:avLst>
          </a:prstGeom>
          <a:solidFill>
            <a:srgbClr val="02809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MAY 2019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869A7C91-5992-41DC-80AC-8A1EBE334F60}"/>
              </a:ext>
            </a:extLst>
          </p:cNvPr>
          <p:cNvSpPr>
            <a:spLocks noGrp="1"/>
          </p:cNvSpPr>
          <p:nvPr/>
        </p:nvSpPr>
        <p:spPr>
          <a:xfrm>
            <a:off x="1885950" y="2971800"/>
            <a:ext cx="1219200" cy="285750"/>
          </a:xfrm>
          <a:prstGeom prst="roundRect">
            <a:avLst>
              <a:gd name="adj" fmla="val 40000"/>
            </a:avLst>
          </a:prstGeom>
          <a:solidFill>
            <a:srgbClr val="02809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Write Notes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61956847-5623-4517-B624-D5FBCBC52C42}"/>
              </a:ext>
            </a:extLst>
          </p:cNvPr>
          <p:cNvSpPr>
            <a:spLocks noGrp="1"/>
          </p:cNvSpPr>
          <p:nvPr/>
        </p:nvSpPr>
        <p:spPr>
          <a:xfrm>
            <a:off x="3238500" y="2971800"/>
            <a:ext cx="514350" cy="285750"/>
          </a:xfrm>
          <a:prstGeom prst="roundRect">
            <a:avLst>
              <a:gd name="adj" fmla="val 40000"/>
            </a:avLst>
          </a:prstGeom>
          <a:solidFill>
            <a:srgbClr val="7C6A0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Q2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8A00EBE-5BA9-4BB8-9A6C-4091D89A222A}"/>
              </a:ext>
            </a:extLst>
          </p:cNvPr>
          <p:cNvSpPr>
            <a:spLocks noGrp="1"/>
          </p:cNvSpPr>
          <p:nvPr/>
        </p:nvSpPr>
        <p:spPr>
          <a:xfrm>
            <a:off x="10763250" y="2971800"/>
            <a:ext cx="666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pPr>
            <a:r>
              <a: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2 of 7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84B190B-3896-4288-BEA5-683AE20F8CC2}"/>
              </a:ext>
            </a:extLst>
          </p:cNvPr>
          <p:cNvSpPr>
            <a:spLocks noGrp="1"/>
          </p:cNvSpPr>
          <p:nvPr/>
        </p:nvSpPr>
        <p:spPr>
          <a:xfrm>
            <a:off x="762000" y="3352800"/>
            <a:ext cx="106489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 i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rPr sz="1200" b="0" i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Factors affecting Wound Healing.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36C5F530-3E26-4F28-850C-981C76983589}"/>
              </a:ext>
            </a:extLst>
          </p:cNvPr>
          <p:cNvSpPr>
            <a:spLocks noGrp="1"/>
          </p:cNvSpPr>
          <p:nvPr/>
        </p:nvSpPr>
        <p:spPr>
          <a:xfrm>
            <a:off x="552450" y="4038600"/>
            <a:ext cx="11087100" cy="1066800"/>
          </a:xfrm>
          <a:prstGeom prst="roundRect">
            <a:avLst>
              <a:gd name="adj" fmla="val 7143"/>
            </a:avLst>
          </a:prstGeom>
          <a:solidFill>
            <a:srgbClr val="FFF8D6"/>
          </a:solidFill>
          <a:ln w="9525">
            <a:solidFill>
              <a:srgbClr val="F2DF9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849E768-D8CD-4D96-9D45-228A365CA536}"/>
              </a:ext>
            </a:extLst>
          </p:cNvPr>
          <p:cNvSpPr>
            <a:spLocks noGrp="1"/>
          </p:cNvSpPr>
          <p:nvPr/>
        </p:nvSpPr>
        <p:spPr>
          <a:xfrm>
            <a:off x="552450" y="4038600"/>
            <a:ext cx="76200" cy="1066800"/>
          </a:xfrm>
          <a:prstGeom prst="rect">
            <a:avLst/>
          </a:prstGeom>
          <a:solidFill>
            <a:srgbClr val="F6C343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35E2D11B-D67D-4500-B2BD-DA93E1017DFD}"/>
              </a:ext>
            </a:extLst>
          </p:cNvPr>
          <p:cNvSpPr>
            <a:spLocks noGrp="1"/>
          </p:cNvSpPr>
          <p:nvPr/>
        </p:nvSpPr>
        <p:spPr>
          <a:xfrm>
            <a:off x="762000" y="4210050"/>
            <a:ext cx="990600" cy="285750"/>
          </a:xfrm>
          <a:prstGeom prst="roundRect">
            <a:avLst>
              <a:gd name="adj" fmla="val 40000"/>
            </a:avLst>
          </a:prstGeom>
          <a:solidFill>
            <a:srgbClr val="02809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FEB 2022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18971E9C-BB24-4393-B2F1-907AFED9A127}"/>
              </a:ext>
            </a:extLst>
          </p:cNvPr>
          <p:cNvSpPr>
            <a:spLocks noGrp="1"/>
          </p:cNvSpPr>
          <p:nvPr/>
        </p:nvSpPr>
        <p:spPr>
          <a:xfrm>
            <a:off x="1885950" y="4210050"/>
            <a:ext cx="1219200" cy="285750"/>
          </a:xfrm>
          <a:prstGeom prst="roundRect">
            <a:avLst>
              <a:gd name="adj" fmla="val 40000"/>
            </a:avLst>
          </a:prstGeom>
          <a:solidFill>
            <a:srgbClr val="2563A8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Short Answers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1500CA94-E76A-44D9-A641-4E4895BBDBD5}"/>
              </a:ext>
            </a:extLst>
          </p:cNvPr>
          <p:cNvSpPr>
            <a:spLocks noGrp="1"/>
          </p:cNvSpPr>
          <p:nvPr/>
        </p:nvSpPr>
        <p:spPr>
          <a:xfrm>
            <a:off x="3238500" y="4210050"/>
            <a:ext cx="514350" cy="285750"/>
          </a:xfrm>
          <a:prstGeom prst="roundRect">
            <a:avLst>
              <a:gd name="adj" fmla="val 40000"/>
            </a:avLst>
          </a:prstGeom>
          <a:solidFill>
            <a:srgbClr val="7C6A0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Q7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E1498082-91FB-43B1-B036-14276BC931F3}"/>
              </a:ext>
            </a:extLst>
          </p:cNvPr>
          <p:cNvSpPr>
            <a:spLocks noGrp="1"/>
          </p:cNvSpPr>
          <p:nvPr/>
        </p:nvSpPr>
        <p:spPr>
          <a:xfrm>
            <a:off x="10763250" y="4210050"/>
            <a:ext cx="666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pPr>
            <a:r>
              <a: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3 of 7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B5FC842E-1B50-40E6-B9BE-34AA9EE986C8}"/>
              </a:ext>
            </a:extLst>
          </p:cNvPr>
          <p:cNvSpPr>
            <a:spLocks noGrp="1"/>
          </p:cNvSpPr>
          <p:nvPr/>
        </p:nvSpPr>
        <p:spPr>
          <a:xfrm>
            <a:off x="762000" y="4591050"/>
            <a:ext cx="106489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 i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rPr sz="1200" b="0" i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Phosphorus - Post operative vomiting.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1EE58C50-DD34-46BC-AEC1-3DDD65143914}"/>
              </a:ext>
            </a:extLst>
          </p:cNvPr>
          <p:cNvSpPr>
            <a:spLocks noGrp="1"/>
          </p:cNvSpPr>
          <p:nvPr/>
        </p:nvSpPr>
        <p:spPr>
          <a:xfrm>
            <a:off x="552450" y="5276850"/>
            <a:ext cx="11087100" cy="1066800"/>
          </a:xfrm>
          <a:prstGeom prst="roundRect">
            <a:avLst>
              <a:gd name="adj" fmla="val 7143"/>
            </a:avLst>
          </a:prstGeom>
          <a:solidFill>
            <a:srgbClr val="FFF8D6"/>
          </a:solidFill>
          <a:ln w="9525">
            <a:solidFill>
              <a:srgbClr val="F2DF9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815BBBE8-97F0-418B-B176-3FB56B0012BC}"/>
              </a:ext>
            </a:extLst>
          </p:cNvPr>
          <p:cNvSpPr>
            <a:spLocks noGrp="1"/>
          </p:cNvSpPr>
          <p:nvPr/>
        </p:nvSpPr>
        <p:spPr>
          <a:xfrm>
            <a:off x="552450" y="5276850"/>
            <a:ext cx="76200" cy="1066800"/>
          </a:xfrm>
          <a:prstGeom prst="rect">
            <a:avLst/>
          </a:prstGeom>
          <a:solidFill>
            <a:srgbClr val="F6C343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3BB33670-0E99-4837-90A4-3788E88D9010}"/>
              </a:ext>
            </a:extLst>
          </p:cNvPr>
          <p:cNvSpPr>
            <a:spLocks noGrp="1"/>
          </p:cNvSpPr>
          <p:nvPr/>
        </p:nvSpPr>
        <p:spPr>
          <a:xfrm>
            <a:off x="762000" y="5448300"/>
            <a:ext cx="990600" cy="285750"/>
          </a:xfrm>
          <a:prstGeom prst="roundRect">
            <a:avLst>
              <a:gd name="adj" fmla="val 40000"/>
            </a:avLst>
          </a:prstGeom>
          <a:solidFill>
            <a:srgbClr val="02809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FEB 2022</a:t>
            </a: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D469275B-7CF2-49B1-8927-08D8165E6223}"/>
              </a:ext>
            </a:extLst>
          </p:cNvPr>
          <p:cNvSpPr>
            <a:spLocks noGrp="1"/>
          </p:cNvSpPr>
          <p:nvPr/>
        </p:nvSpPr>
        <p:spPr>
          <a:xfrm>
            <a:off x="1885950" y="5448300"/>
            <a:ext cx="1219200" cy="285750"/>
          </a:xfrm>
          <a:prstGeom prst="roundRect">
            <a:avLst>
              <a:gd name="adj" fmla="val 40000"/>
            </a:avLst>
          </a:prstGeom>
          <a:solidFill>
            <a:srgbClr val="02809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Write Notes</a:t>
            </a: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25C006E9-8255-421F-B4D6-F56BC7F608DB}"/>
              </a:ext>
            </a:extLst>
          </p:cNvPr>
          <p:cNvSpPr>
            <a:spLocks noGrp="1"/>
          </p:cNvSpPr>
          <p:nvPr/>
        </p:nvSpPr>
        <p:spPr>
          <a:xfrm>
            <a:off x="3238500" y="5448300"/>
            <a:ext cx="514350" cy="285750"/>
          </a:xfrm>
          <a:prstGeom prst="roundRect">
            <a:avLst>
              <a:gd name="adj" fmla="val 40000"/>
            </a:avLst>
          </a:prstGeom>
          <a:solidFill>
            <a:srgbClr val="7C6A0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Q1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87CBF937-5209-4ED4-9DCF-A2527D23A4FB}"/>
              </a:ext>
            </a:extLst>
          </p:cNvPr>
          <p:cNvSpPr>
            <a:spLocks noGrp="1"/>
          </p:cNvSpPr>
          <p:nvPr/>
        </p:nvSpPr>
        <p:spPr>
          <a:xfrm>
            <a:off x="10763250" y="5448300"/>
            <a:ext cx="666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pPr>
            <a:r>
              <a: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4 of 7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72D7D2D6-D054-40E8-92F1-F306B9F18C85}"/>
              </a:ext>
            </a:extLst>
          </p:cNvPr>
          <p:cNvSpPr>
            <a:spLocks noGrp="1"/>
          </p:cNvSpPr>
          <p:nvPr/>
        </p:nvSpPr>
        <p:spPr>
          <a:xfrm>
            <a:off x="762000" y="5829300"/>
            <a:ext cx="106489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 i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rPr sz="1200" b="0" i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Crush syndrome.</a:t>
            </a:r>
          </a:p>
        </p:txBody>
      </p:sp>
    </p:spTree>
    <p:extLst>
      <p:ext uri="{BB962C8B-B14F-4D97-AF65-F5344CB8AC3E}">
        <p14:creationId xmlns:p14="http://schemas.microsoft.com/office/powerpoint/2010/main" val="59433792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>
            <a:extLst>
              <a:ext uri="{FF2B5EF4-FFF2-40B4-BE49-F238E27FC236}">
                <a16:creationId xmlns:a16="http://schemas.microsoft.com/office/drawing/2014/main" id="{179EFEDE-25AC-43B4-B128-D26E63B9299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066800"/>
          </a:xfrm>
          <a:prstGeom prst="rect">
            <a:avLst/>
          </a:prstGeom>
          <a:solidFill>
            <a:srgbClr val="028090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C7730C6F-557C-4371-81E6-73F38E849562}"/>
              </a:ext>
            </a:extLst>
          </p:cNvPr>
          <p:cNvSpPr>
            <a:spLocks noGrp="1"/>
          </p:cNvSpPr>
          <p:nvPr/>
        </p:nvSpPr>
        <p:spPr>
          <a:xfrm>
            <a:off x="457200" y="285750"/>
            <a:ext cx="533400" cy="533400"/>
          </a:xfrm>
          <a:prstGeom prst="ellipse">
            <a:avLst/>
          </a:prstGeom>
          <a:solidFill>
            <a:srgbClr val="00A896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0858296-273B-4F9E-A668-4BE4BEA744AF}"/>
              </a:ext>
            </a:extLst>
          </p:cNvPr>
          <p:cNvSpPr>
            <a:spLocks noGrp="1"/>
          </p:cNvSpPr>
          <p:nvPr/>
        </p:nvSpPr>
        <p:spPr>
          <a:xfrm>
            <a:off x="457200" y="381000"/>
            <a:ext cx="5334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57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7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15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E9897B5-B4FA-4C2B-9082-763EDE17FEC3}"/>
              </a:ext>
            </a:extLst>
          </p:cNvPr>
          <p:cNvSpPr>
            <a:spLocks noGrp="1"/>
          </p:cNvSpPr>
          <p:nvPr/>
        </p:nvSpPr>
        <p:spPr>
          <a:xfrm>
            <a:off x="1219200" y="209550"/>
            <a:ext cx="8382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400" b="1" i="0">
                <a:solidFill>
                  <a:srgbClr val="FFFFFF"/>
                </a:solidFill>
                <a:latin typeface="Cambria"/>
                <a:ea typeface="Cambria"/>
                <a:cs typeface="Cambria"/>
              </a:defRPr>
            </a:pPr>
            <a:r>
              <a:rPr sz="2400" b="1" i="0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Wound healing and injury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B99563F-2AE8-46B9-8EF4-EB3B6FC0CA41}"/>
              </a:ext>
            </a:extLst>
          </p:cNvPr>
          <p:cNvSpPr>
            <a:spLocks noGrp="1"/>
          </p:cNvSpPr>
          <p:nvPr/>
        </p:nvSpPr>
        <p:spPr>
          <a:xfrm>
            <a:off x="1219200" y="666750"/>
            <a:ext cx="8382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125" b="0" i="1">
                <a:solidFill>
                  <a:srgbClr val="E6F5F3"/>
                </a:solidFill>
                <a:latin typeface="Calibri"/>
                <a:ea typeface="Calibri"/>
                <a:cs typeface="Calibri"/>
              </a:defRPr>
            </a:pPr>
            <a:r>
              <a:rPr sz="1125" b="0" i="1">
                <a:solidFill>
                  <a:srgbClr val="E6F5F3"/>
                </a:solidFill>
                <a:latin typeface="Calibri"/>
                <a:ea typeface="Calibri"/>
                <a:cs typeface="Calibri"/>
              </a:rPr>
              <a:t>7 times asked | 3 Write Notes | 4 Short Answers | part 2 of 2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818FE413-E671-4949-9D61-458147A1ACE3}"/>
              </a:ext>
            </a:extLst>
          </p:cNvPr>
          <p:cNvSpPr>
            <a:spLocks noGrp="1"/>
          </p:cNvSpPr>
          <p:nvPr/>
        </p:nvSpPr>
        <p:spPr>
          <a:xfrm>
            <a:off x="9886950" y="381000"/>
            <a:ext cx="1714500" cy="285750"/>
          </a:xfrm>
          <a:prstGeom prst="roundRect">
            <a:avLst>
              <a:gd name="adj" fmla="val 40000"/>
            </a:avLst>
          </a:prstGeom>
          <a:solidFill>
            <a:srgbClr val="016B78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Rank 15/55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90B83CE-E61B-4288-9480-4D4831C555BA}"/>
              </a:ext>
            </a:extLst>
          </p:cNvPr>
          <p:cNvSpPr>
            <a:spLocks noGrp="1"/>
          </p:cNvSpPr>
          <p:nvPr/>
        </p:nvSpPr>
        <p:spPr>
          <a:xfrm>
            <a:off x="552450" y="1200150"/>
            <a:ext cx="4000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1" i="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pPr>
            <a:r>
              <a:rPr sz="1275" b="1" i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Highlighted asked questions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0C4F1DD8-ED4C-464D-9459-9952D73EB6C0}"/>
              </a:ext>
            </a:extLst>
          </p:cNvPr>
          <p:cNvSpPr>
            <a:spLocks noGrp="1"/>
          </p:cNvSpPr>
          <p:nvPr/>
        </p:nvSpPr>
        <p:spPr>
          <a:xfrm>
            <a:off x="552450" y="1562100"/>
            <a:ext cx="11087100" cy="1066800"/>
          </a:xfrm>
          <a:prstGeom prst="roundRect">
            <a:avLst>
              <a:gd name="adj" fmla="val 7143"/>
            </a:avLst>
          </a:prstGeom>
          <a:solidFill>
            <a:srgbClr val="FFF8D6"/>
          </a:solidFill>
          <a:ln w="9525">
            <a:solidFill>
              <a:srgbClr val="F2DF9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85E99B0-4F7C-4BE2-8856-1C7E6B786E00}"/>
              </a:ext>
            </a:extLst>
          </p:cNvPr>
          <p:cNvSpPr>
            <a:spLocks noGrp="1"/>
          </p:cNvSpPr>
          <p:nvPr/>
        </p:nvSpPr>
        <p:spPr>
          <a:xfrm>
            <a:off x="552450" y="1562100"/>
            <a:ext cx="76200" cy="1066800"/>
          </a:xfrm>
          <a:prstGeom prst="rect">
            <a:avLst/>
          </a:prstGeom>
          <a:solidFill>
            <a:srgbClr val="F6C343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51689CD5-FDE2-4373-9D3C-ADFEF4A77E18}"/>
              </a:ext>
            </a:extLst>
          </p:cNvPr>
          <p:cNvSpPr>
            <a:spLocks noGrp="1"/>
          </p:cNvSpPr>
          <p:nvPr/>
        </p:nvSpPr>
        <p:spPr>
          <a:xfrm>
            <a:off x="762000" y="1733550"/>
            <a:ext cx="990600" cy="285750"/>
          </a:xfrm>
          <a:prstGeom prst="roundRect">
            <a:avLst>
              <a:gd name="adj" fmla="val 40000"/>
            </a:avLst>
          </a:prstGeom>
          <a:solidFill>
            <a:srgbClr val="02809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SEP 2023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F81559D3-2339-4F8F-BA57-D03989FF7C16}"/>
              </a:ext>
            </a:extLst>
          </p:cNvPr>
          <p:cNvSpPr>
            <a:spLocks noGrp="1"/>
          </p:cNvSpPr>
          <p:nvPr/>
        </p:nvSpPr>
        <p:spPr>
          <a:xfrm>
            <a:off x="1885950" y="1733550"/>
            <a:ext cx="1219200" cy="285750"/>
          </a:xfrm>
          <a:prstGeom prst="roundRect">
            <a:avLst>
              <a:gd name="adj" fmla="val 40000"/>
            </a:avLst>
          </a:prstGeom>
          <a:solidFill>
            <a:srgbClr val="2563A8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Short Answers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93BC8B31-D5FA-4029-8B83-5C5A569FB42F}"/>
              </a:ext>
            </a:extLst>
          </p:cNvPr>
          <p:cNvSpPr>
            <a:spLocks noGrp="1"/>
          </p:cNvSpPr>
          <p:nvPr/>
        </p:nvSpPr>
        <p:spPr>
          <a:xfrm>
            <a:off x="3238500" y="1733550"/>
            <a:ext cx="514350" cy="285750"/>
          </a:xfrm>
          <a:prstGeom prst="roundRect">
            <a:avLst>
              <a:gd name="adj" fmla="val 40000"/>
            </a:avLst>
          </a:prstGeom>
          <a:solidFill>
            <a:srgbClr val="7C6A0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Q2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D82D7AD-33FD-4AF5-9BE6-375AFFFA47F0}"/>
              </a:ext>
            </a:extLst>
          </p:cNvPr>
          <p:cNvSpPr>
            <a:spLocks noGrp="1"/>
          </p:cNvSpPr>
          <p:nvPr/>
        </p:nvSpPr>
        <p:spPr>
          <a:xfrm>
            <a:off x="10763250" y="1733550"/>
            <a:ext cx="666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pPr>
            <a:r>
              <a: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5 of 7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2890DDB-10C3-4F30-943A-F5AD95BB59E3}"/>
              </a:ext>
            </a:extLst>
          </p:cNvPr>
          <p:cNvSpPr>
            <a:spLocks noGrp="1"/>
          </p:cNvSpPr>
          <p:nvPr/>
        </p:nvSpPr>
        <p:spPr>
          <a:xfrm>
            <a:off x="762000" y="2114550"/>
            <a:ext cx="106489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 i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rPr sz="1200" b="0" i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Crush syndrome.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3E42C3F3-CF16-430F-8604-FD081958FF70}"/>
              </a:ext>
            </a:extLst>
          </p:cNvPr>
          <p:cNvSpPr>
            <a:spLocks noGrp="1"/>
          </p:cNvSpPr>
          <p:nvPr/>
        </p:nvSpPr>
        <p:spPr>
          <a:xfrm>
            <a:off x="552450" y="2800350"/>
            <a:ext cx="11087100" cy="1066800"/>
          </a:xfrm>
          <a:prstGeom prst="roundRect">
            <a:avLst>
              <a:gd name="adj" fmla="val 7143"/>
            </a:avLst>
          </a:prstGeom>
          <a:solidFill>
            <a:srgbClr val="FFF8D6"/>
          </a:solidFill>
          <a:ln w="9525">
            <a:solidFill>
              <a:srgbClr val="F2DF9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EE724C7-AFE2-4D25-B613-ED15A27EEED0}"/>
              </a:ext>
            </a:extLst>
          </p:cNvPr>
          <p:cNvSpPr>
            <a:spLocks noGrp="1"/>
          </p:cNvSpPr>
          <p:nvPr/>
        </p:nvSpPr>
        <p:spPr>
          <a:xfrm>
            <a:off x="552450" y="2800350"/>
            <a:ext cx="76200" cy="1066800"/>
          </a:xfrm>
          <a:prstGeom prst="rect">
            <a:avLst/>
          </a:prstGeom>
          <a:solidFill>
            <a:srgbClr val="F6C343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007A252-F831-4B4C-81A0-D3816E6A6B10}"/>
              </a:ext>
            </a:extLst>
          </p:cNvPr>
          <p:cNvSpPr>
            <a:spLocks noGrp="1"/>
          </p:cNvSpPr>
          <p:nvPr/>
        </p:nvSpPr>
        <p:spPr>
          <a:xfrm>
            <a:off x="762000" y="2971800"/>
            <a:ext cx="990600" cy="285750"/>
          </a:xfrm>
          <a:prstGeom prst="roundRect">
            <a:avLst>
              <a:gd name="adj" fmla="val 40000"/>
            </a:avLst>
          </a:prstGeom>
          <a:solidFill>
            <a:srgbClr val="02809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AUG 2024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17911DD1-8D78-49F9-8B56-64168D60C408}"/>
              </a:ext>
            </a:extLst>
          </p:cNvPr>
          <p:cNvSpPr>
            <a:spLocks noGrp="1"/>
          </p:cNvSpPr>
          <p:nvPr/>
        </p:nvSpPr>
        <p:spPr>
          <a:xfrm>
            <a:off x="1885950" y="2971800"/>
            <a:ext cx="1219200" cy="285750"/>
          </a:xfrm>
          <a:prstGeom prst="roundRect">
            <a:avLst>
              <a:gd name="adj" fmla="val 40000"/>
            </a:avLst>
          </a:prstGeom>
          <a:solidFill>
            <a:srgbClr val="2563A8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Short Answers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8AD32CD5-BBC2-4D33-8D6C-048EC66F3FF8}"/>
              </a:ext>
            </a:extLst>
          </p:cNvPr>
          <p:cNvSpPr>
            <a:spLocks noGrp="1"/>
          </p:cNvSpPr>
          <p:nvPr/>
        </p:nvSpPr>
        <p:spPr>
          <a:xfrm>
            <a:off x="3238500" y="2971800"/>
            <a:ext cx="514350" cy="285750"/>
          </a:xfrm>
          <a:prstGeom prst="roundRect">
            <a:avLst>
              <a:gd name="adj" fmla="val 40000"/>
            </a:avLst>
          </a:prstGeom>
          <a:solidFill>
            <a:srgbClr val="7C6A0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Q10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72D8D59-1422-4D5F-A320-1FCC3E14DA6E}"/>
              </a:ext>
            </a:extLst>
          </p:cNvPr>
          <p:cNvSpPr>
            <a:spLocks noGrp="1"/>
          </p:cNvSpPr>
          <p:nvPr/>
        </p:nvSpPr>
        <p:spPr>
          <a:xfrm>
            <a:off x="10763250" y="2971800"/>
            <a:ext cx="666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pPr>
            <a:r>
              <a: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6 of 7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0FEC37C-D5C2-4125-867C-D73E3505A44E}"/>
              </a:ext>
            </a:extLst>
          </p:cNvPr>
          <p:cNvSpPr>
            <a:spLocks noGrp="1"/>
          </p:cNvSpPr>
          <p:nvPr/>
        </p:nvSpPr>
        <p:spPr>
          <a:xfrm>
            <a:off x="762000" y="3352800"/>
            <a:ext cx="106489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 i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rPr sz="1200" b="0" i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Injury - two drugs.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635DC821-0C6E-4688-A84E-3BA9633EA789}"/>
              </a:ext>
            </a:extLst>
          </p:cNvPr>
          <p:cNvSpPr>
            <a:spLocks noGrp="1"/>
          </p:cNvSpPr>
          <p:nvPr/>
        </p:nvSpPr>
        <p:spPr>
          <a:xfrm>
            <a:off x="552450" y="4038600"/>
            <a:ext cx="11087100" cy="1066800"/>
          </a:xfrm>
          <a:prstGeom prst="roundRect">
            <a:avLst>
              <a:gd name="adj" fmla="val 7143"/>
            </a:avLst>
          </a:prstGeom>
          <a:solidFill>
            <a:srgbClr val="FFF8D6"/>
          </a:solidFill>
          <a:ln w="9525">
            <a:solidFill>
              <a:srgbClr val="F2DF9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DEB3882-2D8A-47F8-A4CA-9A91E06C807E}"/>
              </a:ext>
            </a:extLst>
          </p:cNvPr>
          <p:cNvSpPr>
            <a:spLocks noGrp="1"/>
          </p:cNvSpPr>
          <p:nvPr/>
        </p:nvSpPr>
        <p:spPr>
          <a:xfrm>
            <a:off x="552450" y="4038600"/>
            <a:ext cx="76200" cy="1066800"/>
          </a:xfrm>
          <a:prstGeom prst="rect">
            <a:avLst/>
          </a:prstGeom>
          <a:solidFill>
            <a:srgbClr val="F6C343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B2B7C954-CD69-47EF-A7D7-733542606F39}"/>
              </a:ext>
            </a:extLst>
          </p:cNvPr>
          <p:cNvSpPr>
            <a:spLocks noGrp="1"/>
          </p:cNvSpPr>
          <p:nvPr/>
        </p:nvSpPr>
        <p:spPr>
          <a:xfrm>
            <a:off x="762000" y="4210050"/>
            <a:ext cx="990600" cy="285750"/>
          </a:xfrm>
          <a:prstGeom prst="roundRect">
            <a:avLst>
              <a:gd name="adj" fmla="val 40000"/>
            </a:avLst>
          </a:prstGeom>
          <a:solidFill>
            <a:srgbClr val="02809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AUG 2024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A7CCAD9A-7403-4AFA-B360-5D3F646D6B09}"/>
              </a:ext>
            </a:extLst>
          </p:cNvPr>
          <p:cNvSpPr>
            <a:spLocks noGrp="1"/>
          </p:cNvSpPr>
          <p:nvPr/>
        </p:nvSpPr>
        <p:spPr>
          <a:xfrm>
            <a:off x="1885950" y="4210050"/>
            <a:ext cx="1219200" cy="285750"/>
          </a:xfrm>
          <a:prstGeom prst="roundRect">
            <a:avLst>
              <a:gd name="adj" fmla="val 40000"/>
            </a:avLst>
          </a:prstGeom>
          <a:solidFill>
            <a:srgbClr val="02809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Write Notes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A2D82638-3501-48B0-9E17-C7051CF2BEB8}"/>
              </a:ext>
            </a:extLst>
          </p:cNvPr>
          <p:cNvSpPr>
            <a:spLocks noGrp="1"/>
          </p:cNvSpPr>
          <p:nvPr/>
        </p:nvSpPr>
        <p:spPr>
          <a:xfrm>
            <a:off x="3238500" y="4210050"/>
            <a:ext cx="514350" cy="285750"/>
          </a:xfrm>
          <a:prstGeom prst="roundRect">
            <a:avLst>
              <a:gd name="adj" fmla="val 40000"/>
            </a:avLst>
          </a:prstGeom>
          <a:solidFill>
            <a:srgbClr val="7C6A0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Q4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428B335-AF83-4748-83A6-7A2D3815A52D}"/>
              </a:ext>
            </a:extLst>
          </p:cNvPr>
          <p:cNvSpPr>
            <a:spLocks noGrp="1"/>
          </p:cNvSpPr>
          <p:nvPr/>
        </p:nvSpPr>
        <p:spPr>
          <a:xfrm>
            <a:off x="10763250" y="4210050"/>
            <a:ext cx="666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pPr>
            <a:r>
              <a: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7 of 7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F8554D27-1EE7-4832-B576-1BE461B95FC4}"/>
              </a:ext>
            </a:extLst>
          </p:cNvPr>
          <p:cNvSpPr>
            <a:spLocks noGrp="1"/>
          </p:cNvSpPr>
          <p:nvPr/>
        </p:nvSpPr>
        <p:spPr>
          <a:xfrm>
            <a:off x="762000" y="4591050"/>
            <a:ext cx="106489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 i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rPr sz="1200" b="0" i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Mention types of Wound and process of wound healing.</a:t>
            </a:r>
          </a:p>
        </p:txBody>
      </p:sp>
    </p:spTree>
    <p:extLst>
      <p:ext uri="{BB962C8B-B14F-4D97-AF65-F5344CB8AC3E}">
        <p14:creationId xmlns:p14="http://schemas.microsoft.com/office/powerpoint/2010/main" val="162289727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 35">
            <a:extLst>
              <a:ext uri="{FF2B5EF4-FFF2-40B4-BE49-F238E27FC236}">
                <a16:creationId xmlns:a16="http://schemas.microsoft.com/office/drawing/2014/main" id="{8CA059F2-B787-42CE-9E13-0AC1A82ED0C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066800"/>
          </a:xfrm>
          <a:prstGeom prst="rect">
            <a:avLst/>
          </a:prstGeom>
          <a:solidFill>
            <a:srgbClr val="028090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E4CE4364-CA77-48D3-A076-FDA0D3F5D2DB}"/>
              </a:ext>
            </a:extLst>
          </p:cNvPr>
          <p:cNvSpPr>
            <a:spLocks noGrp="1"/>
          </p:cNvSpPr>
          <p:nvPr/>
        </p:nvSpPr>
        <p:spPr>
          <a:xfrm>
            <a:off x="457200" y="285750"/>
            <a:ext cx="533400" cy="533400"/>
          </a:xfrm>
          <a:prstGeom prst="ellipse">
            <a:avLst/>
          </a:prstGeom>
          <a:solidFill>
            <a:srgbClr val="00A896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10BA44C-19FE-4AAA-82EF-87F9044F33C7}"/>
              </a:ext>
            </a:extLst>
          </p:cNvPr>
          <p:cNvSpPr>
            <a:spLocks noGrp="1"/>
          </p:cNvSpPr>
          <p:nvPr/>
        </p:nvSpPr>
        <p:spPr>
          <a:xfrm>
            <a:off x="457200" y="381000"/>
            <a:ext cx="5334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57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7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16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DF4B61A-53F1-4665-9E9E-0C216485D0B2}"/>
              </a:ext>
            </a:extLst>
          </p:cNvPr>
          <p:cNvSpPr>
            <a:spLocks noGrp="1"/>
          </p:cNvSpPr>
          <p:nvPr/>
        </p:nvSpPr>
        <p:spPr>
          <a:xfrm>
            <a:off x="1219200" y="209550"/>
            <a:ext cx="8382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400" b="1" i="0">
                <a:solidFill>
                  <a:srgbClr val="FFFFFF"/>
                </a:solidFill>
                <a:latin typeface="Cambria"/>
                <a:ea typeface="Cambria"/>
                <a:cs typeface="Cambria"/>
              </a:defRPr>
            </a:pPr>
            <a:r>
              <a:rPr sz="2400" b="1" i="0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Aneurysm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8FD08A1-CC90-4303-A931-C59386174765}"/>
              </a:ext>
            </a:extLst>
          </p:cNvPr>
          <p:cNvSpPr>
            <a:spLocks noGrp="1"/>
          </p:cNvSpPr>
          <p:nvPr/>
        </p:nvSpPr>
        <p:spPr>
          <a:xfrm>
            <a:off x="1219200" y="666750"/>
            <a:ext cx="8382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125" b="0" i="1">
                <a:solidFill>
                  <a:srgbClr val="E6F5F3"/>
                </a:solidFill>
                <a:latin typeface="Calibri"/>
                <a:ea typeface="Calibri"/>
                <a:cs typeface="Calibri"/>
              </a:defRPr>
            </a:pPr>
            <a:r>
              <a:rPr sz="1125" b="0" i="1">
                <a:solidFill>
                  <a:srgbClr val="E6F5F3"/>
                </a:solidFill>
                <a:latin typeface="Calibri"/>
                <a:ea typeface="Calibri"/>
                <a:cs typeface="Calibri"/>
              </a:rPr>
              <a:t>6 times asked | 3 Write Notes | 3 Short Answers | part 1 of 2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F64F0672-BC5E-45E6-984D-D62265892F19}"/>
              </a:ext>
            </a:extLst>
          </p:cNvPr>
          <p:cNvSpPr>
            <a:spLocks noGrp="1"/>
          </p:cNvSpPr>
          <p:nvPr/>
        </p:nvSpPr>
        <p:spPr>
          <a:xfrm>
            <a:off x="9886950" y="381000"/>
            <a:ext cx="1714500" cy="285750"/>
          </a:xfrm>
          <a:prstGeom prst="roundRect">
            <a:avLst>
              <a:gd name="adj" fmla="val 40000"/>
            </a:avLst>
          </a:prstGeom>
          <a:solidFill>
            <a:srgbClr val="016B78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Rank 16/55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F2CE259-1E8F-4E1B-9D48-37A6980EBEF5}"/>
              </a:ext>
            </a:extLst>
          </p:cNvPr>
          <p:cNvSpPr>
            <a:spLocks noGrp="1"/>
          </p:cNvSpPr>
          <p:nvPr/>
        </p:nvSpPr>
        <p:spPr>
          <a:xfrm>
            <a:off x="552450" y="1200150"/>
            <a:ext cx="4000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1" i="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pPr>
            <a:r>
              <a:rPr sz="1275" b="1" i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Highlighted asked questions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60F7A2DD-A614-4ED4-AF61-576A2989CB0E}"/>
              </a:ext>
            </a:extLst>
          </p:cNvPr>
          <p:cNvSpPr>
            <a:spLocks noGrp="1"/>
          </p:cNvSpPr>
          <p:nvPr/>
        </p:nvSpPr>
        <p:spPr>
          <a:xfrm>
            <a:off x="552450" y="1562100"/>
            <a:ext cx="11087100" cy="1066800"/>
          </a:xfrm>
          <a:prstGeom prst="roundRect">
            <a:avLst>
              <a:gd name="adj" fmla="val 7143"/>
            </a:avLst>
          </a:prstGeom>
          <a:solidFill>
            <a:srgbClr val="FFF8D6"/>
          </a:solidFill>
          <a:ln w="9525">
            <a:solidFill>
              <a:srgbClr val="F2DF9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2EA57C2-1C72-42C0-A370-17635348065F}"/>
              </a:ext>
            </a:extLst>
          </p:cNvPr>
          <p:cNvSpPr>
            <a:spLocks noGrp="1"/>
          </p:cNvSpPr>
          <p:nvPr/>
        </p:nvSpPr>
        <p:spPr>
          <a:xfrm>
            <a:off x="552450" y="1562100"/>
            <a:ext cx="76200" cy="1066800"/>
          </a:xfrm>
          <a:prstGeom prst="rect">
            <a:avLst/>
          </a:prstGeom>
          <a:solidFill>
            <a:srgbClr val="F6C343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382FA67B-D8C9-4A23-8A07-F5BD63482657}"/>
              </a:ext>
            </a:extLst>
          </p:cNvPr>
          <p:cNvSpPr>
            <a:spLocks noGrp="1"/>
          </p:cNvSpPr>
          <p:nvPr/>
        </p:nvSpPr>
        <p:spPr>
          <a:xfrm>
            <a:off x="762000" y="1733550"/>
            <a:ext cx="990600" cy="285750"/>
          </a:xfrm>
          <a:prstGeom prst="roundRect">
            <a:avLst>
              <a:gd name="adj" fmla="val 40000"/>
            </a:avLst>
          </a:prstGeom>
          <a:solidFill>
            <a:srgbClr val="02809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OCT 2019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EB0CFA18-3FFB-4C7F-BF17-2DAD15629BFB}"/>
              </a:ext>
            </a:extLst>
          </p:cNvPr>
          <p:cNvSpPr>
            <a:spLocks noGrp="1"/>
          </p:cNvSpPr>
          <p:nvPr/>
        </p:nvSpPr>
        <p:spPr>
          <a:xfrm>
            <a:off x="1885950" y="1733550"/>
            <a:ext cx="1219200" cy="285750"/>
          </a:xfrm>
          <a:prstGeom prst="roundRect">
            <a:avLst>
              <a:gd name="adj" fmla="val 40000"/>
            </a:avLst>
          </a:prstGeom>
          <a:solidFill>
            <a:srgbClr val="02809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Write Notes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E4A69242-565C-4412-81B8-DE5DCF87890E}"/>
              </a:ext>
            </a:extLst>
          </p:cNvPr>
          <p:cNvSpPr>
            <a:spLocks noGrp="1"/>
          </p:cNvSpPr>
          <p:nvPr/>
        </p:nvSpPr>
        <p:spPr>
          <a:xfrm>
            <a:off x="3238500" y="1733550"/>
            <a:ext cx="514350" cy="285750"/>
          </a:xfrm>
          <a:prstGeom prst="roundRect">
            <a:avLst>
              <a:gd name="adj" fmla="val 40000"/>
            </a:avLst>
          </a:prstGeom>
          <a:solidFill>
            <a:srgbClr val="7C6A0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Q5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9C6CD0B-7D62-4A20-95E6-B452F4F06433}"/>
              </a:ext>
            </a:extLst>
          </p:cNvPr>
          <p:cNvSpPr>
            <a:spLocks noGrp="1"/>
          </p:cNvSpPr>
          <p:nvPr/>
        </p:nvSpPr>
        <p:spPr>
          <a:xfrm>
            <a:off x="10763250" y="1733550"/>
            <a:ext cx="666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pPr>
            <a:r>
              <a: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1 of 6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B385385-7C02-43B4-9D46-32A1FCE04ADD}"/>
              </a:ext>
            </a:extLst>
          </p:cNvPr>
          <p:cNvSpPr>
            <a:spLocks noGrp="1"/>
          </p:cNvSpPr>
          <p:nvPr/>
        </p:nvSpPr>
        <p:spPr>
          <a:xfrm>
            <a:off x="762000" y="2114550"/>
            <a:ext cx="106489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 i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rPr sz="1200" b="0" i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Aneurysm.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F84413B5-0C52-4D76-821C-D823E5C5CD0E}"/>
              </a:ext>
            </a:extLst>
          </p:cNvPr>
          <p:cNvSpPr>
            <a:spLocks noGrp="1"/>
          </p:cNvSpPr>
          <p:nvPr/>
        </p:nvSpPr>
        <p:spPr>
          <a:xfrm>
            <a:off x="552450" y="2800350"/>
            <a:ext cx="11087100" cy="1066800"/>
          </a:xfrm>
          <a:prstGeom prst="roundRect">
            <a:avLst>
              <a:gd name="adj" fmla="val 7143"/>
            </a:avLst>
          </a:prstGeom>
          <a:solidFill>
            <a:srgbClr val="FFF8D6"/>
          </a:solidFill>
          <a:ln w="9525">
            <a:solidFill>
              <a:srgbClr val="F2DF9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9B5E20F-01D6-41D7-8646-9537B431136B}"/>
              </a:ext>
            </a:extLst>
          </p:cNvPr>
          <p:cNvSpPr>
            <a:spLocks noGrp="1"/>
          </p:cNvSpPr>
          <p:nvPr/>
        </p:nvSpPr>
        <p:spPr>
          <a:xfrm>
            <a:off x="552450" y="2800350"/>
            <a:ext cx="76200" cy="1066800"/>
          </a:xfrm>
          <a:prstGeom prst="rect">
            <a:avLst/>
          </a:prstGeom>
          <a:solidFill>
            <a:srgbClr val="F6C343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6BAB1A0C-4059-478F-B0C7-F5C7D2F3ABDE}"/>
              </a:ext>
            </a:extLst>
          </p:cNvPr>
          <p:cNvSpPr>
            <a:spLocks noGrp="1"/>
          </p:cNvSpPr>
          <p:nvPr/>
        </p:nvSpPr>
        <p:spPr>
          <a:xfrm>
            <a:off x="762000" y="2971800"/>
            <a:ext cx="990600" cy="285750"/>
          </a:xfrm>
          <a:prstGeom prst="roundRect">
            <a:avLst>
              <a:gd name="adj" fmla="val 40000"/>
            </a:avLst>
          </a:prstGeom>
          <a:solidFill>
            <a:srgbClr val="02809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OCT 2022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FFB4EEB9-9D34-443C-890D-A974DFC58D47}"/>
              </a:ext>
            </a:extLst>
          </p:cNvPr>
          <p:cNvSpPr>
            <a:spLocks noGrp="1"/>
          </p:cNvSpPr>
          <p:nvPr/>
        </p:nvSpPr>
        <p:spPr>
          <a:xfrm>
            <a:off x="1885950" y="2971800"/>
            <a:ext cx="1219200" cy="285750"/>
          </a:xfrm>
          <a:prstGeom prst="roundRect">
            <a:avLst>
              <a:gd name="adj" fmla="val 40000"/>
            </a:avLst>
          </a:prstGeom>
          <a:solidFill>
            <a:srgbClr val="02809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Write Notes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DFC614F8-27CB-4F0D-889C-7D5B78F1405B}"/>
              </a:ext>
            </a:extLst>
          </p:cNvPr>
          <p:cNvSpPr>
            <a:spLocks noGrp="1"/>
          </p:cNvSpPr>
          <p:nvPr/>
        </p:nvSpPr>
        <p:spPr>
          <a:xfrm>
            <a:off x="3238500" y="2971800"/>
            <a:ext cx="514350" cy="285750"/>
          </a:xfrm>
          <a:prstGeom prst="roundRect">
            <a:avLst>
              <a:gd name="adj" fmla="val 40000"/>
            </a:avLst>
          </a:prstGeom>
          <a:solidFill>
            <a:srgbClr val="7C6A0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Q8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3EA7CBD-2CB8-45E9-B806-510D57D67A23}"/>
              </a:ext>
            </a:extLst>
          </p:cNvPr>
          <p:cNvSpPr>
            <a:spLocks noGrp="1"/>
          </p:cNvSpPr>
          <p:nvPr/>
        </p:nvSpPr>
        <p:spPr>
          <a:xfrm>
            <a:off x="10763250" y="2971800"/>
            <a:ext cx="666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pPr>
            <a:r>
              <a: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2 of 6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A1B608D-7B8C-4DDE-B86F-79000682CFF7}"/>
              </a:ext>
            </a:extLst>
          </p:cNvPr>
          <p:cNvSpPr>
            <a:spLocks noGrp="1"/>
          </p:cNvSpPr>
          <p:nvPr/>
        </p:nvSpPr>
        <p:spPr>
          <a:xfrm>
            <a:off x="762000" y="3352800"/>
            <a:ext cx="106489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 i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rPr sz="1200" b="0" i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Aneurysm.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FBCE3982-1A1A-4440-BE3C-F14BD10D2314}"/>
              </a:ext>
            </a:extLst>
          </p:cNvPr>
          <p:cNvSpPr>
            <a:spLocks noGrp="1"/>
          </p:cNvSpPr>
          <p:nvPr/>
        </p:nvSpPr>
        <p:spPr>
          <a:xfrm>
            <a:off x="552450" y="4038600"/>
            <a:ext cx="11087100" cy="1066800"/>
          </a:xfrm>
          <a:prstGeom prst="roundRect">
            <a:avLst>
              <a:gd name="adj" fmla="val 7143"/>
            </a:avLst>
          </a:prstGeom>
          <a:solidFill>
            <a:srgbClr val="FFF8D6"/>
          </a:solidFill>
          <a:ln w="9525">
            <a:solidFill>
              <a:srgbClr val="F2DF9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C72F151-6551-49C2-BC23-E9213F466DF4}"/>
              </a:ext>
            </a:extLst>
          </p:cNvPr>
          <p:cNvSpPr>
            <a:spLocks noGrp="1"/>
          </p:cNvSpPr>
          <p:nvPr/>
        </p:nvSpPr>
        <p:spPr>
          <a:xfrm>
            <a:off x="552450" y="4038600"/>
            <a:ext cx="76200" cy="1066800"/>
          </a:xfrm>
          <a:prstGeom prst="rect">
            <a:avLst/>
          </a:prstGeom>
          <a:solidFill>
            <a:srgbClr val="F6C343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26DA726D-9929-4B0B-94A6-65C810CAD2A8}"/>
              </a:ext>
            </a:extLst>
          </p:cNvPr>
          <p:cNvSpPr>
            <a:spLocks noGrp="1"/>
          </p:cNvSpPr>
          <p:nvPr/>
        </p:nvSpPr>
        <p:spPr>
          <a:xfrm>
            <a:off x="762000" y="4210050"/>
            <a:ext cx="990600" cy="285750"/>
          </a:xfrm>
          <a:prstGeom prst="roundRect">
            <a:avLst>
              <a:gd name="adj" fmla="val 40000"/>
            </a:avLst>
          </a:prstGeom>
          <a:solidFill>
            <a:srgbClr val="02809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MAR 2023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7BD54EC4-C520-4D33-BFEB-97AC538E52E6}"/>
              </a:ext>
            </a:extLst>
          </p:cNvPr>
          <p:cNvSpPr>
            <a:spLocks noGrp="1"/>
          </p:cNvSpPr>
          <p:nvPr/>
        </p:nvSpPr>
        <p:spPr>
          <a:xfrm>
            <a:off x="1885950" y="4210050"/>
            <a:ext cx="1219200" cy="285750"/>
          </a:xfrm>
          <a:prstGeom prst="roundRect">
            <a:avLst>
              <a:gd name="adj" fmla="val 40000"/>
            </a:avLst>
          </a:prstGeom>
          <a:solidFill>
            <a:srgbClr val="02809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Write Notes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2E45A5A2-30E6-4470-A1E4-FF790C27F601}"/>
              </a:ext>
            </a:extLst>
          </p:cNvPr>
          <p:cNvSpPr>
            <a:spLocks noGrp="1"/>
          </p:cNvSpPr>
          <p:nvPr/>
        </p:nvSpPr>
        <p:spPr>
          <a:xfrm>
            <a:off x="3238500" y="4210050"/>
            <a:ext cx="514350" cy="285750"/>
          </a:xfrm>
          <a:prstGeom prst="roundRect">
            <a:avLst>
              <a:gd name="adj" fmla="val 40000"/>
            </a:avLst>
          </a:prstGeom>
          <a:solidFill>
            <a:srgbClr val="7C6A0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Q9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59A9CB9F-1253-480F-89B1-D5CDE542E5B7}"/>
              </a:ext>
            </a:extLst>
          </p:cNvPr>
          <p:cNvSpPr>
            <a:spLocks noGrp="1"/>
          </p:cNvSpPr>
          <p:nvPr/>
        </p:nvSpPr>
        <p:spPr>
          <a:xfrm>
            <a:off x="10763250" y="4210050"/>
            <a:ext cx="666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pPr>
            <a:r>
              <a: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3 of 6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CD22083-CD4B-4D67-B362-55468B69CECC}"/>
              </a:ext>
            </a:extLst>
          </p:cNvPr>
          <p:cNvSpPr>
            <a:spLocks noGrp="1"/>
          </p:cNvSpPr>
          <p:nvPr/>
        </p:nvSpPr>
        <p:spPr>
          <a:xfrm>
            <a:off x="762000" y="4591050"/>
            <a:ext cx="106489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 i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rPr sz="1200" b="0" i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Veratrumviride and Barytamur in Aneurysm.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C251EC5A-E2F8-4082-B306-A5896A6D89C3}"/>
              </a:ext>
            </a:extLst>
          </p:cNvPr>
          <p:cNvSpPr>
            <a:spLocks noGrp="1"/>
          </p:cNvSpPr>
          <p:nvPr/>
        </p:nvSpPr>
        <p:spPr>
          <a:xfrm>
            <a:off x="552450" y="5276850"/>
            <a:ext cx="11087100" cy="1066800"/>
          </a:xfrm>
          <a:prstGeom prst="roundRect">
            <a:avLst>
              <a:gd name="adj" fmla="val 7143"/>
            </a:avLst>
          </a:prstGeom>
          <a:solidFill>
            <a:srgbClr val="FFF8D6"/>
          </a:solidFill>
          <a:ln w="9525">
            <a:solidFill>
              <a:srgbClr val="F2DF9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801B4E7A-07DB-467C-A1A4-82A3F940130A}"/>
              </a:ext>
            </a:extLst>
          </p:cNvPr>
          <p:cNvSpPr>
            <a:spLocks noGrp="1"/>
          </p:cNvSpPr>
          <p:nvPr/>
        </p:nvSpPr>
        <p:spPr>
          <a:xfrm>
            <a:off x="552450" y="5276850"/>
            <a:ext cx="76200" cy="1066800"/>
          </a:xfrm>
          <a:prstGeom prst="rect">
            <a:avLst/>
          </a:prstGeom>
          <a:solidFill>
            <a:srgbClr val="F6C343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9493C1C9-4A54-4571-9706-56B74580BB5C}"/>
              </a:ext>
            </a:extLst>
          </p:cNvPr>
          <p:cNvSpPr>
            <a:spLocks noGrp="1"/>
          </p:cNvSpPr>
          <p:nvPr/>
        </p:nvSpPr>
        <p:spPr>
          <a:xfrm>
            <a:off x="762000" y="5448300"/>
            <a:ext cx="990600" cy="285750"/>
          </a:xfrm>
          <a:prstGeom prst="roundRect">
            <a:avLst>
              <a:gd name="adj" fmla="val 40000"/>
            </a:avLst>
          </a:prstGeom>
          <a:solidFill>
            <a:srgbClr val="02809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SEP 2023</a:t>
            </a: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2B009411-86DD-4C99-ACA4-CC3B61CDCF74}"/>
              </a:ext>
            </a:extLst>
          </p:cNvPr>
          <p:cNvSpPr>
            <a:spLocks noGrp="1"/>
          </p:cNvSpPr>
          <p:nvPr/>
        </p:nvSpPr>
        <p:spPr>
          <a:xfrm>
            <a:off x="1885950" y="5448300"/>
            <a:ext cx="1219200" cy="285750"/>
          </a:xfrm>
          <a:prstGeom prst="roundRect">
            <a:avLst>
              <a:gd name="adj" fmla="val 40000"/>
            </a:avLst>
          </a:prstGeom>
          <a:solidFill>
            <a:srgbClr val="2563A8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Short Answers</a:t>
            </a: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01CA3669-7648-48AC-987C-C318FF0F3A18}"/>
              </a:ext>
            </a:extLst>
          </p:cNvPr>
          <p:cNvSpPr>
            <a:spLocks noGrp="1"/>
          </p:cNvSpPr>
          <p:nvPr/>
        </p:nvSpPr>
        <p:spPr>
          <a:xfrm>
            <a:off x="3238500" y="5448300"/>
            <a:ext cx="514350" cy="285750"/>
          </a:xfrm>
          <a:prstGeom prst="roundRect">
            <a:avLst>
              <a:gd name="adj" fmla="val 40000"/>
            </a:avLst>
          </a:prstGeom>
          <a:solidFill>
            <a:srgbClr val="7C6A0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Q3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80A0944E-8B5D-4982-AD25-D3D8527BB09B}"/>
              </a:ext>
            </a:extLst>
          </p:cNvPr>
          <p:cNvSpPr>
            <a:spLocks noGrp="1"/>
          </p:cNvSpPr>
          <p:nvPr/>
        </p:nvSpPr>
        <p:spPr>
          <a:xfrm>
            <a:off x="10763250" y="5448300"/>
            <a:ext cx="666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pPr>
            <a:r>
              <a: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4 of 6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CB0D6C52-62CB-49FC-BD2A-FFC7FD9EFB72}"/>
              </a:ext>
            </a:extLst>
          </p:cNvPr>
          <p:cNvSpPr>
            <a:spLocks noGrp="1"/>
          </p:cNvSpPr>
          <p:nvPr/>
        </p:nvSpPr>
        <p:spPr>
          <a:xfrm>
            <a:off x="762000" y="5829300"/>
            <a:ext cx="106489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 i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rPr sz="1200" b="0" i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Aneurysm.</a:t>
            </a:r>
          </a:p>
        </p:txBody>
      </p:sp>
    </p:spTree>
    <p:extLst>
      <p:ext uri="{BB962C8B-B14F-4D97-AF65-F5344CB8AC3E}">
        <p14:creationId xmlns:p14="http://schemas.microsoft.com/office/powerpoint/2010/main" val="195726219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2F882874-06E1-4AC2-AE1E-9EEB87AE660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066800"/>
          </a:xfrm>
          <a:prstGeom prst="rect">
            <a:avLst/>
          </a:prstGeom>
          <a:solidFill>
            <a:srgbClr val="028090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CEA24323-A7A8-4E9C-87AC-8B553DB0B074}"/>
              </a:ext>
            </a:extLst>
          </p:cNvPr>
          <p:cNvSpPr>
            <a:spLocks noGrp="1"/>
          </p:cNvSpPr>
          <p:nvPr/>
        </p:nvSpPr>
        <p:spPr>
          <a:xfrm>
            <a:off x="457200" y="285750"/>
            <a:ext cx="533400" cy="533400"/>
          </a:xfrm>
          <a:prstGeom prst="ellipse">
            <a:avLst/>
          </a:prstGeom>
          <a:solidFill>
            <a:srgbClr val="00A896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6AB1BCF-ABA4-4493-9503-B4C466F02D48}"/>
              </a:ext>
            </a:extLst>
          </p:cNvPr>
          <p:cNvSpPr>
            <a:spLocks noGrp="1"/>
          </p:cNvSpPr>
          <p:nvPr/>
        </p:nvSpPr>
        <p:spPr>
          <a:xfrm>
            <a:off x="457200" y="381000"/>
            <a:ext cx="5334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57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7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16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1BAFAAA-97A8-4DB6-B934-53099C76B83A}"/>
              </a:ext>
            </a:extLst>
          </p:cNvPr>
          <p:cNvSpPr>
            <a:spLocks noGrp="1"/>
          </p:cNvSpPr>
          <p:nvPr/>
        </p:nvSpPr>
        <p:spPr>
          <a:xfrm>
            <a:off x="1219200" y="209550"/>
            <a:ext cx="8382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400" b="1" i="0">
                <a:solidFill>
                  <a:srgbClr val="FFFFFF"/>
                </a:solidFill>
                <a:latin typeface="Cambria"/>
                <a:ea typeface="Cambria"/>
                <a:cs typeface="Cambria"/>
              </a:defRPr>
            </a:pPr>
            <a:r>
              <a:rPr sz="2400" b="1" i="0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Aneurysm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6E2B418-4EDE-41C8-83ED-2E21158E2287}"/>
              </a:ext>
            </a:extLst>
          </p:cNvPr>
          <p:cNvSpPr>
            <a:spLocks noGrp="1"/>
          </p:cNvSpPr>
          <p:nvPr/>
        </p:nvSpPr>
        <p:spPr>
          <a:xfrm>
            <a:off x="1219200" y="666750"/>
            <a:ext cx="8382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125" b="0" i="1">
                <a:solidFill>
                  <a:srgbClr val="E6F5F3"/>
                </a:solidFill>
                <a:latin typeface="Calibri"/>
                <a:ea typeface="Calibri"/>
                <a:cs typeface="Calibri"/>
              </a:defRPr>
            </a:pPr>
            <a:r>
              <a:rPr sz="1125" b="0" i="1">
                <a:solidFill>
                  <a:srgbClr val="E6F5F3"/>
                </a:solidFill>
                <a:latin typeface="Calibri"/>
                <a:ea typeface="Calibri"/>
                <a:cs typeface="Calibri"/>
              </a:rPr>
              <a:t>6 times asked | 3 Write Notes | 3 Short Answers | part 2 of 2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168D46C5-3391-489B-B09F-AB8BAA8038E5}"/>
              </a:ext>
            </a:extLst>
          </p:cNvPr>
          <p:cNvSpPr>
            <a:spLocks noGrp="1"/>
          </p:cNvSpPr>
          <p:nvPr/>
        </p:nvSpPr>
        <p:spPr>
          <a:xfrm>
            <a:off x="9886950" y="381000"/>
            <a:ext cx="1714500" cy="285750"/>
          </a:xfrm>
          <a:prstGeom prst="roundRect">
            <a:avLst>
              <a:gd name="adj" fmla="val 40000"/>
            </a:avLst>
          </a:prstGeom>
          <a:solidFill>
            <a:srgbClr val="016B78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Rank 16/55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4BD0D8D-C372-4609-905F-B0F5971AD733}"/>
              </a:ext>
            </a:extLst>
          </p:cNvPr>
          <p:cNvSpPr>
            <a:spLocks noGrp="1"/>
          </p:cNvSpPr>
          <p:nvPr/>
        </p:nvSpPr>
        <p:spPr>
          <a:xfrm>
            <a:off x="552450" y="1200150"/>
            <a:ext cx="4000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1" i="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pPr>
            <a:r>
              <a:rPr sz="1275" b="1" i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Highlighted asked questions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2B2FBE40-4749-49B5-8DA9-A8C2E672F4FF}"/>
              </a:ext>
            </a:extLst>
          </p:cNvPr>
          <p:cNvSpPr>
            <a:spLocks noGrp="1"/>
          </p:cNvSpPr>
          <p:nvPr/>
        </p:nvSpPr>
        <p:spPr>
          <a:xfrm>
            <a:off x="552450" y="1562100"/>
            <a:ext cx="11087100" cy="1066800"/>
          </a:xfrm>
          <a:prstGeom prst="roundRect">
            <a:avLst>
              <a:gd name="adj" fmla="val 7143"/>
            </a:avLst>
          </a:prstGeom>
          <a:solidFill>
            <a:srgbClr val="FFF8D6"/>
          </a:solidFill>
          <a:ln w="9525">
            <a:solidFill>
              <a:srgbClr val="F2DF9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1D1F4BA-2CB8-4339-B2B3-97FD3371C349}"/>
              </a:ext>
            </a:extLst>
          </p:cNvPr>
          <p:cNvSpPr>
            <a:spLocks noGrp="1"/>
          </p:cNvSpPr>
          <p:nvPr/>
        </p:nvSpPr>
        <p:spPr>
          <a:xfrm>
            <a:off x="552450" y="1562100"/>
            <a:ext cx="76200" cy="1066800"/>
          </a:xfrm>
          <a:prstGeom prst="rect">
            <a:avLst/>
          </a:prstGeom>
          <a:solidFill>
            <a:srgbClr val="F6C343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C21C2472-FC0E-48CD-BCA8-7F940386252F}"/>
              </a:ext>
            </a:extLst>
          </p:cNvPr>
          <p:cNvSpPr>
            <a:spLocks noGrp="1"/>
          </p:cNvSpPr>
          <p:nvPr/>
        </p:nvSpPr>
        <p:spPr>
          <a:xfrm>
            <a:off x="762000" y="1733550"/>
            <a:ext cx="990600" cy="285750"/>
          </a:xfrm>
          <a:prstGeom prst="roundRect">
            <a:avLst>
              <a:gd name="adj" fmla="val 40000"/>
            </a:avLst>
          </a:prstGeom>
          <a:solidFill>
            <a:srgbClr val="02809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AUG 2024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1AF2D379-082C-48AB-9F0B-F08B5B764853}"/>
              </a:ext>
            </a:extLst>
          </p:cNvPr>
          <p:cNvSpPr>
            <a:spLocks noGrp="1"/>
          </p:cNvSpPr>
          <p:nvPr/>
        </p:nvSpPr>
        <p:spPr>
          <a:xfrm>
            <a:off x="1885950" y="1733550"/>
            <a:ext cx="1219200" cy="285750"/>
          </a:xfrm>
          <a:prstGeom prst="roundRect">
            <a:avLst>
              <a:gd name="adj" fmla="val 40000"/>
            </a:avLst>
          </a:prstGeom>
          <a:solidFill>
            <a:srgbClr val="2563A8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Short Answers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8D31C1A7-A586-4746-81A7-2C29C59FFE92}"/>
              </a:ext>
            </a:extLst>
          </p:cNvPr>
          <p:cNvSpPr>
            <a:spLocks noGrp="1"/>
          </p:cNvSpPr>
          <p:nvPr/>
        </p:nvSpPr>
        <p:spPr>
          <a:xfrm>
            <a:off x="3238500" y="1733550"/>
            <a:ext cx="514350" cy="285750"/>
          </a:xfrm>
          <a:prstGeom prst="roundRect">
            <a:avLst>
              <a:gd name="adj" fmla="val 40000"/>
            </a:avLst>
          </a:prstGeom>
          <a:solidFill>
            <a:srgbClr val="7C6A0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Q9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27DD305-B67B-46A4-9EF7-E1F9636E3619}"/>
              </a:ext>
            </a:extLst>
          </p:cNvPr>
          <p:cNvSpPr>
            <a:spLocks noGrp="1"/>
          </p:cNvSpPr>
          <p:nvPr/>
        </p:nvSpPr>
        <p:spPr>
          <a:xfrm>
            <a:off x="10763250" y="1733550"/>
            <a:ext cx="666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pPr>
            <a:r>
              <a: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5 of 6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75E2D14-033A-4785-8603-66555D7C2C77}"/>
              </a:ext>
            </a:extLst>
          </p:cNvPr>
          <p:cNvSpPr>
            <a:spLocks noGrp="1"/>
          </p:cNvSpPr>
          <p:nvPr/>
        </p:nvSpPr>
        <p:spPr>
          <a:xfrm>
            <a:off x="762000" y="2114550"/>
            <a:ext cx="106489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 i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rPr sz="1200" b="0" i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Aneurysm - two drugs.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0AB0AC7E-AB11-4076-82DE-178EE46F8418}"/>
              </a:ext>
            </a:extLst>
          </p:cNvPr>
          <p:cNvSpPr>
            <a:spLocks noGrp="1"/>
          </p:cNvSpPr>
          <p:nvPr/>
        </p:nvSpPr>
        <p:spPr>
          <a:xfrm>
            <a:off x="552450" y="2800350"/>
            <a:ext cx="11087100" cy="1066800"/>
          </a:xfrm>
          <a:prstGeom prst="roundRect">
            <a:avLst>
              <a:gd name="adj" fmla="val 7143"/>
            </a:avLst>
          </a:prstGeom>
          <a:solidFill>
            <a:srgbClr val="FFF8D6"/>
          </a:solidFill>
          <a:ln w="9525">
            <a:solidFill>
              <a:srgbClr val="F2DF9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19DACCF-884E-4968-AB21-8B8BAA615933}"/>
              </a:ext>
            </a:extLst>
          </p:cNvPr>
          <p:cNvSpPr>
            <a:spLocks noGrp="1"/>
          </p:cNvSpPr>
          <p:nvPr/>
        </p:nvSpPr>
        <p:spPr>
          <a:xfrm>
            <a:off x="552450" y="2800350"/>
            <a:ext cx="76200" cy="1066800"/>
          </a:xfrm>
          <a:prstGeom prst="rect">
            <a:avLst/>
          </a:prstGeom>
          <a:solidFill>
            <a:srgbClr val="F6C343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C7BA5FD0-2965-4C12-93B4-BFC1C614D3A5}"/>
              </a:ext>
            </a:extLst>
          </p:cNvPr>
          <p:cNvSpPr>
            <a:spLocks noGrp="1"/>
          </p:cNvSpPr>
          <p:nvPr/>
        </p:nvSpPr>
        <p:spPr>
          <a:xfrm>
            <a:off x="762000" y="2971800"/>
            <a:ext cx="990600" cy="285750"/>
          </a:xfrm>
          <a:prstGeom prst="roundRect">
            <a:avLst>
              <a:gd name="adj" fmla="val 40000"/>
            </a:avLst>
          </a:prstGeom>
          <a:solidFill>
            <a:srgbClr val="02809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OCT 2025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0DA8D774-D744-431A-AA5D-DB85F9E1ADCE}"/>
              </a:ext>
            </a:extLst>
          </p:cNvPr>
          <p:cNvSpPr>
            <a:spLocks noGrp="1"/>
          </p:cNvSpPr>
          <p:nvPr/>
        </p:nvSpPr>
        <p:spPr>
          <a:xfrm>
            <a:off x="1885950" y="2971800"/>
            <a:ext cx="1219200" cy="285750"/>
          </a:xfrm>
          <a:prstGeom prst="roundRect">
            <a:avLst>
              <a:gd name="adj" fmla="val 40000"/>
            </a:avLst>
          </a:prstGeom>
          <a:solidFill>
            <a:srgbClr val="2563A8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Short Answers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AB1F45BD-AAE1-4EBE-909D-AE52F4060DE9}"/>
              </a:ext>
            </a:extLst>
          </p:cNvPr>
          <p:cNvSpPr>
            <a:spLocks noGrp="1"/>
          </p:cNvSpPr>
          <p:nvPr/>
        </p:nvSpPr>
        <p:spPr>
          <a:xfrm>
            <a:off x="3238500" y="2971800"/>
            <a:ext cx="514350" cy="285750"/>
          </a:xfrm>
          <a:prstGeom prst="roundRect">
            <a:avLst>
              <a:gd name="adj" fmla="val 40000"/>
            </a:avLst>
          </a:prstGeom>
          <a:solidFill>
            <a:srgbClr val="7C6A0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Q6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960C5E2-9B47-42BD-B0C7-59C12D4C10F9}"/>
              </a:ext>
            </a:extLst>
          </p:cNvPr>
          <p:cNvSpPr>
            <a:spLocks noGrp="1"/>
          </p:cNvSpPr>
          <p:nvPr/>
        </p:nvSpPr>
        <p:spPr>
          <a:xfrm>
            <a:off x="10763250" y="2971800"/>
            <a:ext cx="666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pPr>
            <a:r>
              <a: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6 of 6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9175639-B548-405E-9E36-3C407FE10F84}"/>
              </a:ext>
            </a:extLst>
          </p:cNvPr>
          <p:cNvSpPr>
            <a:spLocks noGrp="1"/>
          </p:cNvSpPr>
          <p:nvPr/>
        </p:nvSpPr>
        <p:spPr>
          <a:xfrm>
            <a:off x="762000" y="3352800"/>
            <a:ext cx="106489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 i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rPr sz="1200" b="0" i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Aneurysm - two drugs.</a:t>
            </a:r>
          </a:p>
        </p:txBody>
      </p:sp>
    </p:spTree>
    <p:extLst>
      <p:ext uri="{BB962C8B-B14F-4D97-AF65-F5344CB8AC3E}">
        <p14:creationId xmlns:p14="http://schemas.microsoft.com/office/powerpoint/2010/main" val="187105816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 35">
            <a:extLst>
              <a:ext uri="{FF2B5EF4-FFF2-40B4-BE49-F238E27FC236}">
                <a16:creationId xmlns:a16="http://schemas.microsoft.com/office/drawing/2014/main" id="{26B125BE-3390-40DF-BCB9-82FECC85A42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066800"/>
          </a:xfrm>
          <a:prstGeom prst="rect">
            <a:avLst/>
          </a:prstGeom>
          <a:solidFill>
            <a:srgbClr val="028090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CD476331-E7E0-410D-AAF1-887C4827524E}"/>
              </a:ext>
            </a:extLst>
          </p:cNvPr>
          <p:cNvSpPr>
            <a:spLocks noGrp="1"/>
          </p:cNvSpPr>
          <p:nvPr/>
        </p:nvSpPr>
        <p:spPr>
          <a:xfrm>
            <a:off x="457200" y="285750"/>
            <a:ext cx="533400" cy="533400"/>
          </a:xfrm>
          <a:prstGeom prst="ellipse">
            <a:avLst/>
          </a:prstGeom>
          <a:solidFill>
            <a:srgbClr val="00A896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DDC2D9E-FFCD-487A-9F8A-6E5DD2D21EE7}"/>
              </a:ext>
            </a:extLst>
          </p:cNvPr>
          <p:cNvSpPr>
            <a:spLocks noGrp="1"/>
          </p:cNvSpPr>
          <p:nvPr/>
        </p:nvSpPr>
        <p:spPr>
          <a:xfrm>
            <a:off x="457200" y="381000"/>
            <a:ext cx="5334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57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7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17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967A3DA-8BEA-48F6-A798-745F851380F0}"/>
              </a:ext>
            </a:extLst>
          </p:cNvPr>
          <p:cNvSpPr>
            <a:spLocks noGrp="1"/>
          </p:cNvSpPr>
          <p:nvPr/>
        </p:nvSpPr>
        <p:spPr>
          <a:xfrm>
            <a:off x="1219200" y="209550"/>
            <a:ext cx="8382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400" b="1" i="0">
                <a:solidFill>
                  <a:srgbClr val="FFFFFF"/>
                </a:solidFill>
                <a:latin typeface="Cambria"/>
                <a:ea typeface="Cambria"/>
                <a:cs typeface="Cambria"/>
              </a:defRPr>
            </a:pPr>
            <a:r>
              <a:rPr sz="2400" b="1" i="0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Dermoid cyst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01D0DDB-A408-4FCF-BEF9-19F4D88CB670}"/>
              </a:ext>
            </a:extLst>
          </p:cNvPr>
          <p:cNvSpPr>
            <a:spLocks noGrp="1"/>
          </p:cNvSpPr>
          <p:nvPr/>
        </p:nvSpPr>
        <p:spPr>
          <a:xfrm>
            <a:off x="1219200" y="666750"/>
            <a:ext cx="8382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125" b="0" i="1">
                <a:solidFill>
                  <a:srgbClr val="E6F5F3"/>
                </a:solidFill>
                <a:latin typeface="Calibri"/>
                <a:ea typeface="Calibri"/>
                <a:cs typeface="Calibri"/>
              </a:defRPr>
            </a:pPr>
            <a:r>
              <a:rPr sz="1125" b="0" i="1">
                <a:solidFill>
                  <a:srgbClr val="E6F5F3"/>
                </a:solidFill>
                <a:latin typeface="Calibri"/>
                <a:ea typeface="Calibri"/>
                <a:cs typeface="Calibri"/>
              </a:rPr>
              <a:t>6 times asked | 3 Write Notes | 3 Short Answers | part 1 of 2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31983FA5-92FF-4EF4-9031-8C5EE4F85909}"/>
              </a:ext>
            </a:extLst>
          </p:cNvPr>
          <p:cNvSpPr>
            <a:spLocks noGrp="1"/>
          </p:cNvSpPr>
          <p:nvPr/>
        </p:nvSpPr>
        <p:spPr>
          <a:xfrm>
            <a:off x="9886950" y="381000"/>
            <a:ext cx="1714500" cy="285750"/>
          </a:xfrm>
          <a:prstGeom prst="roundRect">
            <a:avLst>
              <a:gd name="adj" fmla="val 40000"/>
            </a:avLst>
          </a:prstGeom>
          <a:solidFill>
            <a:srgbClr val="016B78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Rank 17/55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064A999-A65F-419D-8BEF-8D71CDBEF17D}"/>
              </a:ext>
            </a:extLst>
          </p:cNvPr>
          <p:cNvSpPr>
            <a:spLocks noGrp="1"/>
          </p:cNvSpPr>
          <p:nvPr/>
        </p:nvSpPr>
        <p:spPr>
          <a:xfrm>
            <a:off x="552450" y="1200150"/>
            <a:ext cx="4000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1" i="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pPr>
            <a:r>
              <a:rPr sz="1275" b="1" i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Highlighted asked questions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534F82F0-B911-409D-AF71-5BD97F2482A5}"/>
              </a:ext>
            </a:extLst>
          </p:cNvPr>
          <p:cNvSpPr>
            <a:spLocks noGrp="1"/>
          </p:cNvSpPr>
          <p:nvPr/>
        </p:nvSpPr>
        <p:spPr>
          <a:xfrm>
            <a:off x="552450" y="1562100"/>
            <a:ext cx="11087100" cy="1066800"/>
          </a:xfrm>
          <a:prstGeom prst="roundRect">
            <a:avLst>
              <a:gd name="adj" fmla="val 7143"/>
            </a:avLst>
          </a:prstGeom>
          <a:solidFill>
            <a:srgbClr val="FFF8D6"/>
          </a:solidFill>
          <a:ln w="9525">
            <a:solidFill>
              <a:srgbClr val="F2DF9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C622D40-2F01-4407-86A6-A52988EC52A7}"/>
              </a:ext>
            </a:extLst>
          </p:cNvPr>
          <p:cNvSpPr>
            <a:spLocks noGrp="1"/>
          </p:cNvSpPr>
          <p:nvPr/>
        </p:nvSpPr>
        <p:spPr>
          <a:xfrm>
            <a:off x="552450" y="1562100"/>
            <a:ext cx="76200" cy="1066800"/>
          </a:xfrm>
          <a:prstGeom prst="rect">
            <a:avLst/>
          </a:prstGeom>
          <a:solidFill>
            <a:srgbClr val="F6C343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721F3809-1B87-4773-AE32-15D0F1446C9B}"/>
              </a:ext>
            </a:extLst>
          </p:cNvPr>
          <p:cNvSpPr>
            <a:spLocks noGrp="1"/>
          </p:cNvSpPr>
          <p:nvPr/>
        </p:nvSpPr>
        <p:spPr>
          <a:xfrm>
            <a:off x="762000" y="1733550"/>
            <a:ext cx="990600" cy="285750"/>
          </a:xfrm>
          <a:prstGeom prst="roundRect">
            <a:avLst>
              <a:gd name="adj" fmla="val 40000"/>
            </a:avLst>
          </a:prstGeom>
          <a:solidFill>
            <a:srgbClr val="02809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MAY 2019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12EFF68B-29A4-4CA5-910D-5FADD981CC9B}"/>
              </a:ext>
            </a:extLst>
          </p:cNvPr>
          <p:cNvSpPr>
            <a:spLocks noGrp="1"/>
          </p:cNvSpPr>
          <p:nvPr/>
        </p:nvSpPr>
        <p:spPr>
          <a:xfrm>
            <a:off x="1885950" y="1733550"/>
            <a:ext cx="1219200" cy="285750"/>
          </a:xfrm>
          <a:prstGeom prst="roundRect">
            <a:avLst>
              <a:gd name="adj" fmla="val 40000"/>
            </a:avLst>
          </a:prstGeom>
          <a:solidFill>
            <a:srgbClr val="02809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Write Notes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E806A217-8303-423A-A8F1-09968B7B9E9A}"/>
              </a:ext>
            </a:extLst>
          </p:cNvPr>
          <p:cNvSpPr>
            <a:spLocks noGrp="1"/>
          </p:cNvSpPr>
          <p:nvPr/>
        </p:nvSpPr>
        <p:spPr>
          <a:xfrm>
            <a:off x="3238500" y="1733550"/>
            <a:ext cx="514350" cy="285750"/>
          </a:xfrm>
          <a:prstGeom prst="roundRect">
            <a:avLst>
              <a:gd name="adj" fmla="val 40000"/>
            </a:avLst>
          </a:prstGeom>
          <a:solidFill>
            <a:srgbClr val="7C6A0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Q4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EEF74C1-711D-4FE4-A21A-D6265436EFFE}"/>
              </a:ext>
            </a:extLst>
          </p:cNvPr>
          <p:cNvSpPr>
            <a:spLocks noGrp="1"/>
          </p:cNvSpPr>
          <p:nvPr/>
        </p:nvSpPr>
        <p:spPr>
          <a:xfrm>
            <a:off x="10763250" y="1733550"/>
            <a:ext cx="666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pPr>
            <a:r>
              <a: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1 of 6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40ABC27-0013-455F-B622-50F20A56A1A2}"/>
              </a:ext>
            </a:extLst>
          </p:cNvPr>
          <p:cNvSpPr>
            <a:spLocks noGrp="1"/>
          </p:cNvSpPr>
          <p:nvPr/>
        </p:nvSpPr>
        <p:spPr>
          <a:xfrm>
            <a:off x="762000" y="2114550"/>
            <a:ext cx="106489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 i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rPr sz="1200" b="0" i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Dermoid cyst.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CF884D5F-114A-4875-8CFA-BAA75537EA90}"/>
              </a:ext>
            </a:extLst>
          </p:cNvPr>
          <p:cNvSpPr>
            <a:spLocks noGrp="1"/>
          </p:cNvSpPr>
          <p:nvPr/>
        </p:nvSpPr>
        <p:spPr>
          <a:xfrm>
            <a:off x="552450" y="2800350"/>
            <a:ext cx="11087100" cy="1066800"/>
          </a:xfrm>
          <a:prstGeom prst="roundRect">
            <a:avLst>
              <a:gd name="adj" fmla="val 7143"/>
            </a:avLst>
          </a:prstGeom>
          <a:solidFill>
            <a:srgbClr val="FFF8D6"/>
          </a:solidFill>
          <a:ln w="9525">
            <a:solidFill>
              <a:srgbClr val="F2DF9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D3AC866-0664-4FBF-97A7-F99D44652A07}"/>
              </a:ext>
            </a:extLst>
          </p:cNvPr>
          <p:cNvSpPr>
            <a:spLocks noGrp="1"/>
          </p:cNvSpPr>
          <p:nvPr/>
        </p:nvSpPr>
        <p:spPr>
          <a:xfrm>
            <a:off x="552450" y="2800350"/>
            <a:ext cx="76200" cy="1066800"/>
          </a:xfrm>
          <a:prstGeom prst="rect">
            <a:avLst/>
          </a:prstGeom>
          <a:solidFill>
            <a:srgbClr val="F6C343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2E6E11E6-2D34-415D-8904-05F7C0E6C344}"/>
              </a:ext>
            </a:extLst>
          </p:cNvPr>
          <p:cNvSpPr>
            <a:spLocks noGrp="1"/>
          </p:cNvSpPr>
          <p:nvPr/>
        </p:nvSpPr>
        <p:spPr>
          <a:xfrm>
            <a:off x="762000" y="2971800"/>
            <a:ext cx="990600" cy="285750"/>
          </a:xfrm>
          <a:prstGeom prst="roundRect">
            <a:avLst>
              <a:gd name="adj" fmla="val 40000"/>
            </a:avLst>
          </a:prstGeom>
          <a:solidFill>
            <a:srgbClr val="02809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OCT 2019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83DA25BA-05C8-455B-B11D-AD3A41C9A8BE}"/>
              </a:ext>
            </a:extLst>
          </p:cNvPr>
          <p:cNvSpPr>
            <a:spLocks noGrp="1"/>
          </p:cNvSpPr>
          <p:nvPr/>
        </p:nvSpPr>
        <p:spPr>
          <a:xfrm>
            <a:off x="1885950" y="2971800"/>
            <a:ext cx="1219200" cy="285750"/>
          </a:xfrm>
          <a:prstGeom prst="roundRect">
            <a:avLst>
              <a:gd name="adj" fmla="val 40000"/>
            </a:avLst>
          </a:prstGeom>
          <a:solidFill>
            <a:srgbClr val="2563A8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Short Answers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18177E16-FC12-4D53-8436-31714DF078BC}"/>
              </a:ext>
            </a:extLst>
          </p:cNvPr>
          <p:cNvSpPr>
            <a:spLocks noGrp="1"/>
          </p:cNvSpPr>
          <p:nvPr/>
        </p:nvSpPr>
        <p:spPr>
          <a:xfrm>
            <a:off x="3238500" y="2971800"/>
            <a:ext cx="514350" cy="285750"/>
          </a:xfrm>
          <a:prstGeom prst="roundRect">
            <a:avLst>
              <a:gd name="adj" fmla="val 40000"/>
            </a:avLst>
          </a:prstGeom>
          <a:solidFill>
            <a:srgbClr val="7C6A0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Q4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8CEC459-BB2D-4A07-B3F4-CD9D1558B933}"/>
              </a:ext>
            </a:extLst>
          </p:cNvPr>
          <p:cNvSpPr>
            <a:spLocks noGrp="1"/>
          </p:cNvSpPr>
          <p:nvPr/>
        </p:nvSpPr>
        <p:spPr>
          <a:xfrm>
            <a:off x="10763250" y="2971800"/>
            <a:ext cx="666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pPr>
            <a:r>
              <a: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2 of 6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DE806E9-A330-4132-837F-8CDC0ECC4450}"/>
              </a:ext>
            </a:extLst>
          </p:cNvPr>
          <p:cNvSpPr>
            <a:spLocks noGrp="1"/>
          </p:cNvSpPr>
          <p:nvPr/>
        </p:nvSpPr>
        <p:spPr>
          <a:xfrm>
            <a:off x="762000" y="3352800"/>
            <a:ext cx="106489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 i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rPr sz="1200" b="0" i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Implantation Dermoid.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AAEDD5F7-79A9-44C7-83A9-1DD0C4858181}"/>
              </a:ext>
            </a:extLst>
          </p:cNvPr>
          <p:cNvSpPr>
            <a:spLocks noGrp="1"/>
          </p:cNvSpPr>
          <p:nvPr/>
        </p:nvSpPr>
        <p:spPr>
          <a:xfrm>
            <a:off x="552450" y="4038600"/>
            <a:ext cx="11087100" cy="1066800"/>
          </a:xfrm>
          <a:prstGeom prst="roundRect">
            <a:avLst>
              <a:gd name="adj" fmla="val 7143"/>
            </a:avLst>
          </a:prstGeom>
          <a:solidFill>
            <a:srgbClr val="FFF8D6"/>
          </a:solidFill>
          <a:ln w="9525">
            <a:solidFill>
              <a:srgbClr val="F2DF9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BF0AF94-7ED2-47BF-8CCB-CF1C9A5D3209}"/>
              </a:ext>
            </a:extLst>
          </p:cNvPr>
          <p:cNvSpPr>
            <a:spLocks noGrp="1"/>
          </p:cNvSpPr>
          <p:nvPr/>
        </p:nvSpPr>
        <p:spPr>
          <a:xfrm>
            <a:off x="552450" y="4038600"/>
            <a:ext cx="76200" cy="1066800"/>
          </a:xfrm>
          <a:prstGeom prst="rect">
            <a:avLst/>
          </a:prstGeom>
          <a:solidFill>
            <a:srgbClr val="F6C343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A413C151-E655-409E-BB71-6DD121B4B4EB}"/>
              </a:ext>
            </a:extLst>
          </p:cNvPr>
          <p:cNvSpPr>
            <a:spLocks noGrp="1"/>
          </p:cNvSpPr>
          <p:nvPr/>
        </p:nvSpPr>
        <p:spPr>
          <a:xfrm>
            <a:off x="762000" y="4210050"/>
            <a:ext cx="990600" cy="285750"/>
          </a:xfrm>
          <a:prstGeom prst="roundRect">
            <a:avLst>
              <a:gd name="adj" fmla="val 40000"/>
            </a:avLst>
          </a:prstGeom>
          <a:solidFill>
            <a:srgbClr val="02809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FEB 2022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8B56D419-D3F3-465B-A1A3-675373BB24C8}"/>
              </a:ext>
            </a:extLst>
          </p:cNvPr>
          <p:cNvSpPr>
            <a:spLocks noGrp="1"/>
          </p:cNvSpPr>
          <p:nvPr/>
        </p:nvSpPr>
        <p:spPr>
          <a:xfrm>
            <a:off x="1885950" y="4210050"/>
            <a:ext cx="1219200" cy="285750"/>
          </a:xfrm>
          <a:prstGeom prst="roundRect">
            <a:avLst>
              <a:gd name="adj" fmla="val 40000"/>
            </a:avLst>
          </a:prstGeom>
          <a:solidFill>
            <a:srgbClr val="2563A8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Short Answers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941463EE-362F-4EE1-8349-971B2F2CB6B9}"/>
              </a:ext>
            </a:extLst>
          </p:cNvPr>
          <p:cNvSpPr>
            <a:spLocks noGrp="1"/>
          </p:cNvSpPr>
          <p:nvPr/>
        </p:nvSpPr>
        <p:spPr>
          <a:xfrm>
            <a:off x="3238500" y="4210050"/>
            <a:ext cx="514350" cy="285750"/>
          </a:xfrm>
          <a:prstGeom prst="roundRect">
            <a:avLst>
              <a:gd name="adj" fmla="val 40000"/>
            </a:avLst>
          </a:prstGeom>
          <a:solidFill>
            <a:srgbClr val="7C6A0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Q3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B5A21BC-C4CB-4F72-9079-9A9AB836211A}"/>
              </a:ext>
            </a:extLst>
          </p:cNvPr>
          <p:cNvSpPr>
            <a:spLocks noGrp="1"/>
          </p:cNvSpPr>
          <p:nvPr/>
        </p:nvSpPr>
        <p:spPr>
          <a:xfrm>
            <a:off x="10763250" y="4210050"/>
            <a:ext cx="666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pPr>
            <a:r>
              <a: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3 of 6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5F00AE99-6D4A-45EF-AA75-7F320D5F9E77}"/>
              </a:ext>
            </a:extLst>
          </p:cNvPr>
          <p:cNvSpPr>
            <a:spLocks noGrp="1"/>
          </p:cNvSpPr>
          <p:nvPr/>
        </p:nvSpPr>
        <p:spPr>
          <a:xfrm>
            <a:off x="762000" y="4591050"/>
            <a:ext cx="106489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 i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rPr sz="1200" b="0" i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Common sites of Teratomatous dermoid.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92A83F07-5420-45F2-A04A-BAF79809F55E}"/>
              </a:ext>
            </a:extLst>
          </p:cNvPr>
          <p:cNvSpPr>
            <a:spLocks noGrp="1"/>
          </p:cNvSpPr>
          <p:nvPr/>
        </p:nvSpPr>
        <p:spPr>
          <a:xfrm>
            <a:off x="552450" y="5276850"/>
            <a:ext cx="11087100" cy="1066800"/>
          </a:xfrm>
          <a:prstGeom prst="roundRect">
            <a:avLst>
              <a:gd name="adj" fmla="val 7143"/>
            </a:avLst>
          </a:prstGeom>
          <a:solidFill>
            <a:srgbClr val="FFF8D6"/>
          </a:solidFill>
          <a:ln w="9525">
            <a:solidFill>
              <a:srgbClr val="F2DF9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2AACC631-6928-4F22-8F4B-6C45A6985C9A}"/>
              </a:ext>
            </a:extLst>
          </p:cNvPr>
          <p:cNvSpPr>
            <a:spLocks noGrp="1"/>
          </p:cNvSpPr>
          <p:nvPr/>
        </p:nvSpPr>
        <p:spPr>
          <a:xfrm>
            <a:off x="552450" y="5276850"/>
            <a:ext cx="76200" cy="1066800"/>
          </a:xfrm>
          <a:prstGeom prst="rect">
            <a:avLst/>
          </a:prstGeom>
          <a:solidFill>
            <a:srgbClr val="F6C343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1CB58EB3-2C36-44BA-9C36-302FD8ABC222}"/>
              </a:ext>
            </a:extLst>
          </p:cNvPr>
          <p:cNvSpPr>
            <a:spLocks noGrp="1"/>
          </p:cNvSpPr>
          <p:nvPr/>
        </p:nvSpPr>
        <p:spPr>
          <a:xfrm>
            <a:off x="762000" y="5448300"/>
            <a:ext cx="990600" cy="285750"/>
          </a:xfrm>
          <a:prstGeom prst="roundRect">
            <a:avLst>
              <a:gd name="adj" fmla="val 40000"/>
            </a:avLst>
          </a:prstGeom>
          <a:solidFill>
            <a:srgbClr val="02809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OCT 2022</a:t>
            </a: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DCBEDEE6-5D19-48FE-A86F-FEFFE16262AC}"/>
              </a:ext>
            </a:extLst>
          </p:cNvPr>
          <p:cNvSpPr>
            <a:spLocks noGrp="1"/>
          </p:cNvSpPr>
          <p:nvPr/>
        </p:nvSpPr>
        <p:spPr>
          <a:xfrm>
            <a:off x="1885950" y="5448300"/>
            <a:ext cx="1219200" cy="285750"/>
          </a:xfrm>
          <a:prstGeom prst="roundRect">
            <a:avLst>
              <a:gd name="adj" fmla="val 40000"/>
            </a:avLst>
          </a:prstGeom>
          <a:solidFill>
            <a:srgbClr val="02809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Write Notes</a:t>
            </a: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7836C52C-F0B8-4ECB-B042-8A6B439426D5}"/>
              </a:ext>
            </a:extLst>
          </p:cNvPr>
          <p:cNvSpPr>
            <a:spLocks noGrp="1"/>
          </p:cNvSpPr>
          <p:nvPr/>
        </p:nvSpPr>
        <p:spPr>
          <a:xfrm>
            <a:off x="3238500" y="5448300"/>
            <a:ext cx="514350" cy="285750"/>
          </a:xfrm>
          <a:prstGeom prst="roundRect">
            <a:avLst>
              <a:gd name="adj" fmla="val 40000"/>
            </a:avLst>
          </a:prstGeom>
          <a:solidFill>
            <a:srgbClr val="7C6A0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Q9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E84AC907-77C4-4D09-833D-5E517E388230}"/>
              </a:ext>
            </a:extLst>
          </p:cNvPr>
          <p:cNvSpPr>
            <a:spLocks noGrp="1"/>
          </p:cNvSpPr>
          <p:nvPr/>
        </p:nvSpPr>
        <p:spPr>
          <a:xfrm>
            <a:off x="10763250" y="5448300"/>
            <a:ext cx="666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pPr>
            <a:r>
              <a: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4 of 6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CB2AF4C7-67B6-40BA-9D52-8579BC2BEF25}"/>
              </a:ext>
            </a:extLst>
          </p:cNvPr>
          <p:cNvSpPr>
            <a:spLocks noGrp="1"/>
          </p:cNvSpPr>
          <p:nvPr/>
        </p:nvSpPr>
        <p:spPr>
          <a:xfrm>
            <a:off x="762000" y="5829300"/>
            <a:ext cx="106489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 i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rPr sz="1200" b="0" i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Dermoid Cyst.</a:t>
            </a:r>
          </a:p>
        </p:txBody>
      </p:sp>
    </p:spTree>
    <p:extLst>
      <p:ext uri="{BB962C8B-B14F-4D97-AF65-F5344CB8AC3E}">
        <p14:creationId xmlns:p14="http://schemas.microsoft.com/office/powerpoint/2010/main" val="57409188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F1A4ED75-621C-4693-81AF-CF8145191C1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066800"/>
          </a:xfrm>
          <a:prstGeom prst="rect">
            <a:avLst/>
          </a:prstGeom>
          <a:solidFill>
            <a:srgbClr val="028090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50D02678-EBC2-45F4-B4D0-021FD3A4DA10}"/>
              </a:ext>
            </a:extLst>
          </p:cNvPr>
          <p:cNvSpPr>
            <a:spLocks noGrp="1"/>
          </p:cNvSpPr>
          <p:nvPr/>
        </p:nvSpPr>
        <p:spPr>
          <a:xfrm>
            <a:off x="457200" y="285750"/>
            <a:ext cx="533400" cy="533400"/>
          </a:xfrm>
          <a:prstGeom prst="ellipse">
            <a:avLst/>
          </a:prstGeom>
          <a:solidFill>
            <a:srgbClr val="00A896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98B5AC5-B146-4D77-B4ED-15E162BAE4DE}"/>
              </a:ext>
            </a:extLst>
          </p:cNvPr>
          <p:cNvSpPr>
            <a:spLocks noGrp="1"/>
          </p:cNvSpPr>
          <p:nvPr/>
        </p:nvSpPr>
        <p:spPr>
          <a:xfrm>
            <a:off x="457200" y="381000"/>
            <a:ext cx="5334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57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7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17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0553B0D-AD0D-4348-A8AA-6814773298FD}"/>
              </a:ext>
            </a:extLst>
          </p:cNvPr>
          <p:cNvSpPr>
            <a:spLocks noGrp="1"/>
          </p:cNvSpPr>
          <p:nvPr/>
        </p:nvSpPr>
        <p:spPr>
          <a:xfrm>
            <a:off x="1219200" y="209550"/>
            <a:ext cx="8382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400" b="1" i="0">
                <a:solidFill>
                  <a:srgbClr val="FFFFFF"/>
                </a:solidFill>
                <a:latin typeface="Cambria"/>
                <a:ea typeface="Cambria"/>
                <a:cs typeface="Cambria"/>
              </a:defRPr>
            </a:pPr>
            <a:r>
              <a:rPr sz="2400" b="1" i="0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Dermoid cyst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31C0DE7-2B59-45E9-A39B-DDEACD0E9336}"/>
              </a:ext>
            </a:extLst>
          </p:cNvPr>
          <p:cNvSpPr>
            <a:spLocks noGrp="1"/>
          </p:cNvSpPr>
          <p:nvPr/>
        </p:nvSpPr>
        <p:spPr>
          <a:xfrm>
            <a:off x="1219200" y="666750"/>
            <a:ext cx="8382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125" b="0" i="1">
                <a:solidFill>
                  <a:srgbClr val="E6F5F3"/>
                </a:solidFill>
                <a:latin typeface="Calibri"/>
                <a:ea typeface="Calibri"/>
                <a:cs typeface="Calibri"/>
              </a:defRPr>
            </a:pPr>
            <a:r>
              <a:rPr sz="1125" b="0" i="1">
                <a:solidFill>
                  <a:srgbClr val="E6F5F3"/>
                </a:solidFill>
                <a:latin typeface="Calibri"/>
                <a:ea typeface="Calibri"/>
                <a:cs typeface="Calibri"/>
              </a:rPr>
              <a:t>6 times asked | 3 Write Notes | 3 Short Answers | part 2 of 2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652EB613-A5AB-4584-A29C-40574A903016}"/>
              </a:ext>
            </a:extLst>
          </p:cNvPr>
          <p:cNvSpPr>
            <a:spLocks noGrp="1"/>
          </p:cNvSpPr>
          <p:nvPr/>
        </p:nvSpPr>
        <p:spPr>
          <a:xfrm>
            <a:off x="9886950" y="381000"/>
            <a:ext cx="1714500" cy="285750"/>
          </a:xfrm>
          <a:prstGeom prst="roundRect">
            <a:avLst>
              <a:gd name="adj" fmla="val 40000"/>
            </a:avLst>
          </a:prstGeom>
          <a:solidFill>
            <a:srgbClr val="016B78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Rank 17/55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437E801-BEE7-410B-A762-C0AF264FAF8A}"/>
              </a:ext>
            </a:extLst>
          </p:cNvPr>
          <p:cNvSpPr>
            <a:spLocks noGrp="1"/>
          </p:cNvSpPr>
          <p:nvPr/>
        </p:nvSpPr>
        <p:spPr>
          <a:xfrm>
            <a:off x="552450" y="1200150"/>
            <a:ext cx="4000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1" i="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pPr>
            <a:r>
              <a:rPr sz="1275" b="1" i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Highlighted asked questions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99E1F48C-E3E0-4B00-8E1A-4ABAEF7F9B06}"/>
              </a:ext>
            </a:extLst>
          </p:cNvPr>
          <p:cNvSpPr>
            <a:spLocks noGrp="1"/>
          </p:cNvSpPr>
          <p:nvPr/>
        </p:nvSpPr>
        <p:spPr>
          <a:xfrm>
            <a:off x="552450" y="1562100"/>
            <a:ext cx="11087100" cy="1066800"/>
          </a:xfrm>
          <a:prstGeom prst="roundRect">
            <a:avLst>
              <a:gd name="adj" fmla="val 7143"/>
            </a:avLst>
          </a:prstGeom>
          <a:solidFill>
            <a:srgbClr val="FFF8D6"/>
          </a:solidFill>
          <a:ln w="9525">
            <a:solidFill>
              <a:srgbClr val="F2DF9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8B07C36-41B9-442B-818C-D3FAB602A765}"/>
              </a:ext>
            </a:extLst>
          </p:cNvPr>
          <p:cNvSpPr>
            <a:spLocks noGrp="1"/>
          </p:cNvSpPr>
          <p:nvPr/>
        </p:nvSpPr>
        <p:spPr>
          <a:xfrm>
            <a:off x="552450" y="1562100"/>
            <a:ext cx="76200" cy="1066800"/>
          </a:xfrm>
          <a:prstGeom prst="rect">
            <a:avLst/>
          </a:prstGeom>
          <a:solidFill>
            <a:srgbClr val="F6C343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DB6EF0E-4F81-40D0-94E8-049A64653370}"/>
              </a:ext>
            </a:extLst>
          </p:cNvPr>
          <p:cNvSpPr>
            <a:spLocks noGrp="1"/>
          </p:cNvSpPr>
          <p:nvPr/>
        </p:nvSpPr>
        <p:spPr>
          <a:xfrm>
            <a:off x="762000" y="1733550"/>
            <a:ext cx="990600" cy="285750"/>
          </a:xfrm>
          <a:prstGeom prst="roundRect">
            <a:avLst>
              <a:gd name="adj" fmla="val 40000"/>
            </a:avLst>
          </a:prstGeom>
          <a:solidFill>
            <a:srgbClr val="02809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MAR 2023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94FD5661-FEEF-4EC2-B074-B0D810262931}"/>
              </a:ext>
            </a:extLst>
          </p:cNvPr>
          <p:cNvSpPr>
            <a:spLocks noGrp="1"/>
          </p:cNvSpPr>
          <p:nvPr/>
        </p:nvSpPr>
        <p:spPr>
          <a:xfrm>
            <a:off x="1885950" y="1733550"/>
            <a:ext cx="1219200" cy="285750"/>
          </a:xfrm>
          <a:prstGeom prst="roundRect">
            <a:avLst>
              <a:gd name="adj" fmla="val 40000"/>
            </a:avLst>
          </a:prstGeom>
          <a:solidFill>
            <a:srgbClr val="02809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Write Notes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AD03BD75-31CD-4500-8A82-259AD2F5CC7E}"/>
              </a:ext>
            </a:extLst>
          </p:cNvPr>
          <p:cNvSpPr>
            <a:spLocks noGrp="1"/>
          </p:cNvSpPr>
          <p:nvPr/>
        </p:nvSpPr>
        <p:spPr>
          <a:xfrm>
            <a:off x="3238500" y="1733550"/>
            <a:ext cx="514350" cy="285750"/>
          </a:xfrm>
          <a:prstGeom prst="roundRect">
            <a:avLst>
              <a:gd name="adj" fmla="val 40000"/>
            </a:avLst>
          </a:prstGeom>
          <a:solidFill>
            <a:srgbClr val="7C6A0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Q4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964375F-5C89-430D-89D0-B32D763933A4}"/>
              </a:ext>
            </a:extLst>
          </p:cNvPr>
          <p:cNvSpPr>
            <a:spLocks noGrp="1"/>
          </p:cNvSpPr>
          <p:nvPr/>
        </p:nvSpPr>
        <p:spPr>
          <a:xfrm>
            <a:off x="10763250" y="1733550"/>
            <a:ext cx="666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pPr>
            <a:r>
              <a: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5 of 6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A2173B7-1D60-4437-AB5A-06D4882E0858}"/>
              </a:ext>
            </a:extLst>
          </p:cNvPr>
          <p:cNvSpPr>
            <a:spLocks noGrp="1"/>
          </p:cNvSpPr>
          <p:nvPr/>
        </p:nvSpPr>
        <p:spPr>
          <a:xfrm>
            <a:off x="762000" y="2114550"/>
            <a:ext cx="106489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 i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rPr sz="1200" b="0" i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Dermoid cyst.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47105939-FA8B-445C-8486-217B3828BB57}"/>
              </a:ext>
            </a:extLst>
          </p:cNvPr>
          <p:cNvSpPr>
            <a:spLocks noGrp="1"/>
          </p:cNvSpPr>
          <p:nvPr/>
        </p:nvSpPr>
        <p:spPr>
          <a:xfrm>
            <a:off x="552450" y="2800350"/>
            <a:ext cx="11087100" cy="1066800"/>
          </a:xfrm>
          <a:prstGeom prst="roundRect">
            <a:avLst>
              <a:gd name="adj" fmla="val 7143"/>
            </a:avLst>
          </a:prstGeom>
          <a:solidFill>
            <a:srgbClr val="FFF8D6"/>
          </a:solidFill>
          <a:ln w="9525">
            <a:solidFill>
              <a:srgbClr val="F2DF9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7F4C478-A02A-4533-9BBC-E821597A1202}"/>
              </a:ext>
            </a:extLst>
          </p:cNvPr>
          <p:cNvSpPr>
            <a:spLocks noGrp="1"/>
          </p:cNvSpPr>
          <p:nvPr/>
        </p:nvSpPr>
        <p:spPr>
          <a:xfrm>
            <a:off x="552450" y="2800350"/>
            <a:ext cx="76200" cy="1066800"/>
          </a:xfrm>
          <a:prstGeom prst="rect">
            <a:avLst/>
          </a:prstGeom>
          <a:solidFill>
            <a:srgbClr val="F6C343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B38B00B9-FCB6-4F2D-8F83-E4833D16CD4F}"/>
              </a:ext>
            </a:extLst>
          </p:cNvPr>
          <p:cNvSpPr>
            <a:spLocks noGrp="1"/>
          </p:cNvSpPr>
          <p:nvPr/>
        </p:nvSpPr>
        <p:spPr>
          <a:xfrm>
            <a:off x="762000" y="2971800"/>
            <a:ext cx="990600" cy="285750"/>
          </a:xfrm>
          <a:prstGeom prst="roundRect">
            <a:avLst>
              <a:gd name="adj" fmla="val 40000"/>
            </a:avLst>
          </a:prstGeom>
          <a:solidFill>
            <a:srgbClr val="02809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AUG 2025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6EF0D394-2677-4F4A-8495-676453ACD9A0}"/>
              </a:ext>
            </a:extLst>
          </p:cNvPr>
          <p:cNvSpPr>
            <a:spLocks noGrp="1"/>
          </p:cNvSpPr>
          <p:nvPr/>
        </p:nvSpPr>
        <p:spPr>
          <a:xfrm>
            <a:off x="1885950" y="2971800"/>
            <a:ext cx="1219200" cy="285750"/>
          </a:xfrm>
          <a:prstGeom prst="roundRect">
            <a:avLst>
              <a:gd name="adj" fmla="val 40000"/>
            </a:avLst>
          </a:prstGeom>
          <a:solidFill>
            <a:srgbClr val="2563A8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Short Answers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56726BE6-74EE-4C33-A44F-0AAEF8920054}"/>
              </a:ext>
            </a:extLst>
          </p:cNvPr>
          <p:cNvSpPr>
            <a:spLocks noGrp="1"/>
          </p:cNvSpPr>
          <p:nvPr/>
        </p:nvSpPr>
        <p:spPr>
          <a:xfrm>
            <a:off x="3238500" y="2971800"/>
            <a:ext cx="514350" cy="285750"/>
          </a:xfrm>
          <a:prstGeom prst="roundRect">
            <a:avLst>
              <a:gd name="adj" fmla="val 40000"/>
            </a:avLst>
          </a:prstGeom>
          <a:solidFill>
            <a:srgbClr val="7C6A0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Q1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3F2DB70-33C0-47A2-836C-E40AB69389EC}"/>
              </a:ext>
            </a:extLst>
          </p:cNvPr>
          <p:cNvSpPr>
            <a:spLocks noGrp="1"/>
          </p:cNvSpPr>
          <p:nvPr/>
        </p:nvSpPr>
        <p:spPr>
          <a:xfrm>
            <a:off x="10763250" y="2971800"/>
            <a:ext cx="666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pPr>
            <a:r>
              <a: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6 of 6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03486DB-820F-4DEB-BEB6-06C8BE328FB2}"/>
              </a:ext>
            </a:extLst>
          </p:cNvPr>
          <p:cNvSpPr>
            <a:spLocks noGrp="1"/>
          </p:cNvSpPr>
          <p:nvPr/>
        </p:nvSpPr>
        <p:spPr>
          <a:xfrm>
            <a:off x="762000" y="3352800"/>
            <a:ext cx="106489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 i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rPr sz="1200" b="0" i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Implantation Dermoid.</a:t>
            </a:r>
          </a:p>
        </p:txBody>
      </p:sp>
    </p:spTree>
    <p:extLst>
      <p:ext uri="{BB962C8B-B14F-4D97-AF65-F5344CB8AC3E}">
        <p14:creationId xmlns:p14="http://schemas.microsoft.com/office/powerpoint/2010/main" val="63429345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 35">
            <a:extLst>
              <a:ext uri="{FF2B5EF4-FFF2-40B4-BE49-F238E27FC236}">
                <a16:creationId xmlns:a16="http://schemas.microsoft.com/office/drawing/2014/main" id="{B7FF7EF1-C1E6-4045-83B4-E1E8A94F61F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066800"/>
          </a:xfrm>
          <a:prstGeom prst="rect">
            <a:avLst/>
          </a:prstGeom>
          <a:solidFill>
            <a:srgbClr val="028090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74E88205-6EEE-424C-9DA6-A9FC430A1A82}"/>
              </a:ext>
            </a:extLst>
          </p:cNvPr>
          <p:cNvSpPr>
            <a:spLocks noGrp="1"/>
          </p:cNvSpPr>
          <p:nvPr/>
        </p:nvSpPr>
        <p:spPr>
          <a:xfrm>
            <a:off x="457200" y="285750"/>
            <a:ext cx="533400" cy="533400"/>
          </a:xfrm>
          <a:prstGeom prst="ellipse">
            <a:avLst/>
          </a:prstGeom>
          <a:solidFill>
            <a:srgbClr val="00A896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BCC2363-BF5D-4CD5-A3B9-3F2F2DB8ABA2}"/>
              </a:ext>
            </a:extLst>
          </p:cNvPr>
          <p:cNvSpPr>
            <a:spLocks noGrp="1"/>
          </p:cNvSpPr>
          <p:nvPr/>
        </p:nvSpPr>
        <p:spPr>
          <a:xfrm>
            <a:off x="457200" y="381000"/>
            <a:ext cx="5334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57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7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18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13AA533-DED8-4446-B81B-389D616E79BB}"/>
              </a:ext>
            </a:extLst>
          </p:cNvPr>
          <p:cNvSpPr>
            <a:spLocks noGrp="1"/>
          </p:cNvSpPr>
          <p:nvPr/>
        </p:nvSpPr>
        <p:spPr>
          <a:xfrm>
            <a:off x="1219200" y="209550"/>
            <a:ext cx="8382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400" b="1" i="0">
                <a:solidFill>
                  <a:srgbClr val="FFFFFF"/>
                </a:solidFill>
                <a:latin typeface="Cambria"/>
                <a:ea typeface="Cambria"/>
                <a:cs typeface="Cambria"/>
              </a:defRPr>
            </a:pPr>
            <a:r>
              <a:rPr sz="2400" b="1" i="0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Ganglion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711F46B-3E9F-46BD-9FE6-76AB0CB66064}"/>
              </a:ext>
            </a:extLst>
          </p:cNvPr>
          <p:cNvSpPr>
            <a:spLocks noGrp="1"/>
          </p:cNvSpPr>
          <p:nvPr/>
        </p:nvSpPr>
        <p:spPr>
          <a:xfrm>
            <a:off x="1219200" y="666750"/>
            <a:ext cx="8382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125" b="0" i="1">
                <a:solidFill>
                  <a:srgbClr val="E6F5F3"/>
                </a:solidFill>
                <a:latin typeface="Calibri"/>
                <a:ea typeface="Calibri"/>
                <a:cs typeface="Calibri"/>
              </a:defRPr>
            </a:pPr>
            <a:r>
              <a:rPr sz="1125" b="0" i="1">
                <a:solidFill>
                  <a:srgbClr val="E6F5F3"/>
                </a:solidFill>
                <a:latin typeface="Calibri"/>
                <a:ea typeface="Calibri"/>
                <a:cs typeface="Calibri"/>
              </a:rPr>
              <a:t>6 times asked | 0 Write Notes | 6 Short Answers | part 1 of 2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6ACE7312-6560-4A68-8B20-986B6EB0DA4E}"/>
              </a:ext>
            </a:extLst>
          </p:cNvPr>
          <p:cNvSpPr>
            <a:spLocks noGrp="1"/>
          </p:cNvSpPr>
          <p:nvPr/>
        </p:nvSpPr>
        <p:spPr>
          <a:xfrm>
            <a:off x="9886950" y="381000"/>
            <a:ext cx="1714500" cy="285750"/>
          </a:xfrm>
          <a:prstGeom prst="roundRect">
            <a:avLst>
              <a:gd name="adj" fmla="val 40000"/>
            </a:avLst>
          </a:prstGeom>
          <a:solidFill>
            <a:srgbClr val="016B78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Rank 18/55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5E91AC3-0ACE-430E-9E16-5C8085082182}"/>
              </a:ext>
            </a:extLst>
          </p:cNvPr>
          <p:cNvSpPr>
            <a:spLocks noGrp="1"/>
          </p:cNvSpPr>
          <p:nvPr/>
        </p:nvSpPr>
        <p:spPr>
          <a:xfrm>
            <a:off x="552450" y="1200150"/>
            <a:ext cx="4000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1" i="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pPr>
            <a:r>
              <a:rPr sz="1275" b="1" i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Highlighted asked questions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82A5600C-1BA3-4CDB-A80E-B1143C7A59C6}"/>
              </a:ext>
            </a:extLst>
          </p:cNvPr>
          <p:cNvSpPr>
            <a:spLocks noGrp="1"/>
          </p:cNvSpPr>
          <p:nvPr/>
        </p:nvSpPr>
        <p:spPr>
          <a:xfrm>
            <a:off x="552450" y="1562100"/>
            <a:ext cx="11087100" cy="1066800"/>
          </a:xfrm>
          <a:prstGeom prst="roundRect">
            <a:avLst>
              <a:gd name="adj" fmla="val 7143"/>
            </a:avLst>
          </a:prstGeom>
          <a:solidFill>
            <a:srgbClr val="FFF8D6"/>
          </a:solidFill>
          <a:ln w="9525">
            <a:solidFill>
              <a:srgbClr val="F2DF9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015CFC9-5644-40E6-AF97-67FF2023DD8E}"/>
              </a:ext>
            </a:extLst>
          </p:cNvPr>
          <p:cNvSpPr>
            <a:spLocks noGrp="1"/>
          </p:cNvSpPr>
          <p:nvPr/>
        </p:nvSpPr>
        <p:spPr>
          <a:xfrm>
            <a:off x="552450" y="1562100"/>
            <a:ext cx="76200" cy="1066800"/>
          </a:xfrm>
          <a:prstGeom prst="rect">
            <a:avLst/>
          </a:prstGeom>
          <a:solidFill>
            <a:srgbClr val="F6C343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1F2B9012-4F3B-4A5A-93B7-603DF58AFE35}"/>
              </a:ext>
            </a:extLst>
          </p:cNvPr>
          <p:cNvSpPr>
            <a:spLocks noGrp="1"/>
          </p:cNvSpPr>
          <p:nvPr/>
        </p:nvSpPr>
        <p:spPr>
          <a:xfrm>
            <a:off x="762000" y="1733550"/>
            <a:ext cx="990600" cy="285750"/>
          </a:xfrm>
          <a:prstGeom prst="roundRect">
            <a:avLst>
              <a:gd name="adj" fmla="val 40000"/>
            </a:avLst>
          </a:prstGeom>
          <a:solidFill>
            <a:srgbClr val="02809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MAY 2019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47D0AB1C-856F-402E-80F0-A1D385D01CA6}"/>
              </a:ext>
            </a:extLst>
          </p:cNvPr>
          <p:cNvSpPr>
            <a:spLocks noGrp="1"/>
          </p:cNvSpPr>
          <p:nvPr/>
        </p:nvSpPr>
        <p:spPr>
          <a:xfrm>
            <a:off x="1885950" y="1733550"/>
            <a:ext cx="1219200" cy="285750"/>
          </a:xfrm>
          <a:prstGeom prst="roundRect">
            <a:avLst>
              <a:gd name="adj" fmla="val 40000"/>
            </a:avLst>
          </a:prstGeom>
          <a:solidFill>
            <a:srgbClr val="2563A8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Short Answers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B8F27730-AA07-46FB-B7F7-75FFFD94CFC7}"/>
              </a:ext>
            </a:extLst>
          </p:cNvPr>
          <p:cNvSpPr>
            <a:spLocks noGrp="1"/>
          </p:cNvSpPr>
          <p:nvPr/>
        </p:nvSpPr>
        <p:spPr>
          <a:xfrm>
            <a:off x="3238500" y="1733550"/>
            <a:ext cx="514350" cy="285750"/>
          </a:xfrm>
          <a:prstGeom prst="roundRect">
            <a:avLst>
              <a:gd name="adj" fmla="val 40000"/>
            </a:avLst>
          </a:prstGeom>
          <a:solidFill>
            <a:srgbClr val="7C6A0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Q8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7E93C03-E4EB-4873-9ED1-FFCA74006196}"/>
              </a:ext>
            </a:extLst>
          </p:cNvPr>
          <p:cNvSpPr>
            <a:spLocks noGrp="1"/>
          </p:cNvSpPr>
          <p:nvPr/>
        </p:nvSpPr>
        <p:spPr>
          <a:xfrm>
            <a:off x="10763250" y="1733550"/>
            <a:ext cx="666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pPr>
            <a:r>
              <a: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1 of 6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5DA71D5-7DE3-4A0E-982B-B08F605AC1F0}"/>
              </a:ext>
            </a:extLst>
          </p:cNvPr>
          <p:cNvSpPr>
            <a:spLocks noGrp="1"/>
          </p:cNvSpPr>
          <p:nvPr/>
        </p:nvSpPr>
        <p:spPr>
          <a:xfrm>
            <a:off x="762000" y="2114550"/>
            <a:ext cx="106489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 i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rPr sz="1200" b="0" i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Calc flour - Ganglion.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CC11BDA1-A7AD-48BF-9A5F-C37BEAFF0562}"/>
              </a:ext>
            </a:extLst>
          </p:cNvPr>
          <p:cNvSpPr>
            <a:spLocks noGrp="1"/>
          </p:cNvSpPr>
          <p:nvPr/>
        </p:nvSpPr>
        <p:spPr>
          <a:xfrm>
            <a:off x="552450" y="2800350"/>
            <a:ext cx="11087100" cy="1066800"/>
          </a:xfrm>
          <a:prstGeom prst="roundRect">
            <a:avLst>
              <a:gd name="adj" fmla="val 7143"/>
            </a:avLst>
          </a:prstGeom>
          <a:solidFill>
            <a:srgbClr val="FFF8D6"/>
          </a:solidFill>
          <a:ln w="9525">
            <a:solidFill>
              <a:srgbClr val="F2DF9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BEB38E1-43B7-4A9C-A54E-5EAF3766A5A8}"/>
              </a:ext>
            </a:extLst>
          </p:cNvPr>
          <p:cNvSpPr>
            <a:spLocks noGrp="1"/>
          </p:cNvSpPr>
          <p:nvPr/>
        </p:nvSpPr>
        <p:spPr>
          <a:xfrm>
            <a:off x="552450" y="2800350"/>
            <a:ext cx="76200" cy="1066800"/>
          </a:xfrm>
          <a:prstGeom prst="rect">
            <a:avLst/>
          </a:prstGeom>
          <a:solidFill>
            <a:srgbClr val="F6C343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41718D94-19CE-4AC6-B731-7D20640BAF0C}"/>
              </a:ext>
            </a:extLst>
          </p:cNvPr>
          <p:cNvSpPr>
            <a:spLocks noGrp="1"/>
          </p:cNvSpPr>
          <p:nvPr/>
        </p:nvSpPr>
        <p:spPr>
          <a:xfrm>
            <a:off x="762000" y="2971800"/>
            <a:ext cx="990600" cy="285750"/>
          </a:xfrm>
          <a:prstGeom prst="roundRect">
            <a:avLst>
              <a:gd name="adj" fmla="val 40000"/>
            </a:avLst>
          </a:prstGeom>
          <a:solidFill>
            <a:srgbClr val="02809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MAR 2021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02AD76BD-E790-43AB-A5BB-B48B16EF9982}"/>
              </a:ext>
            </a:extLst>
          </p:cNvPr>
          <p:cNvSpPr>
            <a:spLocks noGrp="1"/>
          </p:cNvSpPr>
          <p:nvPr/>
        </p:nvSpPr>
        <p:spPr>
          <a:xfrm>
            <a:off x="1885950" y="2971800"/>
            <a:ext cx="1219200" cy="285750"/>
          </a:xfrm>
          <a:prstGeom prst="roundRect">
            <a:avLst>
              <a:gd name="adj" fmla="val 40000"/>
            </a:avLst>
          </a:prstGeom>
          <a:solidFill>
            <a:srgbClr val="2563A8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Short Answers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AC37342D-DAB3-43F2-8B60-DEEDB2CE1B14}"/>
              </a:ext>
            </a:extLst>
          </p:cNvPr>
          <p:cNvSpPr>
            <a:spLocks noGrp="1"/>
          </p:cNvSpPr>
          <p:nvPr/>
        </p:nvSpPr>
        <p:spPr>
          <a:xfrm>
            <a:off x="3238500" y="2971800"/>
            <a:ext cx="514350" cy="285750"/>
          </a:xfrm>
          <a:prstGeom prst="roundRect">
            <a:avLst>
              <a:gd name="adj" fmla="val 40000"/>
            </a:avLst>
          </a:prstGeom>
          <a:solidFill>
            <a:srgbClr val="7C6A0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Q9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18A3155-B699-4D92-8652-FA4C8F713D8A}"/>
              </a:ext>
            </a:extLst>
          </p:cNvPr>
          <p:cNvSpPr>
            <a:spLocks noGrp="1"/>
          </p:cNvSpPr>
          <p:nvPr/>
        </p:nvSpPr>
        <p:spPr>
          <a:xfrm>
            <a:off x="10763250" y="2971800"/>
            <a:ext cx="666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pPr>
            <a:r>
              <a: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2 of 6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A1DF046-D09F-4BF3-A1A5-69B9F2BD7EC8}"/>
              </a:ext>
            </a:extLst>
          </p:cNvPr>
          <p:cNvSpPr>
            <a:spLocks noGrp="1"/>
          </p:cNvSpPr>
          <p:nvPr/>
        </p:nvSpPr>
        <p:spPr>
          <a:xfrm>
            <a:off x="762000" y="3352800"/>
            <a:ext cx="106489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 i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rPr sz="1200" b="0" i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Ganglion.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EE5777CD-1AE1-4E80-96D0-6C6FBB861165}"/>
              </a:ext>
            </a:extLst>
          </p:cNvPr>
          <p:cNvSpPr>
            <a:spLocks noGrp="1"/>
          </p:cNvSpPr>
          <p:nvPr/>
        </p:nvSpPr>
        <p:spPr>
          <a:xfrm>
            <a:off x="552450" y="4038600"/>
            <a:ext cx="11087100" cy="1066800"/>
          </a:xfrm>
          <a:prstGeom prst="roundRect">
            <a:avLst>
              <a:gd name="adj" fmla="val 7143"/>
            </a:avLst>
          </a:prstGeom>
          <a:solidFill>
            <a:srgbClr val="FFF8D6"/>
          </a:solidFill>
          <a:ln w="9525">
            <a:solidFill>
              <a:srgbClr val="F2DF9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F631EEE-22E1-4EB6-9819-BFD7DC457377}"/>
              </a:ext>
            </a:extLst>
          </p:cNvPr>
          <p:cNvSpPr>
            <a:spLocks noGrp="1"/>
          </p:cNvSpPr>
          <p:nvPr/>
        </p:nvSpPr>
        <p:spPr>
          <a:xfrm>
            <a:off x="552450" y="4038600"/>
            <a:ext cx="76200" cy="1066800"/>
          </a:xfrm>
          <a:prstGeom prst="rect">
            <a:avLst/>
          </a:prstGeom>
          <a:solidFill>
            <a:srgbClr val="F6C343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F1CCD026-8DAD-4259-AF1B-20F8295F8C23}"/>
              </a:ext>
            </a:extLst>
          </p:cNvPr>
          <p:cNvSpPr>
            <a:spLocks noGrp="1"/>
          </p:cNvSpPr>
          <p:nvPr/>
        </p:nvSpPr>
        <p:spPr>
          <a:xfrm>
            <a:off x="762000" y="4210050"/>
            <a:ext cx="990600" cy="285750"/>
          </a:xfrm>
          <a:prstGeom prst="roundRect">
            <a:avLst>
              <a:gd name="adj" fmla="val 40000"/>
            </a:avLst>
          </a:prstGeom>
          <a:solidFill>
            <a:srgbClr val="02809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SEP 2021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E521E9D2-2ABD-455B-94E3-B4EDB5DAD99A}"/>
              </a:ext>
            </a:extLst>
          </p:cNvPr>
          <p:cNvSpPr>
            <a:spLocks noGrp="1"/>
          </p:cNvSpPr>
          <p:nvPr/>
        </p:nvSpPr>
        <p:spPr>
          <a:xfrm>
            <a:off x="1885950" y="4210050"/>
            <a:ext cx="1219200" cy="285750"/>
          </a:xfrm>
          <a:prstGeom prst="roundRect">
            <a:avLst>
              <a:gd name="adj" fmla="val 40000"/>
            </a:avLst>
          </a:prstGeom>
          <a:solidFill>
            <a:srgbClr val="2563A8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Short Answers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C1E0ADFA-A2E6-4B53-9375-FC26AA4D53FD}"/>
              </a:ext>
            </a:extLst>
          </p:cNvPr>
          <p:cNvSpPr>
            <a:spLocks noGrp="1"/>
          </p:cNvSpPr>
          <p:nvPr/>
        </p:nvSpPr>
        <p:spPr>
          <a:xfrm>
            <a:off x="3238500" y="4210050"/>
            <a:ext cx="514350" cy="285750"/>
          </a:xfrm>
          <a:prstGeom prst="roundRect">
            <a:avLst>
              <a:gd name="adj" fmla="val 40000"/>
            </a:avLst>
          </a:prstGeom>
          <a:solidFill>
            <a:srgbClr val="7C6A0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Q5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8475F62-DF67-4F66-A503-839AC15B1430}"/>
              </a:ext>
            </a:extLst>
          </p:cNvPr>
          <p:cNvSpPr>
            <a:spLocks noGrp="1"/>
          </p:cNvSpPr>
          <p:nvPr/>
        </p:nvSpPr>
        <p:spPr>
          <a:xfrm>
            <a:off x="10763250" y="4210050"/>
            <a:ext cx="666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pPr>
            <a:r>
              <a: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3 of 6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C77B3622-611A-4D5C-8DFF-6B493A86C727}"/>
              </a:ext>
            </a:extLst>
          </p:cNvPr>
          <p:cNvSpPr>
            <a:spLocks noGrp="1"/>
          </p:cNvSpPr>
          <p:nvPr/>
        </p:nvSpPr>
        <p:spPr>
          <a:xfrm>
            <a:off x="762000" y="4591050"/>
            <a:ext cx="106489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 i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rPr sz="1200" b="0" i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Ganglion.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0D1ACB73-6564-4031-8742-BB575940ECA2}"/>
              </a:ext>
            </a:extLst>
          </p:cNvPr>
          <p:cNvSpPr>
            <a:spLocks noGrp="1"/>
          </p:cNvSpPr>
          <p:nvPr/>
        </p:nvSpPr>
        <p:spPr>
          <a:xfrm>
            <a:off x="552450" y="5276850"/>
            <a:ext cx="11087100" cy="1066800"/>
          </a:xfrm>
          <a:prstGeom prst="roundRect">
            <a:avLst>
              <a:gd name="adj" fmla="val 7143"/>
            </a:avLst>
          </a:prstGeom>
          <a:solidFill>
            <a:srgbClr val="FFF8D6"/>
          </a:solidFill>
          <a:ln w="9525">
            <a:solidFill>
              <a:srgbClr val="F2DF9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D50105F5-86DD-4BE8-804E-73CD4E70E7B6}"/>
              </a:ext>
            </a:extLst>
          </p:cNvPr>
          <p:cNvSpPr>
            <a:spLocks noGrp="1"/>
          </p:cNvSpPr>
          <p:nvPr/>
        </p:nvSpPr>
        <p:spPr>
          <a:xfrm>
            <a:off x="552450" y="5276850"/>
            <a:ext cx="76200" cy="1066800"/>
          </a:xfrm>
          <a:prstGeom prst="rect">
            <a:avLst/>
          </a:prstGeom>
          <a:solidFill>
            <a:srgbClr val="F6C343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A47D8F2A-6083-4D44-A878-5158EFEDE66B}"/>
              </a:ext>
            </a:extLst>
          </p:cNvPr>
          <p:cNvSpPr>
            <a:spLocks noGrp="1"/>
          </p:cNvSpPr>
          <p:nvPr/>
        </p:nvSpPr>
        <p:spPr>
          <a:xfrm>
            <a:off x="762000" y="5448300"/>
            <a:ext cx="990600" cy="285750"/>
          </a:xfrm>
          <a:prstGeom prst="roundRect">
            <a:avLst>
              <a:gd name="adj" fmla="val 40000"/>
            </a:avLst>
          </a:prstGeom>
          <a:solidFill>
            <a:srgbClr val="02809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MAY 2022</a:t>
            </a: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8C0FE362-E33E-445E-82AC-61933B0EF36C}"/>
              </a:ext>
            </a:extLst>
          </p:cNvPr>
          <p:cNvSpPr>
            <a:spLocks noGrp="1"/>
          </p:cNvSpPr>
          <p:nvPr/>
        </p:nvSpPr>
        <p:spPr>
          <a:xfrm>
            <a:off x="1885950" y="5448300"/>
            <a:ext cx="1219200" cy="285750"/>
          </a:xfrm>
          <a:prstGeom prst="roundRect">
            <a:avLst>
              <a:gd name="adj" fmla="val 40000"/>
            </a:avLst>
          </a:prstGeom>
          <a:solidFill>
            <a:srgbClr val="2563A8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Short Answers</a:t>
            </a: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D6DC8F30-3BB6-4959-8877-83EF984054CE}"/>
              </a:ext>
            </a:extLst>
          </p:cNvPr>
          <p:cNvSpPr>
            <a:spLocks noGrp="1"/>
          </p:cNvSpPr>
          <p:nvPr/>
        </p:nvSpPr>
        <p:spPr>
          <a:xfrm>
            <a:off x="3238500" y="5448300"/>
            <a:ext cx="514350" cy="285750"/>
          </a:xfrm>
          <a:prstGeom prst="roundRect">
            <a:avLst>
              <a:gd name="adj" fmla="val 40000"/>
            </a:avLst>
          </a:prstGeom>
          <a:solidFill>
            <a:srgbClr val="7C6A0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Q9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C53AFC27-E2BD-4F42-A81F-C94B18A386DF}"/>
              </a:ext>
            </a:extLst>
          </p:cNvPr>
          <p:cNvSpPr>
            <a:spLocks noGrp="1"/>
          </p:cNvSpPr>
          <p:nvPr/>
        </p:nvSpPr>
        <p:spPr>
          <a:xfrm>
            <a:off x="10763250" y="5448300"/>
            <a:ext cx="666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pPr>
            <a:r>
              <a: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4 of 6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69748E45-B95D-4A93-A97B-A70C2289A370}"/>
              </a:ext>
            </a:extLst>
          </p:cNvPr>
          <p:cNvSpPr>
            <a:spLocks noGrp="1"/>
          </p:cNvSpPr>
          <p:nvPr/>
        </p:nvSpPr>
        <p:spPr>
          <a:xfrm>
            <a:off x="762000" y="5829300"/>
            <a:ext cx="106489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 i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rPr sz="1200" b="0" i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Ganglion - two drugs.</a:t>
            </a:r>
          </a:p>
        </p:txBody>
      </p:sp>
    </p:spTree>
    <p:extLst>
      <p:ext uri="{BB962C8B-B14F-4D97-AF65-F5344CB8AC3E}">
        <p14:creationId xmlns:p14="http://schemas.microsoft.com/office/powerpoint/2010/main" val="188316414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842181CC-DF70-4AFC-A10B-95860660F46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066800"/>
          </a:xfrm>
          <a:prstGeom prst="rect">
            <a:avLst/>
          </a:prstGeom>
          <a:solidFill>
            <a:srgbClr val="028090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8A3B9BE0-645B-489A-9A30-727AA3591942}"/>
              </a:ext>
            </a:extLst>
          </p:cNvPr>
          <p:cNvSpPr>
            <a:spLocks noGrp="1"/>
          </p:cNvSpPr>
          <p:nvPr/>
        </p:nvSpPr>
        <p:spPr>
          <a:xfrm>
            <a:off x="457200" y="285750"/>
            <a:ext cx="533400" cy="533400"/>
          </a:xfrm>
          <a:prstGeom prst="ellipse">
            <a:avLst/>
          </a:prstGeom>
          <a:solidFill>
            <a:srgbClr val="00A896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C2B4A45-B68D-4E02-993C-1EAAA4676B24}"/>
              </a:ext>
            </a:extLst>
          </p:cNvPr>
          <p:cNvSpPr>
            <a:spLocks noGrp="1"/>
          </p:cNvSpPr>
          <p:nvPr/>
        </p:nvSpPr>
        <p:spPr>
          <a:xfrm>
            <a:off x="457200" y="381000"/>
            <a:ext cx="5334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57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7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18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E6111A7-3027-4D9D-8CF2-73B2DE70ED83}"/>
              </a:ext>
            </a:extLst>
          </p:cNvPr>
          <p:cNvSpPr>
            <a:spLocks noGrp="1"/>
          </p:cNvSpPr>
          <p:nvPr/>
        </p:nvSpPr>
        <p:spPr>
          <a:xfrm>
            <a:off x="1219200" y="209550"/>
            <a:ext cx="8382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400" b="1" i="0">
                <a:solidFill>
                  <a:srgbClr val="FFFFFF"/>
                </a:solidFill>
                <a:latin typeface="Cambria"/>
                <a:ea typeface="Cambria"/>
                <a:cs typeface="Cambria"/>
              </a:defRPr>
            </a:pPr>
            <a:r>
              <a:rPr sz="2400" b="1" i="0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Ganglion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0BCE7E0-1CDA-45B9-BC85-9A88502EFC76}"/>
              </a:ext>
            </a:extLst>
          </p:cNvPr>
          <p:cNvSpPr>
            <a:spLocks noGrp="1"/>
          </p:cNvSpPr>
          <p:nvPr/>
        </p:nvSpPr>
        <p:spPr>
          <a:xfrm>
            <a:off x="1219200" y="666750"/>
            <a:ext cx="8382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125" b="0" i="1">
                <a:solidFill>
                  <a:srgbClr val="E6F5F3"/>
                </a:solidFill>
                <a:latin typeface="Calibri"/>
                <a:ea typeface="Calibri"/>
                <a:cs typeface="Calibri"/>
              </a:defRPr>
            </a:pPr>
            <a:r>
              <a:rPr sz="1125" b="0" i="1">
                <a:solidFill>
                  <a:srgbClr val="E6F5F3"/>
                </a:solidFill>
                <a:latin typeface="Calibri"/>
                <a:ea typeface="Calibri"/>
                <a:cs typeface="Calibri"/>
              </a:rPr>
              <a:t>6 times asked | 0 Write Notes | 6 Short Answers | part 2 of 2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B1241063-B043-4D23-9C01-A174D491EAF6}"/>
              </a:ext>
            </a:extLst>
          </p:cNvPr>
          <p:cNvSpPr>
            <a:spLocks noGrp="1"/>
          </p:cNvSpPr>
          <p:nvPr/>
        </p:nvSpPr>
        <p:spPr>
          <a:xfrm>
            <a:off x="9886950" y="381000"/>
            <a:ext cx="1714500" cy="285750"/>
          </a:xfrm>
          <a:prstGeom prst="roundRect">
            <a:avLst>
              <a:gd name="adj" fmla="val 40000"/>
            </a:avLst>
          </a:prstGeom>
          <a:solidFill>
            <a:srgbClr val="016B78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Rank 18/55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DF0F7CD-2C9C-41FE-81C3-EA1D7F79DAD1}"/>
              </a:ext>
            </a:extLst>
          </p:cNvPr>
          <p:cNvSpPr>
            <a:spLocks noGrp="1"/>
          </p:cNvSpPr>
          <p:nvPr/>
        </p:nvSpPr>
        <p:spPr>
          <a:xfrm>
            <a:off x="552450" y="1200150"/>
            <a:ext cx="4000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1" i="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pPr>
            <a:r>
              <a:rPr sz="1275" b="1" i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Highlighted asked questions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828E1E0C-9F8D-4920-9554-DD004FE3C7ED}"/>
              </a:ext>
            </a:extLst>
          </p:cNvPr>
          <p:cNvSpPr>
            <a:spLocks noGrp="1"/>
          </p:cNvSpPr>
          <p:nvPr/>
        </p:nvSpPr>
        <p:spPr>
          <a:xfrm>
            <a:off x="552450" y="1562100"/>
            <a:ext cx="11087100" cy="1066800"/>
          </a:xfrm>
          <a:prstGeom prst="roundRect">
            <a:avLst>
              <a:gd name="adj" fmla="val 7143"/>
            </a:avLst>
          </a:prstGeom>
          <a:solidFill>
            <a:srgbClr val="FFF8D6"/>
          </a:solidFill>
          <a:ln w="9525">
            <a:solidFill>
              <a:srgbClr val="F2DF9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6FE401C-E95D-4068-837B-7615958B6E8D}"/>
              </a:ext>
            </a:extLst>
          </p:cNvPr>
          <p:cNvSpPr>
            <a:spLocks noGrp="1"/>
          </p:cNvSpPr>
          <p:nvPr/>
        </p:nvSpPr>
        <p:spPr>
          <a:xfrm>
            <a:off x="552450" y="1562100"/>
            <a:ext cx="76200" cy="1066800"/>
          </a:xfrm>
          <a:prstGeom prst="rect">
            <a:avLst/>
          </a:prstGeom>
          <a:solidFill>
            <a:srgbClr val="F6C343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A433179E-E94A-4A2B-B778-1F0BB84A166B}"/>
              </a:ext>
            </a:extLst>
          </p:cNvPr>
          <p:cNvSpPr>
            <a:spLocks noGrp="1"/>
          </p:cNvSpPr>
          <p:nvPr/>
        </p:nvSpPr>
        <p:spPr>
          <a:xfrm>
            <a:off x="762000" y="1733550"/>
            <a:ext cx="990600" cy="285750"/>
          </a:xfrm>
          <a:prstGeom prst="roundRect">
            <a:avLst>
              <a:gd name="adj" fmla="val 40000"/>
            </a:avLst>
          </a:prstGeom>
          <a:solidFill>
            <a:srgbClr val="02809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AUG 2024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49EA5DCB-FA15-4584-BA05-94EEC93CFA55}"/>
              </a:ext>
            </a:extLst>
          </p:cNvPr>
          <p:cNvSpPr>
            <a:spLocks noGrp="1"/>
          </p:cNvSpPr>
          <p:nvPr/>
        </p:nvSpPr>
        <p:spPr>
          <a:xfrm>
            <a:off x="1885950" y="1733550"/>
            <a:ext cx="1219200" cy="285750"/>
          </a:xfrm>
          <a:prstGeom prst="roundRect">
            <a:avLst>
              <a:gd name="adj" fmla="val 40000"/>
            </a:avLst>
          </a:prstGeom>
          <a:solidFill>
            <a:srgbClr val="2563A8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Short Answers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5833565A-DE23-45B4-90FF-7DDEBE4B2E42}"/>
              </a:ext>
            </a:extLst>
          </p:cNvPr>
          <p:cNvSpPr>
            <a:spLocks noGrp="1"/>
          </p:cNvSpPr>
          <p:nvPr/>
        </p:nvSpPr>
        <p:spPr>
          <a:xfrm>
            <a:off x="3238500" y="1733550"/>
            <a:ext cx="514350" cy="285750"/>
          </a:xfrm>
          <a:prstGeom prst="roundRect">
            <a:avLst>
              <a:gd name="adj" fmla="val 40000"/>
            </a:avLst>
          </a:prstGeom>
          <a:solidFill>
            <a:srgbClr val="7C6A0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Q7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AD67418-313A-4D27-8568-B3B255D42FB7}"/>
              </a:ext>
            </a:extLst>
          </p:cNvPr>
          <p:cNvSpPr>
            <a:spLocks noGrp="1"/>
          </p:cNvSpPr>
          <p:nvPr/>
        </p:nvSpPr>
        <p:spPr>
          <a:xfrm>
            <a:off x="10763250" y="1733550"/>
            <a:ext cx="666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pPr>
            <a:r>
              <a: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5 of 6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D1D75FB-9716-4AAA-8A7E-087EB58DCE3A}"/>
              </a:ext>
            </a:extLst>
          </p:cNvPr>
          <p:cNvSpPr>
            <a:spLocks noGrp="1"/>
          </p:cNvSpPr>
          <p:nvPr/>
        </p:nvSpPr>
        <p:spPr>
          <a:xfrm>
            <a:off x="762000" y="2114550"/>
            <a:ext cx="106489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 i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rPr sz="1200" b="0" i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Ganglion - two drugs.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743B6CCB-CC25-4247-B61F-FA78AD1F2186}"/>
              </a:ext>
            </a:extLst>
          </p:cNvPr>
          <p:cNvSpPr>
            <a:spLocks noGrp="1"/>
          </p:cNvSpPr>
          <p:nvPr/>
        </p:nvSpPr>
        <p:spPr>
          <a:xfrm>
            <a:off x="552450" y="2800350"/>
            <a:ext cx="11087100" cy="1066800"/>
          </a:xfrm>
          <a:prstGeom prst="roundRect">
            <a:avLst>
              <a:gd name="adj" fmla="val 7143"/>
            </a:avLst>
          </a:prstGeom>
          <a:solidFill>
            <a:srgbClr val="FFF8D6"/>
          </a:solidFill>
          <a:ln w="9525">
            <a:solidFill>
              <a:srgbClr val="F2DF9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06E10DC-F73C-4F25-8F69-1000AB3A9A93}"/>
              </a:ext>
            </a:extLst>
          </p:cNvPr>
          <p:cNvSpPr>
            <a:spLocks noGrp="1"/>
          </p:cNvSpPr>
          <p:nvPr/>
        </p:nvSpPr>
        <p:spPr>
          <a:xfrm>
            <a:off x="552450" y="2800350"/>
            <a:ext cx="76200" cy="1066800"/>
          </a:xfrm>
          <a:prstGeom prst="rect">
            <a:avLst/>
          </a:prstGeom>
          <a:solidFill>
            <a:srgbClr val="F6C343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54A774E6-C2E8-42EE-8C50-F6ABF393458D}"/>
              </a:ext>
            </a:extLst>
          </p:cNvPr>
          <p:cNvSpPr>
            <a:spLocks noGrp="1"/>
          </p:cNvSpPr>
          <p:nvPr/>
        </p:nvSpPr>
        <p:spPr>
          <a:xfrm>
            <a:off x="762000" y="2971800"/>
            <a:ext cx="990600" cy="285750"/>
          </a:xfrm>
          <a:prstGeom prst="roundRect">
            <a:avLst>
              <a:gd name="adj" fmla="val 40000"/>
            </a:avLst>
          </a:prstGeom>
          <a:solidFill>
            <a:srgbClr val="02809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AUG 2025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9BB24F22-2F06-442E-8C42-7498DC456185}"/>
              </a:ext>
            </a:extLst>
          </p:cNvPr>
          <p:cNvSpPr>
            <a:spLocks noGrp="1"/>
          </p:cNvSpPr>
          <p:nvPr/>
        </p:nvSpPr>
        <p:spPr>
          <a:xfrm>
            <a:off x="1885950" y="2971800"/>
            <a:ext cx="1219200" cy="285750"/>
          </a:xfrm>
          <a:prstGeom prst="roundRect">
            <a:avLst>
              <a:gd name="adj" fmla="val 40000"/>
            </a:avLst>
          </a:prstGeom>
          <a:solidFill>
            <a:srgbClr val="2563A8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Short Answers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C5CACC55-A389-49ED-8A37-11427476AB6D}"/>
              </a:ext>
            </a:extLst>
          </p:cNvPr>
          <p:cNvSpPr>
            <a:spLocks noGrp="1"/>
          </p:cNvSpPr>
          <p:nvPr/>
        </p:nvSpPr>
        <p:spPr>
          <a:xfrm>
            <a:off x="3238500" y="2971800"/>
            <a:ext cx="514350" cy="285750"/>
          </a:xfrm>
          <a:prstGeom prst="roundRect">
            <a:avLst>
              <a:gd name="adj" fmla="val 40000"/>
            </a:avLst>
          </a:prstGeom>
          <a:solidFill>
            <a:srgbClr val="7C6A0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Q7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3B7D331-E18A-424E-91EB-DD3C533EAD5F}"/>
              </a:ext>
            </a:extLst>
          </p:cNvPr>
          <p:cNvSpPr>
            <a:spLocks noGrp="1"/>
          </p:cNvSpPr>
          <p:nvPr/>
        </p:nvSpPr>
        <p:spPr>
          <a:xfrm>
            <a:off x="10763250" y="2971800"/>
            <a:ext cx="666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pPr>
            <a:r>
              <a: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6 of 6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2538C29-012F-4E3C-A1B4-FC19489B332C}"/>
              </a:ext>
            </a:extLst>
          </p:cNvPr>
          <p:cNvSpPr>
            <a:spLocks noGrp="1"/>
          </p:cNvSpPr>
          <p:nvPr/>
        </p:nvSpPr>
        <p:spPr>
          <a:xfrm>
            <a:off x="762000" y="3352800"/>
            <a:ext cx="106489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 i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rPr sz="1200" b="0" i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Ganglion - write two drugs.</a:t>
            </a:r>
          </a:p>
        </p:txBody>
      </p:sp>
    </p:spTree>
    <p:extLst>
      <p:ext uri="{BB962C8B-B14F-4D97-AF65-F5344CB8AC3E}">
        <p14:creationId xmlns:p14="http://schemas.microsoft.com/office/powerpoint/2010/main" val="291133577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 35">
            <a:extLst>
              <a:ext uri="{FF2B5EF4-FFF2-40B4-BE49-F238E27FC236}">
                <a16:creationId xmlns:a16="http://schemas.microsoft.com/office/drawing/2014/main" id="{878892FC-282D-42AB-98CD-49F42742E77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066800"/>
          </a:xfrm>
          <a:prstGeom prst="rect">
            <a:avLst/>
          </a:prstGeom>
          <a:solidFill>
            <a:srgbClr val="028090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E7403252-2971-4AC1-BCAC-6CBA863A9612}"/>
              </a:ext>
            </a:extLst>
          </p:cNvPr>
          <p:cNvSpPr>
            <a:spLocks noGrp="1"/>
          </p:cNvSpPr>
          <p:nvPr/>
        </p:nvSpPr>
        <p:spPr>
          <a:xfrm>
            <a:off x="457200" y="285750"/>
            <a:ext cx="533400" cy="533400"/>
          </a:xfrm>
          <a:prstGeom prst="ellipse">
            <a:avLst/>
          </a:prstGeom>
          <a:solidFill>
            <a:srgbClr val="00A896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86F7843-25AE-4FD5-95C1-609182EA4FBA}"/>
              </a:ext>
            </a:extLst>
          </p:cNvPr>
          <p:cNvSpPr>
            <a:spLocks noGrp="1"/>
          </p:cNvSpPr>
          <p:nvPr/>
        </p:nvSpPr>
        <p:spPr>
          <a:xfrm>
            <a:off x="457200" y="381000"/>
            <a:ext cx="5334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57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7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19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FBF8B30-F3B8-4EDE-8B57-EC43CD10738E}"/>
              </a:ext>
            </a:extLst>
          </p:cNvPr>
          <p:cNvSpPr>
            <a:spLocks noGrp="1"/>
          </p:cNvSpPr>
          <p:nvPr/>
        </p:nvSpPr>
        <p:spPr>
          <a:xfrm>
            <a:off x="1219200" y="209550"/>
            <a:ext cx="8382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400" b="1" i="0">
                <a:solidFill>
                  <a:srgbClr val="FFFFFF"/>
                </a:solidFill>
                <a:latin typeface="Cambria"/>
                <a:ea typeface="Cambria"/>
                <a:cs typeface="Cambria"/>
              </a:defRPr>
            </a:pPr>
            <a:r>
              <a:rPr sz="2400" b="1" i="0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Gangrene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E783016-CB1F-4227-997C-30363B389ED7}"/>
              </a:ext>
            </a:extLst>
          </p:cNvPr>
          <p:cNvSpPr>
            <a:spLocks noGrp="1"/>
          </p:cNvSpPr>
          <p:nvPr/>
        </p:nvSpPr>
        <p:spPr>
          <a:xfrm>
            <a:off x="1219200" y="666750"/>
            <a:ext cx="8382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125" b="0" i="1">
                <a:solidFill>
                  <a:srgbClr val="E6F5F3"/>
                </a:solidFill>
                <a:latin typeface="Calibri"/>
                <a:ea typeface="Calibri"/>
                <a:cs typeface="Calibri"/>
              </a:defRPr>
            </a:pPr>
            <a:r>
              <a:rPr sz="1125" b="0" i="1">
                <a:solidFill>
                  <a:srgbClr val="E6F5F3"/>
                </a:solidFill>
                <a:latin typeface="Calibri"/>
                <a:ea typeface="Calibri"/>
                <a:cs typeface="Calibri"/>
              </a:rPr>
              <a:t>6 times asked | 2 Write Notes | 4 Short Answers | part 1 of 2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20F484BD-097F-41E7-A7E5-BC89922150EE}"/>
              </a:ext>
            </a:extLst>
          </p:cNvPr>
          <p:cNvSpPr>
            <a:spLocks noGrp="1"/>
          </p:cNvSpPr>
          <p:nvPr/>
        </p:nvSpPr>
        <p:spPr>
          <a:xfrm>
            <a:off x="9886950" y="381000"/>
            <a:ext cx="1714500" cy="285750"/>
          </a:xfrm>
          <a:prstGeom prst="roundRect">
            <a:avLst>
              <a:gd name="adj" fmla="val 40000"/>
            </a:avLst>
          </a:prstGeom>
          <a:solidFill>
            <a:srgbClr val="016B78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Rank 19/55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1D5147B-EC08-484F-9B38-24D1745AA4B4}"/>
              </a:ext>
            </a:extLst>
          </p:cNvPr>
          <p:cNvSpPr>
            <a:spLocks noGrp="1"/>
          </p:cNvSpPr>
          <p:nvPr/>
        </p:nvSpPr>
        <p:spPr>
          <a:xfrm>
            <a:off x="552450" y="1200150"/>
            <a:ext cx="4000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1" i="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pPr>
            <a:r>
              <a:rPr sz="1275" b="1" i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Highlighted asked questions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FAD427C0-1B16-4362-AF9B-642973DDD4A0}"/>
              </a:ext>
            </a:extLst>
          </p:cNvPr>
          <p:cNvSpPr>
            <a:spLocks noGrp="1"/>
          </p:cNvSpPr>
          <p:nvPr/>
        </p:nvSpPr>
        <p:spPr>
          <a:xfrm>
            <a:off x="552450" y="1562100"/>
            <a:ext cx="11087100" cy="1066800"/>
          </a:xfrm>
          <a:prstGeom prst="roundRect">
            <a:avLst>
              <a:gd name="adj" fmla="val 7143"/>
            </a:avLst>
          </a:prstGeom>
          <a:solidFill>
            <a:srgbClr val="FFF8D6"/>
          </a:solidFill>
          <a:ln w="9525">
            <a:solidFill>
              <a:srgbClr val="F2DF9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84AEBD2-9BC5-4E9C-AAC8-EB71247A372C}"/>
              </a:ext>
            </a:extLst>
          </p:cNvPr>
          <p:cNvSpPr>
            <a:spLocks noGrp="1"/>
          </p:cNvSpPr>
          <p:nvPr/>
        </p:nvSpPr>
        <p:spPr>
          <a:xfrm>
            <a:off x="552450" y="1562100"/>
            <a:ext cx="76200" cy="1066800"/>
          </a:xfrm>
          <a:prstGeom prst="rect">
            <a:avLst/>
          </a:prstGeom>
          <a:solidFill>
            <a:srgbClr val="F6C343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B91999F9-6E61-461A-A17C-77F82364939C}"/>
              </a:ext>
            </a:extLst>
          </p:cNvPr>
          <p:cNvSpPr>
            <a:spLocks noGrp="1"/>
          </p:cNvSpPr>
          <p:nvPr/>
        </p:nvSpPr>
        <p:spPr>
          <a:xfrm>
            <a:off x="762000" y="1733550"/>
            <a:ext cx="990600" cy="285750"/>
          </a:xfrm>
          <a:prstGeom prst="roundRect">
            <a:avLst>
              <a:gd name="adj" fmla="val 40000"/>
            </a:avLst>
          </a:prstGeom>
          <a:solidFill>
            <a:srgbClr val="02809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OCT 2018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C7B94E2F-29E1-4052-AB1E-89FEF34F2C7D}"/>
              </a:ext>
            </a:extLst>
          </p:cNvPr>
          <p:cNvSpPr>
            <a:spLocks noGrp="1"/>
          </p:cNvSpPr>
          <p:nvPr/>
        </p:nvSpPr>
        <p:spPr>
          <a:xfrm>
            <a:off x="1885950" y="1733550"/>
            <a:ext cx="1219200" cy="285750"/>
          </a:xfrm>
          <a:prstGeom prst="roundRect">
            <a:avLst>
              <a:gd name="adj" fmla="val 40000"/>
            </a:avLst>
          </a:prstGeom>
          <a:solidFill>
            <a:srgbClr val="2563A8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Short Answers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165B931-6C04-400F-8215-C257BE6475BA}"/>
              </a:ext>
            </a:extLst>
          </p:cNvPr>
          <p:cNvSpPr>
            <a:spLocks noGrp="1"/>
          </p:cNvSpPr>
          <p:nvPr/>
        </p:nvSpPr>
        <p:spPr>
          <a:xfrm>
            <a:off x="3238500" y="1733550"/>
            <a:ext cx="514350" cy="285750"/>
          </a:xfrm>
          <a:prstGeom prst="roundRect">
            <a:avLst>
              <a:gd name="adj" fmla="val 40000"/>
            </a:avLst>
          </a:prstGeom>
          <a:solidFill>
            <a:srgbClr val="7C6A0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Q10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A0D6DA7-98D5-41A5-AA90-181C1CA01E89}"/>
              </a:ext>
            </a:extLst>
          </p:cNvPr>
          <p:cNvSpPr>
            <a:spLocks noGrp="1"/>
          </p:cNvSpPr>
          <p:nvPr/>
        </p:nvSpPr>
        <p:spPr>
          <a:xfrm>
            <a:off x="10763250" y="1733550"/>
            <a:ext cx="666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pPr>
            <a:r>
              <a: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1 of 6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D5C2FF0-49D0-490C-BA35-89B2105FA38C}"/>
              </a:ext>
            </a:extLst>
          </p:cNvPr>
          <p:cNvSpPr>
            <a:spLocks noGrp="1"/>
          </p:cNvSpPr>
          <p:nvPr/>
        </p:nvSpPr>
        <p:spPr>
          <a:xfrm>
            <a:off x="762000" y="2114550"/>
            <a:ext cx="106489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 i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rPr sz="1200" b="0" i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Secale cor - Gas gangrene.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122BEE49-6292-4C1B-AA0E-57645AEFCEB3}"/>
              </a:ext>
            </a:extLst>
          </p:cNvPr>
          <p:cNvSpPr>
            <a:spLocks noGrp="1"/>
          </p:cNvSpPr>
          <p:nvPr/>
        </p:nvSpPr>
        <p:spPr>
          <a:xfrm>
            <a:off x="552450" y="2800350"/>
            <a:ext cx="11087100" cy="1066800"/>
          </a:xfrm>
          <a:prstGeom prst="roundRect">
            <a:avLst>
              <a:gd name="adj" fmla="val 7143"/>
            </a:avLst>
          </a:prstGeom>
          <a:solidFill>
            <a:srgbClr val="FFF8D6"/>
          </a:solidFill>
          <a:ln w="9525">
            <a:solidFill>
              <a:srgbClr val="F2DF9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7B401D1-1765-4A48-8FB4-C9C7F331D5B2}"/>
              </a:ext>
            </a:extLst>
          </p:cNvPr>
          <p:cNvSpPr>
            <a:spLocks noGrp="1"/>
          </p:cNvSpPr>
          <p:nvPr/>
        </p:nvSpPr>
        <p:spPr>
          <a:xfrm>
            <a:off x="552450" y="2800350"/>
            <a:ext cx="76200" cy="1066800"/>
          </a:xfrm>
          <a:prstGeom prst="rect">
            <a:avLst/>
          </a:prstGeom>
          <a:solidFill>
            <a:srgbClr val="F6C343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E73AF02F-ABAF-41EA-9E90-8BAA957DAEC2}"/>
              </a:ext>
            </a:extLst>
          </p:cNvPr>
          <p:cNvSpPr>
            <a:spLocks noGrp="1"/>
          </p:cNvSpPr>
          <p:nvPr/>
        </p:nvSpPr>
        <p:spPr>
          <a:xfrm>
            <a:off x="762000" y="2971800"/>
            <a:ext cx="990600" cy="285750"/>
          </a:xfrm>
          <a:prstGeom prst="roundRect">
            <a:avLst>
              <a:gd name="adj" fmla="val 40000"/>
            </a:avLst>
          </a:prstGeom>
          <a:solidFill>
            <a:srgbClr val="02809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OCT 2019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9441E9A3-F5E8-4D25-B70E-F088B55A4CF4}"/>
              </a:ext>
            </a:extLst>
          </p:cNvPr>
          <p:cNvSpPr>
            <a:spLocks noGrp="1"/>
          </p:cNvSpPr>
          <p:nvPr/>
        </p:nvSpPr>
        <p:spPr>
          <a:xfrm>
            <a:off x="1885950" y="2971800"/>
            <a:ext cx="1219200" cy="285750"/>
          </a:xfrm>
          <a:prstGeom prst="roundRect">
            <a:avLst>
              <a:gd name="adj" fmla="val 40000"/>
            </a:avLst>
          </a:prstGeom>
          <a:solidFill>
            <a:srgbClr val="2563A8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Short Answers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7D72E875-05FF-48EF-8D7F-FE223574D83B}"/>
              </a:ext>
            </a:extLst>
          </p:cNvPr>
          <p:cNvSpPr>
            <a:spLocks noGrp="1"/>
          </p:cNvSpPr>
          <p:nvPr/>
        </p:nvSpPr>
        <p:spPr>
          <a:xfrm>
            <a:off x="3238500" y="2971800"/>
            <a:ext cx="514350" cy="285750"/>
          </a:xfrm>
          <a:prstGeom prst="roundRect">
            <a:avLst>
              <a:gd name="adj" fmla="val 40000"/>
            </a:avLst>
          </a:prstGeom>
          <a:solidFill>
            <a:srgbClr val="7C6A0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Q9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5D16369-AABA-4929-AFD3-867C96A15E2B}"/>
              </a:ext>
            </a:extLst>
          </p:cNvPr>
          <p:cNvSpPr>
            <a:spLocks noGrp="1"/>
          </p:cNvSpPr>
          <p:nvPr/>
        </p:nvSpPr>
        <p:spPr>
          <a:xfrm>
            <a:off x="10763250" y="2971800"/>
            <a:ext cx="666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pPr>
            <a:r>
              <a: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2 of 6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CBE3AAC-1A81-4E5E-947C-6A6A2C8F2D0B}"/>
              </a:ext>
            </a:extLst>
          </p:cNvPr>
          <p:cNvSpPr>
            <a:spLocks noGrp="1"/>
          </p:cNvSpPr>
          <p:nvPr/>
        </p:nvSpPr>
        <p:spPr>
          <a:xfrm>
            <a:off x="762000" y="3352800"/>
            <a:ext cx="106489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 i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rPr sz="1200" b="0" i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Dry gangrene-Secale cor.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28C06CDE-2FC2-426B-985E-3019FC0DDA48}"/>
              </a:ext>
            </a:extLst>
          </p:cNvPr>
          <p:cNvSpPr>
            <a:spLocks noGrp="1"/>
          </p:cNvSpPr>
          <p:nvPr/>
        </p:nvSpPr>
        <p:spPr>
          <a:xfrm>
            <a:off x="552450" y="4038600"/>
            <a:ext cx="11087100" cy="1066800"/>
          </a:xfrm>
          <a:prstGeom prst="roundRect">
            <a:avLst>
              <a:gd name="adj" fmla="val 7143"/>
            </a:avLst>
          </a:prstGeom>
          <a:solidFill>
            <a:srgbClr val="FFF8D6"/>
          </a:solidFill>
          <a:ln w="9525">
            <a:solidFill>
              <a:srgbClr val="F2DF9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7406B82-65AF-4BD8-89F9-262E8A263E7E}"/>
              </a:ext>
            </a:extLst>
          </p:cNvPr>
          <p:cNvSpPr>
            <a:spLocks noGrp="1"/>
          </p:cNvSpPr>
          <p:nvPr/>
        </p:nvSpPr>
        <p:spPr>
          <a:xfrm>
            <a:off x="552450" y="4038600"/>
            <a:ext cx="76200" cy="1066800"/>
          </a:xfrm>
          <a:prstGeom prst="rect">
            <a:avLst/>
          </a:prstGeom>
          <a:solidFill>
            <a:srgbClr val="F6C343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7F1383BB-5C06-4C3B-889A-FC73A20E5F16}"/>
              </a:ext>
            </a:extLst>
          </p:cNvPr>
          <p:cNvSpPr>
            <a:spLocks noGrp="1"/>
          </p:cNvSpPr>
          <p:nvPr/>
        </p:nvSpPr>
        <p:spPr>
          <a:xfrm>
            <a:off x="762000" y="4210050"/>
            <a:ext cx="990600" cy="285750"/>
          </a:xfrm>
          <a:prstGeom prst="roundRect">
            <a:avLst>
              <a:gd name="adj" fmla="val 40000"/>
            </a:avLst>
          </a:prstGeom>
          <a:solidFill>
            <a:srgbClr val="02809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SEP 2021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8493AEB0-33EB-4809-92A1-AE7EA0C192DE}"/>
              </a:ext>
            </a:extLst>
          </p:cNvPr>
          <p:cNvSpPr>
            <a:spLocks noGrp="1"/>
          </p:cNvSpPr>
          <p:nvPr/>
        </p:nvSpPr>
        <p:spPr>
          <a:xfrm>
            <a:off x="1885950" y="4210050"/>
            <a:ext cx="1219200" cy="285750"/>
          </a:xfrm>
          <a:prstGeom prst="roundRect">
            <a:avLst>
              <a:gd name="adj" fmla="val 40000"/>
            </a:avLst>
          </a:prstGeom>
          <a:solidFill>
            <a:srgbClr val="2563A8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Short Answers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431AC35B-6DA0-48F6-88E7-1190A84DA133}"/>
              </a:ext>
            </a:extLst>
          </p:cNvPr>
          <p:cNvSpPr>
            <a:spLocks noGrp="1"/>
          </p:cNvSpPr>
          <p:nvPr/>
        </p:nvSpPr>
        <p:spPr>
          <a:xfrm>
            <a:off x="3238500" y="4210050"/>
            <a:ext cx="514350" cy="285750"/>
          </a:xfrm>
          <a:prstGeom prst="roundRect">
            <a:avLst>
              <a:gd name="adj" fmla="val 40000"/>
            </a:avLst>
          </a:prstGeom>
          <a:solidFill>
            <a:srgbClr val="7C6A0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Q9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3BEFB01-F471-4E3D-B4C7-9AD528BAE92C}"/>
              </a:ext>
            </a:extLst>
          </p:cNvPr>
          <p:cNvSpPr>
            <a:spLocks noGrp="1"/>
          </p:cNvSpPr>
          <p:nvPr/>
        </p:nvSpPr>
        <p:spPr>
          <a:xfrm>
            <a:off x="10763250" y="4210050"/>
            <a:ext cx="666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pPr>
            <a:r>
              <a: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3 of 6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422E9C4D-D232-44EE-947E-474D170BE5FF}"/>
              </a:ext>
            </a:extLst>
          </p:cNvPr>
          <p:cNvSpPr>
            <a:spLocks noGrp="1"/>
          </p:cNvSpPr>
          <p:nvPr/>
        </p:nvSpPr>
        <p:spPr>
          <a:xfrm>
            <a:off x="762000" y="4591050"/>
            <a:ext cx="106489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 i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rPr sz="1200" b="0" i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Secale cor in Gangrene.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671BE0E5-BE57-4C8A-9B44-28367A53BC04}"/>
              </a:ext>
            </a:extLst>
          </p:cNvPr>
          <p:cNvSpPr>
            <a:spLocks noGrp="1"/>
          </p:cNvSpPr>
          <p:nvPr/>
        </p:nvSpPr>
        <p:spPr>
          <a:xfrm>
            <a:off x="552450" y="5276850"/>
            <a:ext cx="11087100" cy="1066800"/>
          </a:xfrm>
          <a:prstGeom prst="roundRect">
            <a:avLst>
              <a:gd name="adj" fmla="val 7143"/>
            </a:avLst>
          </a:prstGeom>
          <a:solidFill>
            <a:srgbClr val="FFF8D6"/>
          </a:solidFill>
          <a:ln w="9525">
            <a:solidFill>
              <a:srgbClr val="F2DF9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FCCF30C7-7D87-4FC8-99DA-B9F406719B16}"/>
              </a:ext>
            </a:extLst>
          </p:cNvPr>
          <p:cNvSpPr>
            <a:spLocks noGrp="1"/>
          </p:cNvSpPr>
          <p:nvPr/>
        </p:nvSpPr>
        <p:spPr>
          <a:xfrm>
            <a:off x="552450" y="5276850"/>
            <a:ext cx="76200" cy="1066800"/>
          </a:xfrm>
          <a:prstGeom prst="rect">
            <a:avLst/>
          </a:prstGeom>
          <a:solidFill>
            <a:srgbClr val="F6C343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08BABEE2-85D4-4EC5-A6D5-14824D904D02}"/>
              </a:ext>
            </a:extLst>
          </p:cNvPr>
          <p:cNvSpPr>
            <a:spLocks noGrp="1"/>
          </p:cNvSpPr>
          <p:nvPr/>
        </p:nvSpPr>
        <p:spPr>
          <a:xfrm>
            <a:off x="762000" y="5448300"/>
            <a:ext cx="990600" cy="285750"/>
          </a:xfrm>
          <a:prstGeom prst="roundRect">
            <a:avLst>
              <a:gd name="adj" fmla="val 40000"/>
            </a:avLst>
          </a:prstGeom>
          <a:solidFill>
            <a:srgbClr val="02809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FEB 2022</a:t>
            </a: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B55FC535-944B-4AF3-9F00-D3EF9AAB5F42}"/>
              </a:ext>
            </a:extLst>
          </p:cNvPr>
          <p:cNvSpPr>
            <a:spLocks noGrp="1"/>
          </p:cNvSpPr>
          <p:nvPr/>
        </p:nvSpPr>
        <p:spPr>
          <a:xfrm>
            <a:off x="1885950" y="5448300"/>
            <a:ext cx="1219200" cy="285750"/>
          </a:xfrm>
          <a:prstGeom prst="roundRect">
            <a:avLst>
              <a:gd name="adj" fmla="val 40000"/>
            </a:avLst>
          </a:prstGeom>
          <a:solidFill>
            <a:srgbClr val="02809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Write Notes</a:t>
            </a: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046C7444-4692-40E2-BFFF-442D182AE45B}"/>
              </a:ext>
            </a:extLst>
          </p:cNvPr>
          <p:cNvSpPr>
            <a:spLocks noGrp="1"/>
          </p:cNvSpPr>
          <p:nvPr/>
        </p:nvSpPr>
        <p:spPr>
          <a:xfrm>
            <a:off x="3238500" y="5448300"/>
            <a:ext cx="514350" cy="285750"/>
          </a:xfrm>
          <a:prstGeom prst="roundRect">
            <a:avLst>
              <a:gd name="adj" fmla="val 40000"/>
            </a:avLst>
          </a:prstGeom>
          <a:solidFill>
            <a:srgbClr val="7C6A0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Q3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0BDA869D-D8AC-436F-A038-6DDECB339106}"/>
              </a:ext>
            </a:extLst>
          </p:cNvPr>
          <p:cNvSpPr>
            <a:spLocks noGrp="1"/>
          </p:cNvSpPr>
          <p:nvPr/>
        </p:nvSpPr>
        <p:spPr>
          <a:xfrm>
            <a:off x="10763250" y="5448300"/>
            <a:ext cx="666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pPr>
            <a:r>
              <a: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4 of 6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0E592FA8-F87A-4F07-8002-3D4F848022CE}"/>
              </a:ext>
            </a:extLst>
          </p:cNvPr>
          <p:cNvSpPr>
            <a:spLocks noGrp="1"/>
          </p:cNvSpPr>
          <p:nvPr/>
        </p:nvSpPr>
        <p:spPr>
          <a:xfrm>
            <a:off x="762000" y="5829300"/>
            <a:ext cx="106489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 i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rPr sz="1200" b="0" i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Gas Gangrene.</a:t>
            </a:r>
          </a:p>
        </p:txBody>
      </p:sp>
    </p:spTree>
    <p:extLst>
      <p:ext uri="{BB962C8B-B14F-4D97-AF65-F5344CB8AC3E}">
        <p14:creationId xmlns:p14="http://schemas.microsoft.com/office/powerpoint/2010/main" val="1865971995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74707AFB-8F0D-44FD-BE06-F1A9EB2D893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066800"/>
          </a:xfrm>
          <a:prstGeom prst="rect">
            <a:avLst/>
          </a:prstGeom>
          <a:solidFill>
            <a:srgbClr val="028090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9B1CAEB1-88F6-4155-AA93-672B5226CC92}"/>
              </a:ext>
            </a:extLst>
          </p:cNvPr>
          <p:cNvSpPr>
            <a:spLocks noGrp="1"/>
          </p:cNvSpPr>
          <p:nvPr/>
        </p:nvSpPr>
        <p:spPr>
          <a:xfrm>
            <a:off x="457200" y="285750"/>
            <a:ext cx="533400" cy="533400"/>
          </a:xfrm>
          <a:prstGeom prst="ellipse">
            <a:avLst/>
          </a:prstGeom>
          <a:solidFill>
            <a:srgbClr val="00A896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AFCA579-30F6-4BF2-8584-9211604198B1}"/>
              </a:ext>
            </a:extLst>
          </p:cNvPr>
          <p:cNvSpPr>
            <a:spLocks noGrp="1"/>
          </p:cNvSpPr>
          <p:nvPr/>
        </p:nvSpPr>
        <p:spPr>
          <a:xfrm>
            <a:off x="457200" y="381000"/>
            <a:ext cx="5334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57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7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19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783D634-97B5-428C-ABE5-A3B7DE9CB9C0}"/>
              </a:ext>
            </a:extLst>
          </p:cNvPr>
          <p:cNvSpPr>
            <a:spLocks noGrp="1"/>
          </p:cNvSpPr>
          <p:nvPr/>
        </p:nvSpPr>
        <p:spPr>
          <a:xfrm>
            <a:off x="1219200" y="209550"/>
            <a:ext cx="8382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400" b="1" i="0">
                <a:solidFill>
                  <a:srgbClr val="FFFFFF"/>
                </a:solidFill>
                <a:latin typeface="Cambria"/>
                <a:ea typeface="Cambria"/>
                <a:cs typeface="Cambria"/>
              </a:defRPr>
            </a:pPr>
            <a:r>
              <a:rPr sz="2400" b="1" i="0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Gangrene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A28B3FE-1BDA-400C-81C6-872441D0C585}"/>
              </a:ext>
            </a:extLst>
          </p:cNvPr>
          <p:cNvSpPr>
            <a:spLocks noGrp="1"/>
          </p:cNvSpPr>
          <p:nvPr/>
        </p:nvSpPr>
        <p:spPr>
          <a:xfrm>
            <a:off x="1219200" y="666750"/>
            <a:ext cx="8382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125" b="0" i="1">
                <a:solidFill>
                  <a:srgbClr val="E6F5F3"/>
                </a:solidFill>
                <a:latin typeface="Calibri"/>
                <a:ea typeface="Calibri"/>
                <a:cs typeface="Calibri"/>
              </a:defRPr>
            </a:pPr>
            <a:r>
              <a:rPr sz="1125" b="0" i="1">
                <a:solidFill>
                  <a:srgbClr val="E6F5F3"/>
                </a:solidFill>
                <a:latin typeface="Calibri"/>
                <a:ea typeface="Calibri"/>
                <a:cs typeface="Calibri"/>
              </a:rPr>
              <a:t>6 times asked | 2 Write Notes | 4 Short Answers | part 2 of 2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96FD45D1-1011-4CA1-B24B-35ACE78EACE6}"/>
              </a:ext>
            </a:extLst>
          </p:cNvPr>
          <p:cNvSpPr>
            <a:spLocks noGrp="1"/>
          </p:cNvSpPr>
          <p:nvPr/>
        </p:nvSpPr>
        <p:spPr>
          <a:xfrm>
            <a:off x="9886950" y="381000"/>
            <a:ext cx="1714500" cy="285750"/>
          </a:xfrm>
          <a:prstGeom prst="roundRect">
            <a:avLst>
              <a:gd name="adj" fmla="val 40000"/>
            </a:avLst>
          </a:prstGeom>
          <a:solidFill>
            <a:srgbClr val="016B78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Rank 19/55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EB88D43-A4C1-476E-A604-E80F1C3210D9}"/>
              </a:ext>
            </a:extLst>
          </p:cNvPr>
          <p:cNvSpPr>
            <a:spLocks noGrp="1"/>
          </p:cNvSpPr>
          <p:nvPr/>
        </p:nvSpPr>
        <p:spPr>
          <a:xfrm>
            <a:off x="552450" y="1200150"/>
            <a:ext cx="4000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1" i="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pPr>
            <a:r>
              <a:rPr sz="1275" b="1" i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Highlighted asked questions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511411FF-8BDE-426D-89A2-EEBD72249A81}"/>
              </a:ext>
            </a:extLst>
          </p:cNvPr>
          <p:cNvSpPr>
            <a:spLocks noGrp="1"/>
          </p:cNvSpPr>
          <p:nvPr/>
        </p:nvSpPr>
        <p:spPr>
          <a:xfrm>
            <a:off x="552450" y="1562100"/>
            <a:ext cx="11087100" cy="1066800"/>
          </a:xfrm>
          <a:prstGeom prst="roundRect">
            <a:avLst>
              <a:gd name="adj" fmla="val 7143"/>
            </a:avLst>
          </a:prstGeom>
          <a:solidFill>
            <a:srgbClr val="FFF8D6"/>
          </a:solidFill>
          <a:ln w="9525">
            <a:solidFill>
              <a:srgbClr val="F2DF9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F2361FE-6F58-4107-8803-D4BC3E62BA16}"/>
              </a:ext>
            </a:extLst>
          </p:cNvPr>
          <p:cNvSpPr>
            <a:spLocks noGrp="1"/>
          </p:cNvSpPr>
          <p:nvPr/>
        </p:nvSpPr>
        <p:spPr>
          <a:xfrm>
            <a:off x="552450" y="1562100"/>
            <a:ext cx="76200" cy="1066800"/>
          </a:xfrm>
          <a:prstGeom prst="rect">
            <a:avLst/>
          </a:prstGeom>
          <a:solidFill>
            <a:srgbClr val="F6C343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7BB3D059-A5D9-4283-9C6F-AF3DB99FFB27}"/>
              </a:ext>
            </a:extLst>
          </p:cNvPr>
          <p:cNvSpPr>
            <a:spLocks noGrp="1"/>
          </p:cNvSpPr>
          <p:nvPr/>
        </p:nvSpPr>
        <p:spPr>
          <a:xfrm>
            <a:off x="762000" y="1733550"/>
            <a:ext cx="990600" cy="285750"/>
          </a:xfrm>
          <a:prstGeom prst="roundRect">
            <a:avLst>
              <a:gd name="adj" fmla="val 40000"/>
            </a:avLst>
          </a:prstGeom>
          <a:solidFill>
            <a:srgbClr val="02809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SEP 2023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EDAC9BC-48DA-4F4D-95CC-2CDBB5A605C5}"/>
              </a:ext>
            </a:extLst>
          </p:cNvPr>
          <p:cNvSpPr>
            <a:spLocks noGrp="1"/>
          </p:cNvSpPr>
          <p:nvPr/>
        </p:nvSpPr>
        <p:spPr>
          <a:xfrm>
            <a:off x="1885950" y="1733550"/>
            <a:ext cx="1219200" cy="285750"/>
          </a:xfrm>
          <a:prstGeom prst="roundRect">
            <a:avLst>
              <a:gd name="adj" fmla="val 40000"/>
            </a:avLst>
          </a:prstGeom>
          <a:solidFill>
            <a:srgbClr val="02809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Write Notes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73BC0B52-529A-4E99-98D3-1B6320683FD5}"/>
              </a:ext>
            </a:extLst>
          </p:cNvPr>
          <p:cNvSpPr>
            <a:spLocks noGrp="1"/>
          </p:cNvSpPr>
          <p:nvPr/>
        </p:nvSpPr>
        <p:spPr>
          <a:xfrm>
            <a:off x="3238500" y="1733550"/>
            <a:ext cx="514350" cy="285750"/>
          </a:xfrm>
          <a:prstGeom prst="roundRect">
            <a:avLst>
              <a:gd name="adj" fmla="val 40000"/>
            </a:avLst>
          </a:prstGeom>
          <a:solidFill>
            <a:srgbClr val="7C6A0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Q2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6C25919-D8C2-4084-8D2E-CD8953C31C84}"/>
              </a:ext>
            </a:extLst>
          </p:cNvPr>
          <p:cNvSpPr>
            <a:spLocks noGrp="1"/>
          </p:cNvSpPr>
          <p:nvPr/>
        </p:nvSpPr>
        <p:spPr>
          <a:xfrm>
            <a:off x="10763250" y="1733550"/>
            <a:ext cx="666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pPr>
            <a:r>
              <a: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5 of 6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896009F-2B39-4005-89C1-4CA07781C477}"/>
              </a:ext>
            </a:extLst>
          </p:cNvPr>
          <p:cNvSpPr>
            <a:spLocks noGrp="1"/>
          </p:cNvSpPr>
          <p:nvPr/>
        </p:nvSpPr>
        <p:spPr>
          <a:xfrm>
            <a:off x="762000" y="2114550"/>
            <a:ext cx="106489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 i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rPr sz="1200" b="0" i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Define Gangrene, mention causes and management of gangrene.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8D90177B-8B60-4031-A708-21EF158AA55E}"/>
              </a:ext>
            </a:extLst>
          </p:cNvPr>
          <p:cNvSpPr>
            <a:spLocks noGrp="1"/>
          </p:cNvSpPr>
          <p:nvPr/>
        </p:nvSpPr>
        <p:spPr>
          <a:xfrm>
            <a:off x="552450" y="2800350"/>
            <a:ext cx="11087100" cy="1066800"/>
          </a:xfrm>
          <a:prstGeom prst="roundRect">
            <a:avLst>
              <a:gd name="adj" fmla="val 7143"/>
            </a:avLst>
          </a:prstGeom>
          <a:solidFill>
            <a:srgbClr val="FFF8D6"/>
          </a:solidFill>
          <a:ln w="9525">
            <a:solidFill>
              <a:srgbClr val="F2DF9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7248E47-118E-498D-A738-FF0594573C35}"/>
              </a:ext>
            </a:extLst>
          </p:cNvPr>
          <p:cNvSpPr>
            <a:spLocks noGrp="1"/>
          </p:cNvSpPr>
          <p:nvPr/>
        </p:nvSpPr>
        <p:spPr>
          <a:xfrm>
            <a:off x="552450" y="2800350"/>
            <a:ext cx="76200" cy="1066800"/>
          </a:xfrm>
          <a:prstGeom prst="rect">
            <a:avLst/>
          </a:prstGeom>
          <a:solidFill>
            <a:srgbClr val="F6C343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6526B3F6-D5D6-4DA7-86E3-C6FD6AA35B3E}"/>
              </a:ext>
            </a:extLst>
          </p:cNvPr>
          <p:cNvSpPr>
            <a:spLocks noGrp="1"/>
          </p:cNvSpPr>
          <p:nvPr/>
        </p:nvSpPr>
        <p:spPr>
          <a:xfrm>
            <a:off x="762000" y="2971800"/>
            <a:ext cx="990600" cy="285750"/>
          </a:xfrm>
          <a:prstGeom prst="roundRect">
            <a:avLst>
              <a:gd name="adj" fmla="val 40000"/>
            </a:avLst>
          </a:prstGeom>
          <a:solidFill>
            <a:srgbClr val="02809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AUG 2025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BB56CFCF-676B-45A4-B45D-7EB4178F783C}"/>
              </a:ext>
            </a:extLst>
          </p:cNvPr>
          <p:cNvSpPr>
            <a:spLocks noGrp="1"/>
          </p:cNvSpPr>
          <p:nvPr/>
        </p:nvSpPr>
        <p:spPr>
          <a:xfrm>
            <a:off x="1885950" y="2971800"/>
            <a:ext cx="1219200" cy="285750"/>
          </a:xfrm>
          <a:prstGeom prst="roundRect">
            <a:avLst>
              <a:gd name="adj" fmla="val 40000"/>
            </a:avLst>
          </a:prstGeom>
          <a:solidFill>
            <a:srgbClr val="2563A8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Short Answers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F5F1339B-F6AF-4742-A456-733DCA9FDE34}"/>
              </a:ext>
            </a:extLst>
          </p:cNvPr>
          <p:cNvSpPr>
            <a:spLocks noGrp="1"/>
          </p:cNvSpPr>
          <p:nvPr/>
        </p:nvSpPr>
        <p:spPr>
          <a:xfrm>
            <a:off x="3238500" y="2971800"/>
            <a:ext cx="514350" cy="285750"/>
          </a:xfrm>
          <a:prstGeom prst="roundRect">
            <a:avLst>
              <a:gd name="adj" fmla="val 40000"/>
            </a:avLst>
          </a:prstGeom>
          <a:solidFill>
            <a:srgbClr val="7C6A0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Q2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36CC4E7-B6B4-4DE7-B2F7-A3F5890997FC}"/>
              </a:ext>
            </a:extLst>
          </p:cNvPr>
          <p:cNvSpPr>
            <a:spLocks noGrp="1"/>
          </p:cNvSpPr>
          <p:nvPr/>
        </p:nvSpPr>
        <p:spPr>
          <a:xfrm>
            <a:off x="10763250" y="2971800"/>
            <a:ext cx="666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pPr>
            <a:r>
              <a: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6 of 6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61D404D-BEF5-4EDE-A9BB-EC3E3F20431F}"/>
              </a:ext>
            </a:extLst>
          </p:cNvPr>
          <p:cNvSpPr>
            <a:spLocks noGrp="1"/>
          </p:cNvSpPr>
          <p:nvPr/>
        </p:nvSpPr>
        <p:spPr>
          <a:xfrm>
            <a:off x="762000" y="3352800"/>
            <a:ext cx="106489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 i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rPr sz="1200" b="0" i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Dry gangrene - write two drugs.</a:t>
            </a:r>
          </a:p>
        </p:txBody>
      </p:sp>
    </p:spTree>
    <p:extLst>
      <p:ext uri="{BB962C8B-B14F-4D97-AF65-F5344CB8AC3E}">
        <p14:creationId xmlns:p14="http://schemas.microsoft.com/office/powerpoint/2010/main" val="445682121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 35">
            <a:extLst>
              <a:ext uri="{FF2B5EF4-FFF2-40B4-BE49-F238E27FC236}">
                <a16:creationId xmlns:a16="http://schemas.microsoft.com/office/drawing/2014/main" id="{596663E8-3587-4059-BE89-6558F524274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066800"/>
          </a:xfrm>
          <a:prstGeom prst="rect">
            <a:avLst/>
          </a:prstGeom>
          <a:solidFill>
            <a:srgbClr val="028090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0F8A7E55-AFF5-49EF-8BF0-4D401ADE77C5}"/>
              </a:ext>
            </a:extLst>
          </p:cNvPr>
          <p:cNvSpPr>
            <a:spLocks noGrp="1"/>
          </p:cNvSpPr>
          <p:nvPr/>
        </p:nvSpPr>
        <p:spPr>
          <a:xfrm>
            <a:off x="457200" y="285750"/>
            <a:ext cx="533400" cy="533400"/>
          </a:xfrm>
          <a:prstGeom prst="ellipse">
            <a:avLst/>
          </a:prstGeom>
          <a:solidFill>
            <a:srgbClr val="00A896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7849A40-D193-4C2E-826F-2798E8C95DD8}"/>
              </a:ext>
            </a:extLst>
          </p:cNvPr>
          <p:cNvSpPr>
            <a:spLocks noGrp="1"/>
          </p:cNvSpPr>
          <p:nvPr/>
        </p:nvSpPr>
        <p:spPr>
          <a:xfrm>
            <a:off x="457200" y="381000"/>
            <a:ext cx="5334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57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7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20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D48C425-68F5-438F-B51E-D6AEDF5B11E4}"/>
              </a:ext>
            </a:extLst>
          </p:cNvPr>
          <p:cNvSpPr>
            <a:spLocks noGrp="1"/>
          </p:cNvSpPr>
          <p:nvPr/>
        </p:nvSpPr>
        <p:spPr>
          <a:xfrm>
            <a:off x="1219200" y="209550"/>
            <a:ext cx="8382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400" b="1" i="0">
                <a:solidFill>
                  <a:srgbClr val="FFFFFF"/>
                </a:solidFill>
                <a:latin typeface="Cambria"/>
                <a:ea typeface="Cambria"/>
                <a:cs typeface="Cambria"/>
              </a:defRPr>
            </a:pPr>
            <a:r>
              <a:rPr sz="2400" b="1" i="0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Tetanus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CAFA91B-60A5-45B8-B9EA-7ECC6172409A}"/>
              </a:ext>
            </a:extLst>
          </p:cNvPr>
          <p:cNvSpPr>
            <a:spLocks noGrp="1"/>
          </p:cNvSpPr>
          <p:nvPr/>
        </p:nvSpPr>
        <p:spPr>
          <a:xfrm>
            <a:off x="1219200" y="666750"/>
            <a:ext cx="8382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125" b="0" i="1">
                <a:solidFill>
                  <a:srgbClr val="E6F5F3"/>
                </a:solidFill>
                <a:latin typeface="Calibri"/>
                <a:ea typeface="Calibri"/>
                <a:cs typeface="Calibri"/>
              </a:defRPr>
            </a:pPr>
            <a:r>
              <a:rPr sz="1125" b="0" i="1">
                <a:solidFill>
                  <a:srgbClr val="E6F5F3"/>
                </a:solidFill>
                <a:latin typeface="Calibri"/>
                <a:ea typeface="Calibri"/>
                <a:cs typeface="Calibri"/>
              </a:rPr>
              <a:t>6 times asked | 2 Write Notes | 4 Short Answers | part 1 of 2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482C320D-8085-4604-87D9-0EF389B16935}"/>
              </a:ext>
            </a:extLst>
          </p:cNvPr>
          <p:cNvSpPr>
            <a:spLocks noGrp="1"/>
          </p:cNvSpPr>
          <p:nvPr/>
        </p:nvSpPr>
        <p:spPr>
          <a:xfrm>
            <a:off x="9886950" y="381000"/>
            <a:ext cx="1714500" cy="285750"/>
          </a:xfrm>
          <a:prstGeom prst="roundRect">
            <a:avLst>
              <a:gd name="adj" fmla="val 40000"/>
            </a:avLst>
          </a:prstGeom>
          <a:solidFill>
            <a:srgbClr val="016B78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Rank 20/55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F1C6068-72B4-43F9-BFD4-7B338135F469}"/>
              </a:ext>
            </a:extLst>
          </p:cNvPr>
          <p:cNvSpPr>
            <a:spLocks noGrp="1"/>
          </p:cNvSpPr>
          <p:nvPr/>
        </p:nvSpPr>
        <p:spPr>
          <a:xfrm>
            <a:off x="552450" y="1200150"/>
            <a:ext cx="4000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1" i="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pPr>
            <a:r>
              <a:rPr sz="1275" b="1" i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Highlighted asked questions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95DA69A6-8303-45C3-90D8-3DEF4E5EE698}"/>
              </a:ext>
            </a:extLst>
          </p:cNvPr>
          <p:cNvSpPr>
            <a:spLocks noGrp="1"/>
          </p:cNvSpPr>
          <p:nvPr/>
        </p:nvSpPr>
        <p:spPr>
          <a:xfrm>
            <a:off x="552450" y="1562100"/>
            <a:ext cx="11087100" cy="1066800"/>
          </a:xfrm>
          <a:prstGeom prst="roundRect">
            <a:avLst>
              <a:gd name="adj" fmla="val 7143"/>
            </a:avLst>
          </a:prstGeom>
          <a:solidFill>
            <a:srgbClr val="FFF8D6"/>
          </a:solidFill>
          <a:ln w="9525">
            <a:solidFill>
              <a:srgbClr val="F2DF9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D7EAA58-6F4A-4E30-B48F-1888D0A5826F}"/>
              </a:ext>
            </a:extLst>
          </p:cNvPr>
          <p:cNvSpPr>
            <a:spLocks noGrp="1"/>
          </p:cNvSpPr>
          <p:nvPr/>
        </p:nvSpPr>
        <p:spPr>
          <a:xfrm>
            <a:off x="552450" y="1562100"/>
            <a:ext cx="76200" cy="1066800"/>
          </a:xfrm>
          <a:prstGeom prst="rect">
            <a:avLst/>
          </a:prstGeom>
          <a:solidFill>
            <a:srgbClr val="F6C343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DC5DBE90-EB45-455E-BC35-C2B12E50356C}"/>
              </a:ext>
            </a:extLst>
          </p:cNvPr>
          <p:cNvSpPr>
            <a:spLocks noGrp="1"/>
          </p:cNvSpPr>
          <p:nvPr/>
        </p:nvSpPr>
        <p:spPr>
          <a:xfrm>
            <a:off x="762000" y="1733550"/>
            <a:ext cx="990600" cy="285750"/>
          </a:xfrm>
          <a:prstGeom prst="roundRect">
            <a:avLst>
              <a:gd name="adj" fmla="val 40000"/>
            </a:avLst>
          </a:prstGeom>
          <a:solidFill>
            <a:srgbClr val="02809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OCT 2018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AE073488-5A11-4462-91E5-A991D47E8892}"/>
              </a:ext>
            </a:extLst>
          </p:cNvPr>
          <p:cNvSpPr>
            <a:spLocks noGrp="1"/>
          </p:cNvSpPr>
          <p:nvPr/>
        </p:nvSpPr>
        <p:spPr>
          <a:xfrm>
            <a:off x="1885950" y="1733550"/>
            <a:ext cx="1219200" cy="285750"/>
          </a:xfrm>
          <a:prstGeom prst="roundRect">
            <a:avLst>
              <a:gd name="adj" fmla="val 40000"/>
            </a:avLst>
          </a:prstGeom>
          <a:solidFill>
            <a:srgbClr val="2563A8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Short Answers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B3E6B350-B08F-4A05-962C-B50D842A32DF}"/>
              </a:ext>
            </a:extLst>
          </p:cNvPr>
          <p:cNvSpPr>
            <a:spLocks noGrp="1"/>
          </p:cNvSpPr>
          <p:nvPr/>
        </p:nvSpPr>
        <p:spPr>
          <a:xfrm>
            <a:off x="3238500" y="1733550"/>
            <a:ext cx="514350" cy="285750"/>
          </a:xfrm>
          <a:prstGeom prst="roundRect">
            <a:avLst>
              <a:gd name="adj" fmla="val 40000"/>
            </a:avLst>
          </a:prstGeom>
          <a:solidFill>
            <a:srgbClr val="7C6A0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Q6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1C1E2DD-1728-447E-B67E-A03D840836A6}"/>
              </a:ext>
            </a:extLst>
          </p:cNvPr>
          <p:cNvSpPr>
            <a:spLocks noGrp="1"/>
          </p:cNvSpPr>
          <p:nvPr/>
        </p:nvSpPr>
        <p:spPr>
          <a:xfrm>
            <a:off x="10763250" y="1733550"/>
            <a:ext cx="666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pPr>
            <a:r>
              <a: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1 of 6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01C5664-0536-43F6-A094-B615012C05F0}"/>
              </a:ext>
            </a:extLst>
          </p:cNvPr>
          <p:cNvSpPr>
            <a:spLocks noGrp="1"/>
          </p:cNvSpPr>
          <p:nvPr/>
        </p:nvSpPr>
        <p:spPr>
          <a:xfrm>
            <a:off x="762000" y="2114550"/>
            <a:ext cx="106489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 i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rPr sz="1200" b="0" i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Stramonium in Tetanus.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4AE696F3-9675-4A4C-B7F1-D360F899376B}"/>
              </a:ext>
            </a:extLst>
          </p:cNvPr>
          <p:cNvSpPr>
            <a:spLocks noGrp="1"/>
          </p:cNvSpPr>
          <p:nvPr/>
        </p:nvSpPr>
        <p:spPr>
          <a:xfrm>
            <a:off x="552450" y="2800350"/>
            <a:ext cx="11087100" cy="1066800"/>
          </a:xfrm>
          <a:prstGeom prst="roundRect">
            <a:avLst>
              <a:gd name="adj" fmla="val 7143"/>
            </a:avLst>
          </a:prstGeom>
          <a:solidFill>
            <a:srgbClr val="FFF8D6"/>
          </a:solidFill>
          <a:ln w="9525">
            <a:solidFill>
              <a:srgbClr val="F2DF9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A74CBFB-FE51-47E5-BDA2-F8F7ABA6AD40}"/>
              </a:ext>
            </a:extLst>
          </p:cNvPr>
          <p:cNvSpPr>
            <a:spLocks noGrp="1"/>
          </p:cNvSpPr>
          <p:nvPr/>
        </p:nvSpPr>
        <p:spPr>
          <a:xfrm>
            <a:off x="552450" y="2800350"/>
            <a:ext cx="76200" cy="1066800"/>
          </a:xfrm>
          <a:prstGeom prst="rect">
            <a:avLst/>
          </a:prstGeom>
          <a:solidFill>
            <a:srgbClr val="F6C343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2ECBA335-AFC9-4B4F-A55A-6ED3534B0158}"/>
              </a:ext>
            </a:extLst>
          </p:cNvPr>
          <p:cNvSpPr>
            <a:spLocks noGrp="1"/>
          </p:cNvSpPr>
          <p:nvPr/>
        </p:nvSpPr>
        <p:spPr>
          <a:xfrm>
            <a:off x="762000" y="2971800"/>
            <a:ext cx="990600" cy="285750"/>
          </a:xfrm>
          <a:prstGeom prst="roundRect">
            <a:avLst>
              <a:gd name="adj" fmla="val 40000"/>
            </a:avLst>
          </a:prstGeom>
          <a:solidFill>
            <a:srgbClr val="02809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MAR 2021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08F11A2F-1379-4054-B1C3-D2C1712A24E2}"/>
              </a:ext>
            </a:extLst>
          </p:cNvPr>
          <p:cNvSpPr>
            <a:spLocks noGrp="1"/>
          </p:cNvSpPr>
          <p:nvPr/>
        </p:nvSpPr>
        <p:spPr>
          <a:xfrm>
            <a:off x="1885950" y="2971800"/>
            <a:ext cx="1219200" cy="285750"/>
          </a:xfrm>
          <a:prstGeom prst="roundRect">
            <a:avLst>
              <a:gd name="adj" fmla="val 40000"/>
            </a:avLst>
          </a:prstGeom>
          <a:solidFill>
            <a:srgbClr val="2563A8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Short Answers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0CE1D43E-54B2-47D7-A999-2A50EA71D64E}"/>
              </a:ext>
            </a:extLst>
          </p:cNvPr>
          <p:cNvSpPr>
            <a:spLocks noGrp="1"/>
          </p:cNvSpPr>
          <p:nvPr/>
        </p:nvSpPr>
        <p:spPr>
          <a:xfrm>
            <a:off x="3238500" y="2971800"/>
            <a:ext cx="514350" cy="285750"/>
          </a:xfrm>
          <a:prstGeom prst="roundRect">
            <a:avLst>
              <a:gd name="adj" fmla="val 40000"/>
            </a:avLst>
          </a:prstGeom>
          <a:solidFill>
            <a:srgbClr val="7C6A0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Q5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B401FE9-C5E9-4227-B3EB-65B9849D3D85}"/>
              </a:ext>
            </a:extLst>
          </p:cNvPr>
          <p:cNvSpPr>
            <a:spLocks noGrp="1"/>
          </p:cNvSpPr>
          <p:nvPr/>
        </p:nvSpPr>
        <p:spPr>
          <a:xfrm>
            <a:off x="10763250" y="2971800"/>
            <a:ext cx="666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pPr>
            <a:r>
              <a: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2 of 6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F909FE5-7952-42AA-8FAD-CE36FDA91C77}"/>
              </a:ext>
            </a:extLst>
          </p:cNvPr>
          <p:cNvSpPr>
            <a:spLocks noGrp="1"/>
          </p:cNvSpPr>
          <p:nvPr/>
        </p:nvSpPr>
        <p:spPr>
          <a:xfrm>
            <a:off x="762000" y="3352800"/>
            <a:ext cx="106489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 i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rPr sz="1200" b="0" i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Tetanus.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DF3DABF0-80D4-4614-AA6D-2D62A2AF9327}"/>
              </a:ext>
            </a:extLst>
          </p:cNvPr>
          <p:cNvSpPr>
            <a:spLocks noGrp="1"/>
          </p:cNvSpPr>
          <p:nvPr/>
        </p:nvSpPr>
        <p:spPr>
          <a:xfrm>
            <a:off x="552450" y="4038600"/>
            <a:ext cx="11087100" cy="1066800"/>
          </a:xfrm>
          <a:prstGeom prst="roundRect">
            <a:avLst>
              <a:gd name="adj" fmla="val 7143"/>
            </a:avLst>
          </a:prstGeom>
          <a:solidFill>
            <a:srgbClr val="FFF8D6"/>
          </a:solidFill>
          <a:ln w="9525">
            <a:solidFill>
              <a:srgbClr val="F2DF9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4C31E91-7A60-4B1C-BCEB-4D1782343E55}"/>
              </a:ext>
            </a:extLst>
          </p:cNvPr>
          <p:cNvSpPr>
            <a:spLocks noGrp="1"/>
          </p:cNvSpPr>
          <p:nvPr/>
        </p:nvSpPr>
        <p:spPr>
          <a:xfrm>
            <a:off x="552450" y="4038600"/>
            <a:ext cx="76200" cy="1066800"/>
          </a:xfrm>
          <a:prstGeom prst="rect">
            <a:avLst/>
          </a:prstGeom>
          <a:solidFill>
            <a:srgbClr val="F6C343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513B9883-5DAB-477F-BF9E-E704190AD316}"/>
              </a:ext>
            </a:extLst>
          </p:cNvPr>
          <p:cNvSpPr>
            <a:spLocks noGrp="1"/>
          </p:cNvSpPr>
          <p:nvPr/>
        </p:nvSpPr>
        <p:spPr>
          <a:xfrm>
            <a:off x="762000" y="4210050"/>
            <a:ext cx="990600" cy="285750"/>
          </a:xfrm>
          <a:prstGeom prst="roundRect">
            <a:avLst>
              <a:gd name="adj" fmla="val 40000"/>
            </a:avLst>
          </a:prstGeom>
          <a:solidFill>
            <a:srgbClr val="02809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MAR 2023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A50E2619-2735-4EC8-83E5-BB43654E3462}"/>
              </a:ext>
            </a:extLst>
          </p:cNvPr>
          <p:cNvSpPr>
            <a:spLocks noGrp="1"/>
          </p:cNvSpPr>
          <p:nvPr/>
        </p:nvSpPr>
        <p:spPr>
          <a:xfrm>
            <a:off x="1885950" y="4210050"/>
            <a:ext cx="1219200" cy="285750"/>
          </a:xfrm>
          <a:prstGeom prst="roundRect">
            <a:avLst>
              <a:gd name="adj" fmla="val 40000"/>
            </a:avLst>
          </a:prstGeom>
          <a:solidFill>
            <a:srgbClr val="2563A8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Short Answers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76048567-1667-42AE-AD15-ED78D721688D}"/>
              </a:ext>
            </a:extLst>
          </p:cNvPr>
          <p:cNvSpPr>
            <a:spLocks noGrp="1"/>
          </p:cNvSpPr>
          <p:nvPr/>
        </p:nvSpPr>
        <p:spPr>
          <a:xfrm>
            <a:off x="3238500" y="4210050"/>
            <a:ext cx="514350" cy="285750"/>
          </a:xfrm>
          <a:prstGeom prst="roundRect">
            <a:avLst>
              <a:gd name="adj" fmla="val 40000"/>
            </a:avLst>
          </a:prstGeom>
          <a:solidFill>
            <a:srgbClr val="7C6A0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Q5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FCB1F4B9-E0D8-4E5D-8D72-48D541D41B59}"/>
              </a:ext>
            </a:extLst>
          </p:cNvPr>
          <p:cNvSpPr>
            <a:spLocks noGrp="1"/>
          </p:cNvSpPr>
          <p:nvPr/>
        </p:nvSpPr>
        <p:spPr>
          <a:xfrm>
            <a:off x="10763250" y="4210050"/>
            <a:ext cx="666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pPr>
            <a:r>
              <a: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3 of 6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6FF742E0-9751-40AE-BAB8-B8506CE89D85}"/>
              </a:ext>
            </a:extLst>
          </p:cNvPr>
          <p:cNvSpPr>
            <a:spLocks noGrp="1"/>
          </p:cNvSpPr>
          <p:nvPr/>
        </p:nvSpPr>
        <p:spPr>
          <a:xfrm>
            <a:off x="762000" y="4591050"/>
            <a:ext cx="106489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 i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rPr sz="1200" b="0" i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Tetanus.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2D385FE5-AD78-448B-ACC9-042835E46D55}"/>
              </a:ext>
            </a:extLst>
          </p:cNvPr>
          <p:cNvSpPr>
            <a:spLocks noGrp="1"/>
          </p:cNvSpPr>
          <p:nvPr/>
        </p:nvSpPr>
        <p:spPr>
          <a:xfrm>
            <a:off x="552450" y="5276850"/>
            <a:ext cx="11087100" cy="1066800"/>
          </a:xfrm>
          <a:prstGeom prst="roundRect">
            <a:avLst>
              <a:gd name="adj" fmla="val 7143"/>
            </a:avLst>
          </a:prstGeom>
          <a:solidFill>
            <a:srgbClr val="FFF8D6"/>
          </a:solidFill>
          <a:ln w="9525">
            <a:solidFill>
              <a:srgbClr val="F2DF9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7D9142D8-BD16-4A54-BACF-D402B66D3016}"/>
              </a:ext>
            </a:extLst>
          </p:cNvPr>
          <p:cNvSpPr>
            <a:spLocks noGrp="1"/>
          </p:cNvSpPr>
          <p:nvPr/>
        </p:nvSpPr>
        <p:spPr>
          <a:xfrm>
            <a:off x="552450" y="5276850"/>
            <a:ext cx="76200" cy="1066800"/>
          </a:xfrm>
          <a:prstGeom prst="rect">
            <a:avLst/>
          </a:prstGeom>
          <a:solidFill>
            <a:srgbClr val="F6C343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0F68F6C5-7E8A-49EB-B597-14CB223F20E1}"/>
              </a:ext>
            </a:extLst>
          </p:cNvPr>
          <p:cNvSpPr>
            <a:spLocks noGrp="1"/>
          </p:cNvSpPr>
          <p:nvPr/>
        </p:nvSpPr>
        <p:spPr>
          <a:xfrm>
            <a:off x="762000" y="5448300"/>
            <a:ext cx="990600" cy="285750"/>
          </a:xfrm>
          <a:prstGeom prst="roundRect">
            <a:avLst>
              <a:gd name="adj" fmla="val 40000"/>
            </a:avLst>
          </a:prstGeom>
          <a:solidFill>
            <a:srgbClr val="02809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SEP 2023</a:t>
            </a: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6B18AB6D-57A3-42B0-BADA-DFCFF099EFDF}"/>
              </a:ext>
            </a:extLst>
          </p:cNvPr>
          <p:cNvSpPr>
            <a:spLocks noGrp="1"/>
          </p:cNvSpPr>
          <p:nvPr/>
        </p:nvSpPr>
        <p:spPr>
          <a:xfrm>
            <a:off x="1885950" y="5448300"/>
            <a:ext cx="1219200" cy="285750"/>
          </a:xfrm>
          <a:prstGeom prst="roundRect">
            <a:avLst>
              <a:gd name="adj" fmla="val 40000"/>
            </a:avLst>
          </a:prstGeom>
          <a:solidFill>
            <a:srgbClr val="2563A8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Short Answers</a:t>
            </a: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F608636B-64C7-4088-A999-E98789D880B7}"/>
              </a:ext>
            </a:extLst>
          </p:cNvPr>
          <p:cNvSpPr>
            <a:spLocks noGrp="1"/>
          </p:cNvSpPr>
          <p:nvPr/>
        </p:nvSpPr>
        <p:spPr>
          <a:xfrm>
            <a:off x="3238500" y="5448300"/>
            <a:ext cx="514350" cy="285750"/>
          </a:xfrm>
          <a:prstGeom prst="roundRect">
            <a:avLst>
              <a:gd name="adj" fmla="val 40000"/>
            </a:avLst>
          </a:prstGeom>
          <a:solidFill>
            <a:srgbClr val="7C6A0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Q10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27F1295A-C1D6-4C40-817B-608D14EA2516}"/>
              </a:ext>
            </a:extLst>
          </p:cNvPr>
          <p:cNvSpPr>
            <a:spLocks noGrp="1"/>
          </p:cNvSpPr>
          <p:nvPr/>
        </p:nvSpPr>
        <p:spPr>
          <a:xfrm>
            <a:off x="10763250" y="5448300"/>
            <a:ext cx="666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pPr>
            <a:r>
              <a: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4 of 6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48C36956-E6DE-4E11-93D9-B6E50133F93B}"/>
              </a:ext>
            </a:extLst>
          </p:cNvPr>
          <p:cNvSpPr>
            <a:spLocks noGrp="1"/>
          </p:cNvSpPr>
          <p:nvPr/>
        </p:nvSpPr>
        <p:spPr>
          <a:xfrm>
            <a:off x="762000" y="5829300"/>
            <a:ext cx="106489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 i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rPr sz="1200" b="0" i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Stramonium - Tetanus.</a:t>
            </a:r>
          </a:p>
        </p:txBody>
      </p:sp>
    </p:spTree>
    <p:extLst>
      <p:ext uri="{BB962C8B-B14F-4D97-AF65-F5344CB8AC3E}">
        <p14:creationId xmlns:p14="http://schemas.microsoft.com/office/powerpoint/2010/main" val="1167716959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A5EAB451-5E47-4F09-9C64-FD7EEF22A89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066800"/>
          </a:xfrm>
          <a:prstGeom prst="rect">
            <a:avLst/>
          </a:prstGeom>
          <a:solidFill>
            <a:srgbClr val="028090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E027FBC0-4D4F-4846-9BEF-876E31853272}"/>
              </a:ext>
            </a:extLst>
          </p:cNvPr>
          <p:cNvSpPr>
            <a:spLocks noGrp="1"/>
          </p:cNvSpPr>
          <p:nvPr/>
        </p:nvSpPr>
        <p:spPr>
          <a:xfrm>
            <a:off x="457200" y="285750"/>
            <a:ext cx="533400" cy="533400"/>
          </a:xfrm>
          <a:prstGeom prst="ellipse">
            <a:avLst/>
          </a:prstGeom>
          <a:solidFill>
            <a:srgbClr val="00A896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1A918A8-F56E-4A58-AE3A-BF0B54C6E5B1}"/>
              </a:ext>
            </a:extLst>
          </p:cNvPr>
          <p:cNvSpPr>
            <a:spLocks noGrp="1"/>
          </p:cNvSpPr>
          <p:nvPr/>
        </p:nvSpPr>
        <p:spPr>
          <a:xfrm>
            <a:off x="457200" y="381000"/>
            <a:ext cx="5334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57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7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20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BB0DB9E-A427-4D37-8727-DBA3F7BEAA63}"/>
              </a:ext>
            </a:extLst>
          </p:cNvPr>
          <p:cNvSpPr>
            <a:spLocks noGrp="1"/>
          </p:cNvSpPr>
          <p:nvPr/>
        </p:nvSpPr>
        <p:spPr>
          <a:xfrm>
            <a:off x="1219200" y="209550"/>
            <a:ext cx="8382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400" b="1" i="0">
                <a:solidFill>
                  <a:srgbClr val="FFFFFF"/>
                </a:solidFill>
                <a:latin typeface="Cambria"/>
                <a:ea typeface="Cambria"/>
                <a:cs typeface="Cambria"/>
              </a:defRPr>
            </a:pPr>
            <a:r>
              <a:rPr sz="2400" b="1" i="0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Tetanus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B10ECAA-A0C1-4614-9CC9-39EE9C738B3A}"/>
              </a:ext>
            </a:extLst>
          </p:cNvPr>
          <p:cNvSpPr>
            <a:spLocks noGrp="1"/>
          </p:cNvSpPr>
          <p:nvPr/>
        </p:nvSpPr>
        <p:spPr>
          <a:xfrm>
            <a:off x="1219200" y="666750"/>
            <a:ext cx="8382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125" b="0" i="1">
                <a:solidFill>
                  <a:srgbClr val="E6F5F3"/>
                </a:solidFill>
                <a:latin typeface="Calibri"/>
                <a:ea typeface="Calibri"/>
                <a:cs typeface="Calibri"/>
              </a:defRPr>
            </a:pPr>
            <a:r>
              <a:rPr sz="1125" b="0" i="1">
                <a:solidFill>
                  <a:srgbClr val="E6F5F3"/>
                </a:solidFill>
                <a:latin typeface="Calibri"/>
                <a:ea typeface="Calibri"/>
                <a:cs typeface="Calibri"/>
              </a:rPr>
              <a:t>6 times asked | 2 Write Notes | 4 Short Answers | part 2 of 2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194DFA27-CDEE-4ECB-AB9F-1B50F2FF30D7}"/>
              </a:ext>
            </a:extLst>
          </p:cNvPr>
          <p:cNvSpPr>
            <a:spLocks noGrp="1"/>
          </p:cNvSpPr>
          <p:nvPr/>
        </p:nvSpPr>
        <p:spPr>
          <a:xfrm>
            <a:off x="9886950" y="381000"/>
            <a:ext cx="1714500" cy="285750"/>
          </a:xfrm>
          <a:prstGeom prst="roundRect">
            <a:avLst>
              <a:gd name="adj" fmla="val 40000"/>
            </a:avLst>
          </a:prstGeom>
          <a:solidFill>
            <a:srgbClr val="016B78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Rank 20/55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91F3074-9166-4215-A647-C23FB86F6F1E}"/>
              </a:ext>
            </a:extLst>
          </p:cNvPr>
          <p:cNvSpPr>
            <a:spLocks noGrp="1"/>
          </p:cNvSpPr>
          <p:nvPr/>
        </p:nvSpPr>
        <p:spPr>
          <a:xfrm>
            <a:off x="552450" y="1200150"/>
            <a:ext cx="4000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1" i="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pPr>
            <a:r>
              <a:rPr sz="1275" b="1" i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Highlighted asked questions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CF69EED0-5F9E-4473-942E-568487B2B8F9}"/>
              </a:ext>
            </a:extLst>
          </p:cNvPr>
          <p:cNvSpPr>
            <a:spLocks noGrp="1"/>
          </p:cNvSpPr>
          <p:nvPr/>
        </p:nvSpPr>
        <p:spPr>
          <a:xfrm>
            <a:off x="552450" y="1562100"/>
            <a:ext cx="11087100" cy="1066800"/>
          </a:xfrm>
          <a:prstGeom prst="roundRect">
            <a:avLst>
              <a:gd name="adj" fmla="val 7143"/>
            </a:avLst>
          </a:prstGeom>
          <a:solidFill>
            <a:srgbClr val="FFF8D6"/>
          </a:solidFill>
          <a:ln w="9525">
            <a:solidFill>
              <a:srgbClr val="F2DF9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263A211-8C86-4A98-B971-F5E148921D7C}"/>
              </a:ext>
            </a:extLst>
          </p:cNvPr>
          <p:cNvSpPr>
            <a:spLocks noGrp="1"/>
          </p:cNvSpPr>
          <p:nvPr/>
        </p:nvSpPr>
        <p:spPr>
          <a:xfrm>
            <a:off x="552450" y="1562100"/>
            <a:ext cx="76200" cy="1066800"/>
          </a:xfrm>
          <a:prstGeom prst="rect">
            <a:avLst/>
          </a:prstGeom>
          <a:solidFill>
            <a:srgbClr val="F6C343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928A8296-CD92-4B29-A0C8-67D403E4AD84}"/>
              </a:ext>
            </a:extLst>
          </p:cNvPr>
          <p:cNvSpPr>
            <a:spLocks noGrp="1"/>
          </p:cNvSpPr>
          <p:nvPr/>
        </p:nvSpPr>
        <p:spPr>
          <a:xfrm>
            <a:off x="762000" y="1733550"/>
            <a:ext cx="990600" cy="285750"/>
          </a:xfrm>
          <a:prstGeom prst="roundRect">
            <a:avLst>
              <a:gd name="adj" fmla="val 40000"/>
            </a:avLst>
          </a:prstGeom>
          <a:solidFill>
            <a:srgbClr val="02809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MAR 2025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8F540310-9CB5-43A6-8A78-83950E23B6EB}"/>
              </a:ext>
            </a:extLst>
          </p:cNvPr>
          <p:cNvSpPr>
            <a:spLocks noGrp="1"/>
          </p:cNvSpPr>
          <p:nvPr/>
        </p:nvSpPr>
        <p:spPr>
          <a:xfrm>
            <a:off x="1885950" y="1733550"/>
            <a:ext cx="1219200" cy="285750"/>
          </a:xfrm>
          <a:prstGeom prst="roundRect">
            <a:avLst>
              <a:gd name="adj" fmla="val 40000"/>
            </a:avLst>
          </a:prstGeom>
          <a:solidFill>
            <a:srgbClr val="02809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Write Notes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5B811B69-1EFA-4377-BD7D-5570D4FC5BE2}"/>
              </a:ext>
            </a:extLst>
          </p:cNvPr>
          <p:cNvSpPr>
            <a:spLocks noGrp="1"/>
          </p:cNvSpPr>
          <p:nvPr/>
        </p:nvSpPr>
        <p:spPr>
          <a:xfrm>
            <a:off x="3238500" y="1733550"/>
            <a:ext cx="514350" cy="285750"/>
          </a:xfrm>
          <a:prstGeom prst="roundRect">
            <a:avLst>
              <a:gd name="adj" fmla="val 40000"/>
            </a:avLst>
          </a:prstGeom>
          <a:solidFill>
            <a:srgbClr val="7C6A0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Q10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A5A2FC-6010-45DC-9473-7F9FF9F808DB}"/>
              </a:ext>
            </a:extLst>
          </p:cNvPr>
          <p:cNvSpPr>
            <a:spLocks noGrp="1"/>
          </p:cNvSpPr>
          <p:nvPr/>
        </p:nvSpPr>
        <p:spPr>
          <a:xfrm>
            <a:off x="10763250" y="1733550"/>
            <a:ext cx="666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pPr>
            <a:r>
              <a: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5 of 6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415768A-FBAD-40A7-BD39-2F319D7A0456}"/>
              </a:ext>
            </a:extLst>
          </p:cNvPr>
          <p:cNvSpPr>
            <a:spLocks noGrp="1"/>
          </p:cNvSpPr>
          <p:nvPr/>
        </p:nvSpPr>
        <p:spPr>
          <a:xfrm>
            <a:off x="762000" y="2114550"/>
            <a:ext cx="106489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 i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rPr sz="1200" b="0" i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Cicuta virosa and Stramonium in Tetanic convulsions.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498AE5E4-DA25-4D8E-B191-D75834F03D2D}"/>
              </a:ext>
            </a:extLst>
          </p:cNvPr>
          <p:cNvSpPr>
            <a:spLocks noGrp="1"/>
          </p:cNvSpPr>
          <p:nvPr/>
        </p:nvSpPr>
        <p:spPr>
          <a:xfrm>
            <a:off x="552450" y="2800350"/>
            <a:ext cx="11087100" cy="1066800"/>
          </a:xfrm>
          <a:prstGeom prst="roundRect">
            <a:avLst>
              <a:gd name="adj" fmla="val 7143"/>
            </a:avLst>
          </a:prstGeom>
          <a:solidFill>
            <a:srgbClr val="FFF8D6"/>
          </a:solidFill>
          <a:ln w="9525">
            <a:solidFill>
              <a:srgbClr val="F2DF9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8C75F9A-7FE1-4B88-811B-5EFDD927DEF7}"/>
              </a:ext>
            </a:extLst>
          </p:cNvPr>
          <p:cNvSpPr>
            <a:spLocks noGrp="1"/>
          </p:cNvSpPr>
          <p:nvPr/>
        </p:nvSpPr>
        <p:spPr>
          <a:xfrm>
            <a:off x="552450" y="2800350"/>
            <a:ext cx="76200" cy="1066800"/>
          </a:xfrm>
          <a:prstGeom prst="rect">
            <a:avLst/>
          </a:prstGeom>
          <a:solidFill>
            <a:srgbClr val="F6C343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16317718-1B68-4FAD-8FFC-F8C860E0DFA9}"/>
              </a:ext>
            </a:extLst>
          </p:cNvPr>
          <p:cNvSpPr>
            <a:spLocks noGrp="1"/>
          </p:cNvSpPr>
          <p:nvPr/>
        </p:nvSpPr>
        <p:spPr>
          <a:xfrm>
            <a:off x="762000" y="2971800"/>
            <a:ext cx="990600" cy="285750"/>
          </a:xfrm>
          <a:prstGeom prst="roundRect">
            <a:avLst>
              <a:gd name="adj" fmla="val 40000"/>
            </a:avLst>
          </a:prstGeom>
          <a:solidFill>
            <a:srgbClr val="02809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AUG 2025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B514C22B-0C3C-4071-AC58-47D3901DD4ED}"/>
              </a:ext>
            </a:extLst>
          </p:cNvPr>
          <p:cNvSpPr>
            <a:spLocks noGrp="1"/>
          </p:cNvSpPr>
          <p:nvPr/>
        </p:nvSpPr>
        <p:spPr>
          <a:xfrm>
            <a:off x="1885950" y="2971800"/>
            <a:ext cx="1219200" cy="285750"/>
          </a:xfrm>
          <a:prstGeom prst="roundRect">
            <a:avLst>
              <a:gd name="adj" fmla="val 40000"/>
            </a:avLst>
          </a:prstGeom>
          <a:solidFill>
            <a:srgbClr val="02809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Write Notes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FE1BBADD-F6C2-44B3-AB27-0AF9CCB63D6F}"/>
              </a:ext>
            </a:extLst>
          </p:cNvPr>
          <p:cNvSpPr>
            <a:spLocks noGrp="1"/>
          </p:cNvSpPr>
          <p:nvPr/>
        </p:nvSpPr>
        <p:spPr>
          <a:xfrm>
            <a:off x="3238500" y="2971800"/>
            <a:ext cx="514350" cy="285750"/>
          </a:xfrm>
          <a:prstGeom prst="roundRect">
            <a:avLst>
              <a:gd name="adj" fmla="val 40000"/>
            </a:avLst>
          </a:prstGeom>
          <a:solidFill>
            <a:srgbClr val="7C6A0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Q9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F316B8A-7063-45EB-A32A-DC890F212945}"/>
              </a:ext>
            </a:extLst>
          </p:cNvPr>
          <p:cNvSpPr>
            <a:spLocks noGrp="1"/>
          </p:cNvSpPr>
          <p:nvPr/>
        </p:nvSpPr>
        <p:spPr>
          <a:xfrm>
            <a:off x="10763250" y="2971800"/>
            <a:ext cx="666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pPr>
            <a:r>
              <a: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6 of 6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29D9462-B7DF-4337-BD98-0A4BA2BA61E7}"/>
              </a:ext>
            </a:extLst>
          </p:cNvPr>
          <p:cNvSpPr>
            <a:spLocks noGrp="1"/>
          </p:cNvSpPr>
          <p:nvPr/>
        </p:nvSpPr>
        <p:spPr>
          <a:xfrm>
            <a:off x="762000" y="3352800"/>
            <a:ext cx="106489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 i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rPr sz="1200" b="0" i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Tetanus - write two drugs with indications.</a:t>
            </a:r>
          </a:p>
        </p:txBody>
      </p:sp>
    </p:spTree>
    <p:extLst>
      <p:ext uri="{BB962C8B-B14F-4D97-AF65-F5344CB8AC3E}">
        <p14:creationId xmlns:p14="http://schemas.microsoft.com/office/powerpoint/2010/main" val="1733710447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 35">
            <a:extLst>
              <a:ext uri="{FF2B5EF4-FFF2-40B4-BE49-F238E27FC236}">
                <a16:creationId xmlns:a16="http://schemas.microsoft.com/office/drawing/2014/main" id="{C166F81D-8731-426D-8A60-E228E5AAE5F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066800"/>
          </a:xfrm>
          <a:prstGeom prst="rect">
            <a:avLst/>
          </a:prstGeom>
          <a:solidFill>
            <a:srgbClr val="028090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856CB2D7-D84C-405C-98A1-F744AD46F500}"/>
              </a:ext>
            </a:extLst>
          </p:cNvPr>
          <p:cNvSpPr>
            <a:spLocks noGrp="1"/>
          </p:cNvSpPr>
          <p:nvPr/>
        </p:nvSpPr>
        <p:spPr>
          <a:xfrm>
            <a:off x="457200" y="285750"/>
            <a:ext cx="533400" cy="533400"/>
          </a:xfrm>
          <a:prstGeom prst="ellipse">
            <a:avLst/>
          </a:prstGeom>
          <a:solidFill>
            <a:srgbClr val="00A896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9BE5FA0-FA40-4AB0-A1B5-C8C6F59783A2}"/>
              </a:ext>
            </a:extLst>
          </p:cNvPr>
          <p:cNvSpPr>
            <a:spLocks noGrp="1"/>
          </p:cNvSpPr>
          <p:nvPr/>
        </p:nvSpPr>
        <p:spPr>
          <a:xfrm>
            <a:off x="457200" y="381000"/>
            <a:ext cx="5334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57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7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21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16E7FAC-F09B-43FE-8D81-905DEC4A5E99}"/>
              </a:ext>
            </a:extLst>
          </p:cNvPr>
          <p:cNvSpPr>
            <a:spLocks noGrp="1"/>
          </p:cNvSpPr>
          <p:nvPr/>
        </p:nvSpPr>
        <p:spPr>
          <a:xfrm>
            <a:off x="1219200" y="209550"/>
            <a:ext cx="8382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400" b="1" i="0">
                <a:solidFill>
                  <a:srgbClr val="FFFFFF"/>
                </a:solidFill>
                <a:latin typeface="Cambria"/>
                <a:ea typeface="Cambria"/>
                <a:cs typeface="Cambria"/>
              </a:defRPr>
            </a:pPr>
            <a:r>
              <a:rPr sz="2400" b="1" i="0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Filarial lymphoedema / filariasis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C9ADE70-D36C-4CCC-B690-AFE8CF631834}"/>
              </a:ext>
            </a:extLst>
          </p:cNvPr>
          <p:cNvSpPr>
            <a:spLocks noGrp="1"/>
          </p:cNvSpPr>
          <p:nvPr/>
        </p:nvSpPr>
        <p:spPr>
          <a:xfrm>
            <a:off x="1219200" y="666750"/>
            <a:ext cx="8382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125" b="0" i="1">
                <a:solidFill>
                  <a:srgbClr val="E6F5F3"/>
                </a:solidFill>
                <a:latin typeface="Calibri"/>
                <a:ea typeface="Calibri"/>
                <a:cs typeface="Calibri"/>
              </a:defRPr>
            </a:pPr>
            <a:r>
              <a:rPr sz="1125" b="0" i="1">
                <a:solidFill>
                  <a:srgbClr val="E6F5F3"/>
                </a:solidFill>
                <a:latin typeface="Calibri"/>
                <a:ea typeface="Calibri"/>
                <a:cs typeface="Calibri"/>
              </a:rPr>
              <a:t>5 times asked | 4 Write Notes | 1 Short Answers | part 1 of 2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D49E5CC1-386A-4897-B9EB-037F1E37C32B}"/>
              </a:ext>
            </a:extLst>
          </p:cNvPr>
          <p:cNvSpPr>
            <a:spLocks noGrp="1"/>
          </p:cNvSpPr>
          <p:nvPr/>
        </p:nvSpPr>
        <p:spPr>
          <a:xfrm>
            <a:off x="9886950" y="381000"/>
            <a:ext cx="1714500" cy="285750"/>
          </a:xfrm>
          <a:prstGeom prst="roundRect">
            <a:avLst>
              <a:gd name="adj" fmla="val 40000"/>
            </a:avLst>
          </a:prstGeom>
          <a:solidFill>
            <a:srgbClr val="016B78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Rank 21/55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0B98613-E0CD-4336-90F1-22A6C2DC0051}"/>
              </a:ext>
            </a:extLst>
          </p:cNvPr>
          <p:cNvSpPr>
            <a:spLocks noGrp="1"/>
          </p:cNvSpPr>
          <p:nvPr/>
        </p:nvSpPr>
        <p:spPr>
          <a:xfrm>
            <a:off x="552450" y="1200150"/>
            <a:ext cx="4000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1" i="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pPr>
            <a:r>
              <a:rPr sz="1275" b="1" i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Highlighted asked questions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22EB15DC-9DF4-4FA3-B7DB-7A4BAAFA2A5B}"/>
              </a:ext>
            </a:extLst>
          </p:cNvPr>
          <p:cNvSpPr>
            <a:spLocks noGrp="1"/>
          </p:cNvSpPr>
          <p:nvPr/>
        </p:nvSpPr>
        <p:spPr>
          <a:xfrm>
            <a:off x="552450" y="1562100"/>
            <a:ext cx="11087100" cy="1066800"/>
          </a:xfrm>
          <a:prstGeom prst="roundRect">
            <a:avLst>
              <a:gd name="adj" fmla="val 7143"/>
            </a:avLst>
          </a:prstGeom>
          <a:solidFill>
            <a:srgbClr val="FFF8D6"/>
          </a:solidFill>
          <a:ln w="9525">
            <a:solidFill>
              <a:srgbClr val="F2DF9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AC5BAAA-23A4-40AD-81B7-B32C9EAFC86A}"/>
              </a:ext>
            </a:extLst>
          </p:cNvPr>
          <p:cNvSpPr>
            <a:spLocks noGrp="1"/>
          </p:cNvSpPr>
          <p:nvPr/>
        </p:nvSpPr>
        <p:spPr>
          <a:xfrm>
            <a:off x="552450" y="1562100"/>
            <a:ext cx="76200" cy="1066800"/>
          </a:xfrm>
          <a:prstGeom prst="rect">
            <a:avLst/>
          </a:prstGeom>
          <a:solidFill>
            <a:srgbClr val="F6C343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344D60B6-6260-4C4C-9725-0CADC22EE3E5}"/>
              </a:ext>
            </a:extLst>
          </p:cNvPr>
          <p:cNvSpPr>
            <a:spLocks noGrp="1"/>
          </p:cNvSpPr>
          <p:nvPr/>
        </p:nvSpPr>
        <p:spPr>
          <a:xfrm>
            <a:off x="762000" y="1733550"/>
            <a:ext cx="990600" cy="285750"/>
          </a:xfrm>
          <a:prstGeom prst="roundRect">
            <a:avLst>
              <a:gd name="adj" fmla="val 40000"/>
            </a:avLst>
          </a:prstGeom>
          <a:solidFill>
            <a:srgbClr val="02809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SEP 2021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E5C8FCEB-11BE-441B-BAB4-DCCB0D7B1683}"/>
              </a:ext>
            </a:extLst>
          </p:cNvPr>
          <p:cNvSpPr>
            <a:spLocks noGrp="1"/>
          </p:cNvSpPr>
          <p:nvPr/>
        </p:nvSpPr>
        <p:spPr>
          <a:xfrm>
            <a:off x="1885950" y="1733550"/>
            <a:ext cx="1219200" cy="285750"/>
          </a:xfrm>
          <a:prstGeom prst="roundRect">
            <a:avLst>
              <a:gd name="adj" fmla="val 40000"/>
            </a:avLst>
          </a:prstGeom>
          <a:solidFill>
            <a:srgbClr val="02809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Write Notes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4D98FF0C-2AEF-4CBB-9149-627761656BC7}"/>
              </a:ext>
            </a:extLst>
          </p:cNvPr>
          <p:cNvSpPr>
            <a:spLocks noGrp="1"/>
          </p:cNvSpPr>
          <p:nvPr/>
        </p:nvSpPr>
        <p:spPr>
          <a:xfrm>
            <a:off x="3238500" y="1733550"/>
            <a:ext cx="514350" cy="285750"/>
          </a:xfrm>
          <a:prstGeom prst="roundRect">
            <a:avLst>
              <a:gd name="adj" fmla="val 40000"/>
            </a:avLst>
          </a:prstGeom>
          <a:solidFill>
            <a:srgbClr val="7C6A0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Q9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11CCC29-6AB9-48CB-82BD-2F60503D65C0}"/>
              </a:ext>
            </a:extLst>
          </p:cNvPr>
          <p:cNvSpPr>
            <a:spLocks noGrp="1"/>
          </p:cNvSpPr>
          <p:nvPr/>
        </p:nvSpPr>
        <p:spPr>
          <a:xfrm>
            <a:off x="10763250" y="1733550"/>
            <a:ext cx="666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pPr>
            <a:r>
              <a: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1 of 5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3DD8138-604F-4BE2-9BD7-0A286258C34C}"/>
              </a:ext>
            </a:extLst>
          </p:cNvPr>
          <p:cNvSpPr>
            <a:spLocks noGrp="1"/>
          </p:cNvSpPr>
          <p:nvPr/>
        </p:nvSpPr>
        <p:spPr>
          <a:xfrm>
            <a:off x="762000" y="2114550"/>
            <a:ext cx="106489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 i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rPr sz="1200" b="0" i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Filarial lymphoedema-Two indicated remedies.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F1282989-BCF3-412A-A111-D78108E5C294}"/>
              </a:ext>
            </a:extLst>
          </p:cNvPr>
          <p:cNvSpPr>
            <a:spLocks noGrp="1"/>
          </p:cNvSpPr>
          <p:nvPr/>
        </p:nvSpPr>
        <p:spPr>
          <a:xfrm>
            <a:off x="552450" y="2800350"/>
            <a:ext cx="11087100" cy="1066800"/>
          </a:xfrm>
          <a:prstGeom prst="roundRect">
            <a:avLst>
              <a:gd name="adj" fmla="val 7143"/>
            </a:avLst>
          </a:prstGeom>
          <a:solidFill>
            <a:srgbClr val="FFF8D6"/>
          </a:solidFill>
          <a:ln w="9525">
            <a:solidFill>
              <a:srgbClr val="F2DF9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852F92A-38F5-495A-8689-8DB475DC933B}"/>
              </a:ext>
            </a:extLst>
          </p:cNvPr>
          <p:cNvSpPr>
            <a:spLocks noGrp="1"/>
          </p:cNvSpPr>
          <p:nvPr/>
        </p:nvSpPr>
        <p:spPr>
          <a:xfrm>
            <a:off x="552450" y="2800350"/>
            <a:ext cx="76200" cy="1066800"/>
          </a:xfrm>
          <a:prstGeom prst="rect">
            <a:avLst/>
          </a:prstGeom>
          <a:solidFill>
            <a:srgbClr val="F6C343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C5A29370-FACA-4A2C-87C5-326DB1337EDB}"/>
              </a:ext>
            </a:extLst>
          </p:cNvPr>
          <p:cNvSpPr>
            <a:spLocks noGrp="1"/>
          </p:cNvSpPr>
          <p:nvPr/>
        </p:nvSpPr>
        <p:spPr>
          <a:xfrm>
            <a:off x="762000" y="2971800"/>
            <a:ext cx="990600" cy="285750"/>
          </a:xfrm>
          <a:prstGeom prst="roundRect">
            <a:avLst>
              <a:gd name="adj" fmla="val 40000"/>
            </a:avLst>
          </a:prstGeom>
          <a:solidFill>
            <a:srgbClr val="02809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OCT 2022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7E101095-9773-4087-B79C-034128817642}"/>
              </a:ext>
            </a:extLst>
          </p:cNvPr>
          <p:cNvSpPr>
            <a:spLocks noGrp="1"/>
          </p:cNvSpPr>
          <p:nvPr/>
        </p:nvSpPr>
        <p:spPr>
          <a:xfrm>
            <a:off x="1885950" y="2971800"/>
            <a:ext cx="1219200" cy="285750"/>
          </a:xfrm>
          <a:prstGeom prst="roundRect">
            <a:avLst>
              <a:gd name="adj" fmla="val 40000"/>
            </a:avLst>
          </a:prstGeom>
          <a:solidFill>
            <a:srgbClr val="02809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Write Notes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5CE90F4F-CC27-40EA-9EC2-A037E1898F4D}"/>
              </a:ext>
            </a:extLst>
          </p:cNvPr>
          <p:cNvSpPr>
            <a:spLocks noGrp="1"/>
          </p:cNvSpPr>
          <p:nvPr/>
        </p:nvSpPr>
        <p:spPr>
          <a:xfrm>
            <a:off x="3238500" y="2971800"/>
            <a:ext cx="514350" cy="285750"/>
          </a:xfrm>
          <a:prstGeom prst="roundRect">
            <a:avLst>
              <a:gd name="adj" fmla="val 40000"/>
            </a:avLst>
          </a:prstGeom>
          <a:solidFill>
            <a:srgbClr val="7C6A0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Q3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9D8D894-4427-4353-83C0-40C5E1551AD7}"/>
              </a:ext>
            </a:extLst>
          </p:cNvPr>
          <p:cNvSpPr>
            <a:spLocks noGrp="1"/>
          </p:cNvSpPr>
          <p:nvPr/>
        </p:nvSpPr>
        <p:spPr>
          <a:xfrm>
            <a:off x="10763250" y="2971800"/>
            <a:ext cx="666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pPr>
            <a:r>
              <a: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2 of 5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807C141-5F4A-451F-804E-8031AFC5FF3B}"/>
              </a:ext>
            </a:extLst>
          </p:cNvPr>
          <p:cNvSpPr>
            <a:spLocks noGrp="1"/>
          </p:cNvSpPr>
          <p:nvPr/>
        </p:nvSpPr>
        <p:spPr>
          <a:xfrm>
            <a:off x="762000" y="3352800"/>
            <a:ext cx="106489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 i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rPr sz="1200" b="0" i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Write Filariasis and two drugs with indication.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DECCF1B6-8F9A-43F6-AE68-6FC36347586E}"/>
              </a:ext>
            </a:extLst>
          </p:cNvPr>
          <p:cNvSpPr>
            <a:spLocks noGrp="1"/>
          </p:cNvSpPr>
          <p:nvPr/>
        </p:nvSpPr>
        <p:spPr>
          <a:xfrm>
            <a:off x="552450" y="4038600"/>
            <a:ext cx="11087100" cy="1066800"/>
          </a:xfrm>
          <a:prstGeom prst="roundRect">
            <a:avLst>
              <a:gd name="adj" fmla="val 7143"/>
            </a:avLst>
          </a:prstGeom>
          <a:solidFill>
            <a:srgbClr val="FFF8D6"/>
          </a:solidFill>
          <a:ln w="9525">
            <a:solidFill>
              <a:srgbClr val="F2DF9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5EA1D47-2577-4594-A964-1B618546B857}"/>
              </a:ext>
            </a:extLst>
          </p:cNvPr>
          <p:cNvSpPr>
            <a:spLocks noGrp="1"/>
          </p:cNvSpPr>
          <p:nvPr/>
        </p:nvSpPr>
        <p:spPr>
          <a:xfrm>
            <a:off x="552450" y="4038600"/>
            <a:ext cx="76200" cy="1066800"/>
          </a:xfrm>
          <a:prstGeom prst="rect">
            <a:avLst/>
          </a:prstGeom>
          <a:solidFill>
            <a:srgbClr val="F6C343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DE276A20-D875-453B-A120-057C72227B78}"/>
              </a:ext>
            </a:extLst>
          </p:cNvPr>
          <p:cNvSpPr>
            <a:spLocks noGrp="1"/>
          </p:cNvSpPr>
          <p:nvPr/>
        </p:nvSpPr>
        <p:spPr>
          <a:xfrm>
            <a:off x="762000" y="4210050"/>
            <a:ext cx="990600" cy="285750"/>
          </a:xfrm>
          <a:prstGeom prst="roundRect">
            <a:avLst>
              <a:gd name="adj" fmla="val 40000"/>
            </a:avLst>
          </a:prstGeom>
          <a:solidFill>
            <a:srgbClr val="02809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MAR 2023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98A78BC9-469D-46CE-9125-A2F8EE7CD75E}"/>
              </a:ext>
            </a:extLst>
          </p:cNvPr>
          <p:cNvSpPr>
            <a:spLocks noGrp="1"/>
          </p:cNvSpPr>
          <p:nvPr/>
        </p:nvSpPr>
        <p:spPr>
          <a:xfrm>
            <a:off x="1885950" y="4210050"/>
            <a:ext cx="1219200" cy="285750"/>
          </a:xfrm>
          <a:prstGeom prst="roundRect">
            <a:avLst>
              <a:gd name="adj" fmla="val 40000"/>
            </a:avLst>
          </a:prstGeom>
          <a:solidFill>
            <a:srgbClr val="02809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Write Notes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26649124-460D-4B8A-BDBE-7F20A5A4567C}"/>
              </a:ext>
            </a:extLst>
          </p:cNvPr>
          <p:cNvSpPr>
            <a:spLocks noGrp="1"/>
          </p:cNvSpPr>
          <p:nvPr/>
        </p:nvSpPr>
        <p:spPr>
          <a:xfrm>
            <a:off x="3238500" y="4210050"/>
            <a:ext cx="514350" cy="285750"/>
          </a:xfrm>
          <a:prstGeom prst="roundRect">
            <a:avLst>
              <a:gd name="adj" fmla="val 40000"/>
            </a:avLst>
          </a:prstGeom>
          <a:solidFill>
            <a:srgbClr val="7C6A0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Q3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0078E764-EEA5-46E5-A3C2-64C8288E5765}"/>
              </a:ext>
            </a:extLst>
          </p:cNvPr>
          <p:cNvSpPr>
            <a:spLocks noGrp="1"/>
          </p:cNvSpPr>
          <p:nvPr/>
        </p:nvSpPr>
        <p:spPr>
          <a:xfrm>
            <a:off x="10763250" y="4210050"/>
            <a:ext cx="666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pPr>
            <a:r>
              <a: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3 of 5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693A57D5-471C-4943-9671-88BA446265E3}"/>
              </a:ext>
            </a:extLst>
          </p:cNvPr>
          <p:cNvSpPr>
            <a:spLocks noGrp="1"/>
          </p:cNvSpPr>
          <p:nvPr/>
        </p:nvSpPr>
        <p:spPr>
          <a:xfrm>
            <a:off x="762000" y="4591050"/>
            <a:ext cx="106489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 i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rPr sz="1200" b="0" i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Hydrocotyle Asiatica and Myristica in Filariasis.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0EAAFD6F-E77D-4DC8-BD69-E130B122146B}"/>
              </a:ext>
            </a:extLst>
          </p:cNvPr>
          <p:cNvSpPr>
            <a:spLocks noGrp="1"/>
          </p:cNvSpPr>
          <p:nvPr/>
        </p:nvSpPr>
        <p:spPr>
          <a:xfrm>
            <a:off x="552450" y="5276850"/>
            <a:ext cx="11087100" cy="1066800"/>
          </a:xfrm>
          <a:prstGeom prst="roundRect">
            <a:avLst>
              <a:gd name="adj" fmla="val 7143"/>
            </a:avLst>
          </a:prstGeom>
          <a:solidFill>
            <a:srgbClr val="FFF8D6"/>
          </a:solidFill>
          <a:ln w="9525">
            <a:solidFill>
              <a:srgbClr val="F2DF9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BFC8F896-CF66-46EE-8DDB-B579277A1539}"/>
              </a:ext>
            </a:extLst>
          </p:cNvPr>
          <p:cNvSpPr>
            <a:spLocks noGrp="1"/>
          </p:cNvSpPr>
          <p:nvPr/>
        </p:nvSpPr>
        <p:spPr>
          <a:xfrm>
            <a:off x="552450" y="5276850"/>
            <a:ext cx="76200" cy="1066800"/>
          </a:xfrm>
          <a:prstGeom prst="rect">
            <a:avLst/>
          </a:prstGeom>
          <a:solidFill>
            <a:srgbClr val="F6C343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F3069252-BB87-4E25-A93F-EDF9E578E110}"/>
              </a:ext>
            </a:extLst>
          </p:cNvPr>
          <p:cNvSpPr>
            <a:spLocks noGrp="1"/>
          </p:cNvSpPr>
          <p:nvPr/>
        </p:nvSpPr>
        <p:spPr>
          <a:xfrm>
            <a:off x="762000" y="5448300"/>
            <a:ext cx="990600" cy="285750"/>
          </a:xfrm>
          <a:prstGeom prst="roundRect">
            <a:avLst>
              <a:gd name="adj" fmla="val 40000"/>
            </a:avLst>
          </a:prstGeom>
          <a:solidFill>
            <a:srgbClr val="02809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MAR 2025</a:t>
            </a: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63E790CB-D9A3-495A-92EA-AC23A326462D}"/>
              </a:ext>
            </a:extLst>
          </p:cNvPr>
          <p:cNvSpPr>
            <a:spLocks noGrp="1"/>
          </p:cNvSpPr>
          <p:nvPr/>
        </p:nvSpPr>
        <p:spPr>
          <a:xfrm>
            <a:off x="1885950" y="5448300"/>
            <a:ext cx="1219200" cy="285750"/>
          </a:xfrm>
          <a:prstGeom prst="roundRect">
            <a:avLst>
              <a:gd name="adj" fmla="val 40000"/>
            </a:avLst>
          </a:prstGeom>
          <a:solidFill>
            <a:srgbClr val="2563A8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Short Answers</a:t>
            </a: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EB1ADA80-542C-4D31-9EEA-42FDA4D844F7}"/>
              </a:ext>
            </a:extLst>
          </p:cNvPr>
          <p:cNvSpPr>
            <a:spLocks noGrp="1"/>
          </p:cNvSpPr>
          <p:nvPr/>
        </p:nvSpPr>
        <p:spPr>
          <a:xfrm>
            <a:off x="3238500" y="5448300"/>
            <a:ext cx="514350" cy="285750"/>
          </a:xfrm>
          <a:prstGeom prst="roundRect">
            <a:avLst>
              <a:gd name="adj" fmla="val 40000"/>
            </a:avLst>
          </a:prstGeom>
          <a:solidFill>
            <a:srgbClr val="7C6A0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Q8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CCBB7DC6-C6A1-42EA-A6E0-B0ECA0C261A0}"/>
              </a:ext>
            </a:extLst>
          </p:cNvPr>
          <p:cNvSpPr>
            <a:spLocks noGrp="1"/>
          </p:cNvSpPr>
          <p:nvPr/>
        </p:nvSpPr>
        <p:spPr>
          <a:xfrm>
            <a:off x="10763250" y="5448300"/>
            <a:ext cx="666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pPr>
            <a:r>
              <a: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4 of 5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A20ACE00-06CD-4D9C-96BA-BBDC1C95261E}"/>
              </a:ext>
            </a:extLst>
          </p:cNvPr>
          <p:cNvSpPr>
            <a:spLocks noGrp="1"/>
          </p:cNvSpPr>
          <p:nvPr/>
        </p:nvSpPr>
        <p:spPr>
          <a:xfrm>
            <a:off x="762000" y="5829300"/>
            <a:ext cx="106489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 i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rPr sz="1200" b="0" i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Filarial lymhoedema - two drugs.</a:t>
            </a:r>
          </a:p>
        </p:txBody>
      </p:sp>
    </p:spTree>
    <p:extLst>
      <p:ext uri="{BB962C8B-B14F-4D97-AF65-F5344CB8AC3E}">
        <p14:creationId xmlns:p14="http://schemas.microsoft.com/office/powerpoint/2010/main" val="2097315518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C78DEE6E-4A01-491C-AC76-A7C4E9746AB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066800"/>
          </a:xfrm>
          <a:prstGeom prst="rect">
            <a:avLst/>
          </a:prstGeom>
          <a:solidFill>
            <a:srgbClr val="028090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2131BF11-605C-4CB5-B172-283067B42D86}"/>
              </a:ext>
            </a:extLst>
          </p:cNvPr>
          <p:cNvSpPr>
            <a:spLocks noGrp="1"/>
          </p:cNvSpPr>
          <p:nvPr/>
        </p:nvSpPr>
        <p:spPr>
          <a:xfrm>
            <a:off x="457200" y="285750"/>
            <a:ext cx="533400" cy="533400"/>
          </a:xfrm>
          <a:prstGeom prst="ellipse">
            <a:avLst/>
          </a:prstGeom>
          <a:solidFill>
            <a:srgbClr val="00A896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9D27048-1C2D-4AAF-A961-1BD6DA67789A}"/>
              </a:ext>
            </a:extLst>
          </p:cNvPr>
          <p:cNvSpPr>
            <a:spLocks noGrp="1"/>
          </p:cNvSpPr>
          <p:nvPr/>
        </p:nvSpPr>
        <p:spPr>
          <a:xfrm>
            <a:off x="457200" y="381000"/>
            <a:ext cx="5334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57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7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21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946D8BE-B075-45F6-A467-92B7DD974838}"/>
              </a:ext>
            </a:extLst>
          </p:cNvPr>
          <p:cNvSpPr>
            <a:spLocks noGrp="1"/>
          </p:cNvSpPr>
          <p:nvPr/>
        </p:nvSpPr>
        <p:spPr>
          <a:xfrm>
            <a:off x="1219200" y="209550"/>
            <a:ext cx="8382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400" b="1" i="0">
                <a:solidFill>
                  <a:srgbClr val="FFFFFF"/>
                </a:solidFill>
                <a:latin typeface="Cambria"/>
                <a:ea typeface="Cambria"/>
                <a:cs typeface="Cambria"/>
              </a:defRPr>
            </a:pPr>
            <a:r>
              <a:rPr sz="2400" b="1" i="0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Filarial lymphoedema / filariasis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A515758-8ADB-4E45-BFAD-1B7D0333885F}"/>
              </a:ext>
            </a:extLst>
          </p:cNvPr>
          <p:cNvSpPr>
            <a:spLocks noGrp="1"/>
          </p:cNvSpPr>
          <p:nvPr/>
        </p:nvSpPr>
        <p:spPr>
          <a:xfrm>
            <a:off x="1219200" y="666750"/>
            <a:ext cx="8382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125" b="0" i="1">
                <a:solidFill>
                  <a:srgbClr val="E6F5F3"/>
                </a:solidFill>
                <a:latin typeface="Calibri"/>
                <a:ea typeface="Calibri"/>
                <a:cs typeface="Calibri"/>
              </a:defRPr>
            </a:pPr>
            <a:r>
              <a:rPr sz="1125" b="0" i="1">
                <a:solidFill>
                  <a:srgbClr val="E6F5F3"/>
                </a:solidFill>
                <a:latin typeface="Calibri"/>
                <a:ea typeface="Calibri"/>
                <a:cs typeface="Calibri"/>
              </a:rPr>
              <a:t>5 times asked | 4 Write Notes | 1 Short Answers | part 2 of 2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82308735-6730-4093-88CC-F422E65BD49F}"/>
              </a:ext>
            </a:extLst>
          </p:cNvPr>
          <p:cNvSpPr>
            <a:spLocks noGrp="1"/>
          </p:cNvSpPr>
          <p:nvPr/>
        </p:nvSpPr>
        <p:spPr>
          <a:xfrm>
            <a:off x="9886950" y="381000"/>
            <a:ext cx="1714500" cy="285750"/>
          </a:xfrm>
          <a:prstGeom prst="roundRect">
            <a:avLst>
              <a:gd name="adj" fmla="val 40000"/>
            </a:avLst>
          </a:prstGeom>
          <a:solidFill>
            <a:srgbClr val="016B78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Rank 21/55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85E9237-EAA5-44EA-B111-3D4086297B13}"/>
              </a:ext>
            </a:extLst>
          </p:cNvPr>
          <p:cNvSpPr>
            <a:spLocks noGrp="1"/>
          </p:cNvSpPr>
          <p:nvPr/>
        </p:nvSpPr>
        <p:spPr>
          <a:xfrm>
            <a:off x="552450" y="1200150"/>
            <a:ext cx="4000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1" i="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pPr>
            <a:r>
              <a:rPr sz="1275" b="1" i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Highlighted asked questions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51BEABF0-3D57-48B3-A74E-0BBCC150C512}"/>
              </a:ext>
            </a:extLst>
          </p:cNvPr>
          <p:cNvSpPr>
            <a:spLocks noGrp="1"/>
          </p:cNvSpPr>
          <p:nvPr/>
        </p:nvSpPr>
        <p:spPr>
          <a:xfrm>
            <a:off x="552450" y="1562100"/>
            <a:ext cx="11087100" cy="1066800"/>
          </a:xfrm>
          <a:prstGeom prst="roundRect">
            <a:avLst>
              <a:gd name="adj" fmla="val 7143"/>
            </a:avLst>
          </a:prstGeom>
          <a:solidFill>
            <a:srgbClr val="FFF8D6"/>
          </a:solidFill>
          <a:ln w="9525">
            <a:solidFill>
              <a:srgbClr val="F2DF9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5987AD6-6B0A-4865-90C2-9BFD0AF9DD58}"/>
              </a:ext>
            </a:extLst>
          </p:cNvPr>
          <p:cNvSpPr>
            <a:spLocks noGrp="1"/>
          </p:cNvSpPr>
          <p:nvPr/>
        </p:nvSpPr>
        <p:spPr>
          <a:xfrm>
            <a:off x="552450" y="1562100"/>
            <a:ext cx="76200" cy="1066800"/>
          </a:xfrm>
          <a:prstGeom prst="rect">
            <a:avLst/>
          </a:prstGeom>
          <a:solidFill>
            <a:srgbClr val="F6C343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A9F89D81-7ED8-4309-B793-E95685D2799A}"/>
              </a:ext>
            </a:extLst>
          </p:cNvPr>
          <p:cNvSpPr>
            <a:spLocks noGrp="1"/>
          </p:cNvSpPr>
          <p:nvPr/>
        </p:nvSpPr>
        <p:spPr>
          <a:xfrm>
            <a:off x="762000" y="1733550"/>
            <a:ext cx="990600" cy="285750"/>
          </a:xfrm>
          <a:prstGeom prst="roundRect">
            <a:avLst>
              <a:gd name="adj" fmla="val 40000"/>
            </a:avLst>
          </a:prstGeom>
          <a:solidFill>
            <a:srgbClr val="02809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OCT 2025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1CB6B695-1F1F-418F-99B0-04E45BC12A9D}"/>
              </a:ext>
            </a:extLst>
          </p:cNvPr>
          <p:cNvSpPr>
            <a:spLocks noGrp="1"/>
          </p:cNvSpPr>
          <p:nvPr/>
        </p:nvSpPr>
        <p:spPr>
          <a:xfrm>
            <a:off x="1885950" y="1733550"/>
            <a:ext cx="1219200" cy="285750"/>
          </a:xfrm>
          <a:prstGeom prst="roundRect">
            <a:avLst>
              <a:gd name="adj" fmla="val 40000"/>
            </a:avLst>
          </a:prstGeom>
          <a:solidFill>
            <a:srgbClr val="02809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Write Notes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E6CABC5C-981F-46A1-B220-1244813ED782}"/>
              </a:ext>
            </a:extLst>
          </p:cNvPr>
          <p:cNvSpPr>
            <a:spLocks noGrp="1"/>
          </p:cNvSpPr>
          <p:nvPr/>
        </p:nvSpPr>
        <p:spPr>
          <a:xfrm>
            <a:off x="3238500" y="1733550"/>
            <a:ext cx="514350" cy="285750"/>
          </a:xfrm>
          <a:prstGeom prst="roundRect">
            <a:avLst>
              <a:gd name="adj" fmla="val 40000"/>
            </a:avLst>
          </a:prstGeom>
          <a:solidFill>
            <a:srgbClr val="7C6A0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Q9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79B15C7-9855-48CA-A88B-2373F8C014BA}"/>
              </a:ext>
            </a:extLst>
          </p:cNvPr>
          <p:cNvSpPr>
            <a:spLocks noGrp="1"/>
          </p:cNvSpPr>
          <p:nvPr/>
        </p:nvSpPr>
        <p:spPr>
          <a:xfrm>
            <a:off x="10763250" y="1733550"/>
            <a:ext cx="666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pPr>
            <a:r>
              <a: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5 of 5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875F259-5780-4134-9F53-1F3B337E4861}"/>
              </a:ext>
            </a:extLst>
          </p:cNvPr>
          <p:cNvSpPr>
            <a:spLocks noGrp="1"/>
          </p:cNvSpPr>
          <p:nvPr/>
        </p:nvSpPr>
        <p:spPr>
          <a:xfrm>
            <a:off x="762000" y="2114550"/>
            <a:ext cx="106489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 i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rPr sz="1200" b="0" i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Filiariasis - two drugs with indications.</a:t>
            </a:r>
          </a:p>
        </p:txBody>
      </p:sp>
    </p:spTree>
    <p:extLst>
      <p:ext uri="{BB962C8B-B14F-4D97-AF65-F5344CB8AC3E}">
        <p14:creationId xmlns:p14="http://schemas.microsoft.com/office/powerpoint/2010/main" val="217489709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 35">
            <a:extLst>
              <a:ext uri="{FF2B5EF4-FFF2-40B4-BE49-F238E27FC236}">
                <a16:creationId xmlns:a16="http://schemas.microsoft.com/office/drawing/2014/main" id="{90B76D9E-E034-4E10-8013-09D5F0C817D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066800"/>
          </a:xfrm>
          <a:prstGeom prst="rect">
            <a:avLst/>
          </a:prstGeom>
          <a:solidFill>
            <a:srgbClr val="028090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F891BEF5-F06A-4DCC-A112-31525405E5D6}"/>
              </a:ext>
            </a:extLst>
          </p:cNvPr>
          <p:cNvSpPr>
            <a:spLocks noGrp="1"/>
          </p:cNvSpPr>
          <p:nvPr/>
        </p:nvSpPr>
        <p:spPr>
          <a:xfrm>
            <a:off x="457200" y="285750"/>
            <a:ext cx="533400" cy="533400"/>
          </a:xfrm>
          <a:prstGeom prst="ellipse">
            <a:avLst/>
          </a:prstGeom>
          <a:solidFill>
            <a:srgbClr val="00A896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334C2EE-54FD-44FE-987D-B5A2EB3BF8C3}"/>
              </a:ext>
            </a:extLst>
          </p:cNvPr>
          <p:cNvSpPr>
            <a:spLocks noGrp="1"/>
          </p:cNvSpPr>
          <p:nvPr/>
        </p:nvSpPr>
        <p:spPr>
          <a:xfrm>
            <a:off x="457200" y="381000"/>
            <a:ext cx="5334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57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7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22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5AEF9F1-CFD7-4B53-9FB5-2A1BC9219273}"/>
              </a:ext>
            </a:extLst>
          </p:cNvPr>
          <p:cNvSpPr>
            <a:spLocks noGrp="1"/>
          </p:cNvSpPr>
          <p:nvPr/>
        </p:nvSpPr>
        <p:spPr>
          <a:xfrm>
            <a:off x="1219200" y="209550"/>
            <a:ext cx="8382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400" b="1" i="0">
                <a:solidFill>
                  <a:srgbClr val="FFFFFF"/>
                </a:solidFill>
                <a:latin typeface="Cambria"/>
                <a:ea typeface="Cambria"/>
                <a:cs typeface="Cambria"/>
              </a:defRPr>
            </a:pPr>
            <a:r>
              <a:rPr sz="2400" b="1" i="0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Madura foot / mycetoma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8F7C734-1254-4B83-B0F1-8D88D55BCF74}"/>
              </a:ext>
            </a:extLst>
          </p:cNvPr>
          <p:cNvSpPr>
            <a:spLocks noGrp="1"/>
          </p:cNvSpPr>
          <p:nvPr/>
        </p:nvSpPr>
        <p:spPr>
          <a:xfrm>
            <a:off x="1219200" y="666750"/>
            <a:ext cx="8382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125" b="0" i="1">
                <a:solidFill>
                  <a:srgbClr val="E6F5F3"/>
                </a:solidFill>
                <a:latin typeface="Calibri"/>
                <a:ea typeface="Calibri"/>
                <a:cs typeface="Calibri"/>
              </a:defRPr>
            </a:pPr>
            <a:r>
              <a:rPr sz="1125" b="0" i="1">
                <a:solidFill>
                  <a:srgbClr val="E6F5F3"/>
                </a:solidFill>
                <a:latin typeface="Calibri"/>
                <a:ea typeface="Calibri"/>
                <a:cs typeface="Calibri"/>
              </a:rPr>
              <a:t>5 times asked | 3 Write Notes | 2 Short Answers | part 1 of 2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627A622D-9262-43DD-8DA9-490A1DE8A25F}"/>
              </a:ext>
            </a:extLst>
          </p:cNvPr>
          <p:cNvSpPr>
            <a:spLocks noGrp="1"/>
          </p:cNvSpPr>
          <p:nvPr/>
        </p:nvSpPr>
        <p:spPr>
          <a:xfrm>
            <a:off x="9886950" y="381000"/>
            <a:ext cx="1714500" cy="285750"/>
          </a:xfrm>
          <a:prstGeom prst="roundRect">
            <a:avLst>
              <a:gd name="adj" fmla="val 40000"/>
            </a:avLst>
          </a:prstGeom>
          <a:solidFill>
            <a:srgbClr val="016B78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Rank 22/55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F386EEF-0AC0-4245-A89A-242040D30E3F}"/>
              </a:ext>
            </a:extLst>
          </p:cNvPr>
          <p:cNvSpPr>
            <a:spLocks noGrp="1"/>
          </p:cNvSpPr>
          <p:nvPr/>
        </p:nvSpPr>
        <p:spPr>
          <a:xfrm>
            <a:off x="552450" y="1200150"/>
            <a:ext cx="4000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1" i="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pPr>
            <a:r>
              <a:rPr sz="1275" b="1" i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Highlighted asked questions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22DF5D10-96ED-47B3-B671-A35D17E4DA63}"/>
              </a:ext>
            </a:extLst>
          </p:cNvPr>
          <p:cNvSpPr>
            <a:spLocks noGrp="1"/>
          </p:cNvSpPr>
          <p:nvPr/>
        </p:nvSpPr>
        <p:spPr>
          <a:xfrm>
            <a:off x="552450" y="1562100"/>
            <a:ext cx="11087100" cy="1066800"/>
          </a:xfrm>
          <a:prstGeom prst="roundRect">
            <a:avLst>
              <a:gd name="adj" fmla="val 7143"/>
            </a:avLst>
          </a:prstGeom>
          <a:solidFill>
            <a:srgbClr val="FFF8D6"/>
          </a:solidFill>
          <a:ln w="9525">
            <a:solidFill>
              <a:srgbClr val="F2DF9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E215845-49AF-4F08-95F5-255658064229}"/>
              </a:ext>
            </a:extLst>
          </p:cNvPr>
          <p:cNvSpPr>
            <a:spLocks noGrp="1"/>
          </p:cNvSpPr>
          <p:nvPr/>
        </p:nvSpPr>
        <p:spPr>
          <a:xfrm>
            <a:off x="552450" y="1562100"/>
            <a:ext cx="76200" cy="1066800"/>
          </a:xfrm>
          <a:prstGeom prst="rect">
            <a:avLst/>
          </a:prstGeom>
          <a:solidFill>
            <a:srgbClr val="F6C343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AD541B20-A143-4251-9515-FD9206FC052B}"/>
              </a:ext>
            </a:extLst>
          </p:cNvPr>
          <p:cNvSpPr>
            <a:spLocks noGrp="1"/>
          </p:cNvSpPr>
          <p:nvPr/>
        </p:nvSpPr>
        <p:spPr>
          <a:xfrm>
            <a:off x="762000" y="1733550"/>
            <a:ext cx="990600" cy="285750"/>
          </a:xfrm>
          <a:prstGeom prst="roundRect">
            <a:avLst>
              <a:gd name="adj" fmla="val 40000"/>
            </a:avLst>
          </a:prstGeom>
          <a:solidFill>
            <a:srgbClr val="02809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OCT 2019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F727FD0A-6226-49FA-8C4B-2741AF532AC6}"/>
              </a:ext>
            </a:extLst>
          </p:cNvPr>
          <p:cNvSpPr>
            <a:spLocks noGrp="1"/>
          </p:cNvSpPr>
          <p:nvPr/>
        </p:nvSpPr>
        <p:spPr>
          <a:xfrm>
            <a:off x="1885950" y="1733550"/>
            <a:ext cx="1219200" cy="285750"/>
          </a:xfrm>
          <a:prstGeom prst="roundRect">
            <a:avLst>
              <a:gd name="adj" fmla="val 40000"/>
            </a:avLst>
          </a:prstGeom>
          <a:solidFill>
            <a:srgbClr val="02809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Write Notes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9F484B22-C0B2-403A-A89C-083341668FAD}"/>
              </a:ext>
            </a:extLst>
          </p:cNvPr>
          <p:cNvSpPr>
            <a:spLocks noGrp="1"/>
          </p:cNvSpPr>
          <p:nvPr/>
        </p:nvSpPr>
        <p:spPr>
          <a:xfrm>
            <a:off x="3238500" y="1733550"/>
            <a:ext cx="514350" cy="285750"/>
          </a:xfrm>
          <a:prstGeom prst="roundRect">
            <a:avLst>
              <a:gd name="adj" fmla="val 40000"/>
            </a:avLst>
          </a:prstGeom>
          <a:solidFill>
            <a:srgbClr val="7C6A0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Q4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61329E9-B56A-4AAE-873B-174F79D39D7D}"/>
              </a:ext>
            </a:extLst>
          </p:cNvPr>
          <p:cNvSpPr>
            <a:spLocks noGrp="1"/>
          </p:cNvSpPr>
          <p:nvPr/>
        </p:nvSpPr>
        <p:spPr>
          <a:xfrm>
            <a:off x="10763250" y="1733550"/>
            <a:ext cx="666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pPr>
            <a:r>
              <a: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1 of 5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5847FAE-1E7C-40BB-B577-634A9D5BB864}"/>
              </a:ext>
            </a:extLst>
          </p:cNvPr>
          <p:cNvSpPr>
            <a:spLocks noGrp="1"/>
          </p:cNvSpPr>
          <p:nvPr/>
        </p:nvSpPr>
        <p:spPr>
          <a:xfrm>
            <a:off x="762000" y="2114550"/>
            <a:ext cx="106489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 i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rPr sz="1200" b="0" i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Madura foot.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B96F269A-1CF5-4433-A1E9-1FA66163074C}"/>
              </a:ext>
            </a:extLst>
          </p:cNvPr>
          <p:cNvSpPr>
            <a:spLocks noGrp="1"/>
          </p:cNvSpPr>
          <p:nvPr/>
        </p:nvSpPr>
        <p:spPr>
          <a:xfrm>
            <a:off x="552450" y="2800350"/>
            <a:ext cx="11087100" cy="1066800"/>
          </a:xfrm>
          <a:prstGeom prst="roundRect">
            <a:avLst>
              <a:gd name="adj" fmla="val 7143"/>
            </a:avLst>
          </a:prstGeom>
          <a:solidFill>
            <a:srgbClr val="FFF8D6"/>
          </a:solidFill>
          <a:ln w="9525">
            <a:solidFill>
              <a:srgbClr val="F2DF9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8D4CBE8-4ED5-4670-B983-A99A73876105}"/>
              </a:ext>
            </a:extLst>
          </p:cNvPr>
          <p:cNvSpPr>
            <a:spLocks noGrp="1"/>
          </p:cNvSpPr>
          <p:nvPr/>
        </p:nvSpPr>
        <p:spPr>
          <a:xfrm>
            <a:off x="552450" y="2800350"/>
            <a:ext cx="76200" cy="1066800"/>
          </a:xfrm>
          <a:prstGeom prst="rect">
            <a:avLst/>
          </a:prstGeom>
          <a:solidFill>
            <a:srgbClr val="F6C343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511FAA78-0755-421D-B22E-813CFD6EBF65}"/>
              </a:ext>
            </a:extLst>
          </p:cNvPr>
          <p:cNvSpPr>
            <a:spLocks noGrp="1"/>
          </p:cNvSpPr>
          <p:nvPr/>
        </p:nvSpPr>
        <p:spPr>
          <a:xfrm>
            <a:off x="762000" y="2971800"/>
            <a:ext cx="990600" cy="285750"/>
          </a:xfrm>
          <a:prstGeom prst="roundRect">
            <a:avLst>
              <a:gd name="adj" fmla="val 40000"/>
            </a:avLst>
          </a:prstGeom>
          <a:solidFill>
            <a:srgbClr val="02809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MAY 2022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39364E42-FD45-455A-8EB3-1F79D3793353}"/>
              </a:ext>
            </a:extLst>
          </p:cNvPr>
          <p:cNvSpPr>
            <a:spLocks noGrp="1"/>
          </p:cNvSpPr>
          <p:nvPr/>
        </p:nvSpPr>
        <p:spPr>
          <a:xfrm>
            <a:off x="1885950" y="2971800"/>
            <a:ext cx="1219200" cy="285750"/>
          </a:xfrm>
          <a:prstGeom prst="roundRect">
            <a:avLst>
              <a:gd name="adj" fmla="val 40000"/>
            </a:avLst>
          </a:prstGeom>
          <a:solidFill>
            <a:srgbClr val="2563A8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Short Answers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EAF2B584-2D2C-4B31-BC9D-A458175AECFD}"/>
              </a:ext>
            </a:extLst>
          </p:cNvPr>
          <p:cNvSpPr>
            <a:spLocks noGrp="1"/>
          </p:cNvSpPr>
          <p:nvPr/>
        </p:nvSpPr>
        <p:spPr>
          <a:xfrm>
            <a:off x="3238500" y="2971800"/>
            <a:ext cx="514350" cy="285750"/>
          </a:xfrm>
          <a:prstGeom prst="roundRect">
            <a:avLst>
              <a:gd name="adj" fmla="val 40000"/>
            </a:avLst>
          </a:prstGeom>
          <a:solidFill>
            <a:srgbClr val="7C6A0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Q1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1A20220-39C5-43C8-B205-CBBAC51B68E6}"/>
              </a:ext>
            </a:extLst>
          </p:cNvPr>
          <p:cNvSpPr>
            <a:spLocks noGrp="1"/>
          </p:cNvSpPr>
          <p:nvPr/>
        </p:nvSpPr>
        <p:spPr>
          <a:xfrm>
            <a:off x="10763250" y="2971800"/>
            <a:ext cx="666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pPr>
            <a:r>
              <a: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2 of 5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DB917C1-2466-4000-802A-7FC22FA2485D}"/>
              </a:ext>
            </a:extLst>
          </p:cNvPr>
          <p:cNvSpPr>
            <a:spLocks noGrp="1"/>
          </p:cNvSpPr>
          <p:nvPr/>
        </p:nvSpPr>
        <p:spPr>
          <a:xfrm>
            <a:off x="762000" y="3352800"/>
            <a:ext cx="106489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 i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rPr sz="1200" b="0" i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Mycetomapedis - two drugs.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77355C93-B90D-4DA7-B874-83CAA7218130}"/>
              </a:ext>
            </a:extLst>
          </p:cNvPr>
          <p:cNvSpPr>
            <a:spLocks noGrp="1"/>
          </p:cNvSpPr>
          <p:nvPr/>
        </p:nvSpPr>
        <p:spPr>
          <a:xfrm>
            <a:off x="552450" y="4038600"/>
            <a:ext cx="11087100" cy="1066800"/>
          </a:xfrm>
          <a:prstGeom prst="roundRect">
            <a:avLst>
              <a:gd name="adj" fmla="val 7143"/>
            </a:avLst>
          </a:prstGeom>
          <a:solidFill>
            <a:srgbClr val="FFF8D6"/>
          </a:solidFill>
          <a:ln w="9525">
            <a:solidFill>
              <a:srgbClr val="F2DF9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6BB9D21-CE9C-4590-A94D-E66E9E30C888}"/>
              </a:ext>
            </a:extLst>
          </p:cNvPr>
          <p:cNvSpPr>
            <a:spLocks noGrp="1"/>
          </p:cNvSpPr>
          <p:nvPr/>
        </p:nvSpPr>
        <p:spPr>
          <a:xfrm>
            <a:off x="552450" y="4038600"/>
            <a:ext cx="76200" cy="1066800"/>
          </a:xfrm>
          <a:prstGeom prst="rect">
            <a:avLst/>
          </a:prstGeom>
          <a:solidFill>
            <a:srgbClr val="F6C343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6AE2DD83-E244-4112-AA6A-4D0447FA9474}"/>
              </a:ext>
            </a:extLst>
          </p:cNvPr>
          <p:cNvSpPr>
            <a:spLocks noGrp="1"/>
          </p:cNvSpPr>
          <p:nvPr/>
        </p:nvSpPr>
        <p:spPr>
          <a:xfrm>
            <a:off x="762000" y="4210050"/>
            <a:ext cx="990600" cy="285750"/>
          </a:xfrm>
          <a:prstGeom prst="roundRect">
            <a:avLst>
              <a:gd name="adj" fmla="val 40000"/>
            </a:avLst>
          </a:prstGeom>
          <a:solidFill>
            <a:srgbClr val="02809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MAR 2023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C5520F31-88B0-4F97-A154-DACDA33DCC78}"/>
              </a:ext>
            </a:extLst>
          </p:cNvPr>
          <p:cNvSpPr>
            <a:spLocks noGrp="1"/>
          </p:cNvSpPr>
          <p:nvPr/>
        </p:nvSpPr>
        <p:spPr>
          <a:xfrm>
            <a:off x="1885950" y="4210050"/>
            <a:ext cx="1219200" cy="285750"/>
          </a:xfrm>
          <a:prstGeom prst="roundRect">
            <a:avLst>
              <a:gd name="adj" fmla="val 40000"/>
            </a:avLst>
          </a:prstGeom>
          <a:solidFill>
            <a:srgbClr val="02809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Write Notes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79392482-8D63-4027-8F9F-D61C711B7B9B}"/>
              </a:ext>
            </a:extLst>
          </p:cNvPr>
          <p:cNvSpPr>
            <a:spLocks noGrp="1"/>
          </p:cNvSpPr>
          <p:nvPr/>
        </p:nvSpPr>
        <p:spPr>
          <a:xfrm>
            <a:off x="3238500" y="4210050"/>
            <a:ext cx="514350" cy="285750"/>
          </a:xfrm>
          <a:prstGeom prst="roundRect">
            <a:avLst>
              <a:gd name="adj" fmla="val 40000"/>
            </a:avLst>
          </a:prstGeom>
          <a:solidFill>
            <a:srgbClr val="7C6A0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Q5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31F18CE9-759C-4830-B1B7-CB99861854B8}"/>
              </a:ext>
            </a:extLst>
          </p:cNvPr>
          <p:cNvSpPr>
            <a:spLocks noGrp="1"/>
          </p:cNvSpPr>
          <p:nvPr/>
        </p:nvSpPr>
        <p:spPr>
          <a:xfrm>
            <a:off x="10763250" y="4210050"/>
            <a:ext cx="666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pPr>
            <a:r>
              <a: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3 of 5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5BADADAB-30C4-4A85-99A7-584BEEF40C0A}"/>
              </a:ext>
            </a:extLst>
          </p:cNvPr>
          <p:cNvSpPr>
            <a:spLocks noGrp="1"/>
          </p:cNvSpPr>
          <p:nvPr/>
        </p:nvSpPr>
        <p:spPr>
          <a:xfrm>
            <a:off x="762000" y="4591050"/>
            <a:ext cx="106489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 i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rPr sz="1200" b="0" i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Madura foot.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60DBBC9E-F899-49A7-9D49-B46735B01ED1}"/>
              </a:ext>
            </a:extLst>
          </p:cNvPr>
          <p:cNvSpPr>
            <a:spLocks noGrp="1"/>
          </p:cNvSpPr>
          <p:nvPr/>
        </p:nvSpPr>
        <p:spPr>
          <a:xfrm>
            <a:off x="552450" y="5276850"/>
            <a:ext cx="11087100" cy="1066800"/>
          </a:xfrm>
          <a:prstGeom prst="roundRect">
            <a:avLst>
              <a:gd name="adj" fmla="val 7143"/>
            </a:avLst>
          </a:prstGeom>
          <a:solidFill>
            <a:srgbClr val="FFF8D6"/>
          </a:solidFill>
          <a:ln w="9525">
            <a:solidFill>
              <a:srgbClr val="F2DF9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5C32C300-9A47-4C63-9B6D-E1F9711DCD72}"/>
              </a:ext>
            </a:extLst>
          </p:cNvPr>
          <p:cNvSpPr>
            <a:spLocks noGrp="1"/>
          </p:cNvSpPr>
          <p:nvPr/>
        </p:nvSpPr>
        <p:spPr>
          <a:xfrm>
            <a:off x="552450" y="5276850"/>
            <a:ext cx="76200" cy="1066800"/>
          </a:xfrm>
          <a:prstGeom prst="rect">
            <a:avLst/>
          </a:prstGeom>
          <a:solidFill>
            <a:srgbClr val="F6C343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31DC4AFE-863E-443D-8046-8C35CB883A26}"/>
              </a:ext>
            </a:extLst>
          </p:cNvPr>
          <p:cNvSpPr>
            <a:spLocks noGrp="1"/>
          </p:cNvSpPr>
          <p:nvPr/>
        </p:nvSpPr>
        <p:spPr>
          <a:xfrm>
            <a:off x="762000" y="5448300"/>
            <a:ext cx="990600" cy="285750"/>
          </a:xfrm>
          <a:prstGeom prst="roundRect">
            <a:avLst>
              <a:gd name="adj" fmla="val 40000"/>
            </a:avLst>
          </a:prstGeom>
          <a:solidFill>
            <a:srgbClr val="02809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AUG 2024</a:t>
            </a: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573EB3D0-A8A5-4399-A0A6-A06467586CDB}"/>
              </a:ext>
            </a:extLst>
          </p:cNvPr>
          <p:cNvSpPr>
            <a:spLocks noGrp="1"/>
          </p:cNvSpPr>
          <p:nvPr/>
        </p:nvSpPr>
        <p:spPr>
          <a:xfrm>
            <a:off x="1885950" y="5448300"/>
            <a:ext cx="1219200" cy="285750"/>
          </a:xfrm>
          <a:prstGeom prst="roundRect">
            <a:avLst>
              <a:gd name="adj" fmla="val 40000"/>
            </a:avLst>
          </a:prstGeom>
          <a:solidFill>
            <a:srgbClr val="2563A8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Short Answers</a:t>
            </a: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DB0DD3DE-B391-4A16-A0E3-24D1A2BA8220}"/>
              </a:ext>
            </a:extLst>
          </p:cNvPr>
          <p:cNvSpPr>
            <a:spLocks noGrp="1"/>
          </p:cNvSpPr>
          <p:nvPr/>
        </p:nvSpPr>
        <p:spPr>
          <a:xfrm>
            <a:off x="3238500" y="5448300"/>
            <a:ext cx="514350" cy="285750"/>
          </a:xfrm>
          <a:prstGeom prst="roundRect">
            <a:avLst>
              <a:gd name="adj" fmla="val 40000"/>
            </a:avLst>
          </a:prstGeom>
          <a:solidFill>
            <a:srgbClr val="7C6A0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Q1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8E5DE2B8-87F9-4E55-8B5A-BC5C5F7CE18F}"/>
              </a:ext>
            </a:extLst>
          </p:cNvPr>
          <p:cNvSpPr>
            <a:spLocks noGrp="1"/>
          </p:cNvSpPr>
          <p:nvPr/>
        </p:nvSpPr>
        <p:spPr>
          <a:xfrm>
            <a:off x="10763250" y="5448300"/>
            <a:ext cx="666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pPr>
            <a:r>
              <a: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4 of 5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8F9F3EF5-968D-4108-A53F-05CC279B27AD}"/>
              </a:ext>
            </a:extLst>
          </p:cNvPr>
          <p:cNvSpPr>
            <a:spLocks noGrp="1"/>
          </p:cNvSpPr>
          <p:nvPr/>
        </p:nvSpPr>
        <p:spPr>
          <a:xfrm>
            <a:off x="762000" y="5829300"/>
            <a:ext cx="106489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 i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rPr sz="1200" b="0" i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Madura foot.</a:t>
            </a:r>
          </a:p>
        </p:txBody>
      </p:sp>
    </p:spTree>
    <p:extLst>
      <p:ext uri="{BB962C8B-B14F-4D97-AF65-F5344CB8AC3E}">
        <p14:creationId xmlns:p14="http://schemas.microsoft.com/office/powerpoint/2010/main" val="667256492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7E35DC58-D63C-41EB-AD32-633ADD26B7F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066800"/>
          </a:xfrm>
          <a:prstGeom prst="rect">
            <a:avLst/>
          </a:prstGeom>
          <a:solidFill>
            <a:srgbClr val="028090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0326ADF1-9A72-4257-A757-18D2ED350171}"/>
              </a:ext>
            </a:extLst>
          </p:cNvPr>
          <p:cNvSpPr>
            <a:spLocks noGrp="1"/>
          </p:cNvSpPr>
          <p:nvPr/>
        </p:nvSpPr>
        <p:spPr>
          <a:xfrm>
            <a:off x="457200" y="285750"/>
            <a:ext cx="533400" cy="533400"/>
          </a:xfrm>
          <a:prstGeom prst="ellipse">
            <a:avLst/>
          </a:prstGeom>
          <a:solidFill>
            <a:srgbClr val="00A896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B45D3E0-CC18-4298-86C0-3521E5D6B4E7}"/>
              </a:ext>
            </a:extLst>
          </p:cNvPr>
          <p:cNvSpPr>
            <a:spLocks noGrp="1"/>
          </p:cNvSpPr>
          <p:nvPr/>
        </p:nvSpPr>
        <p:spPr>
          <a:xfrm>
            <a:off x="457200" y="381000"/>
            <a:ext cx="5334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57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7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22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4D4F8DC-7436-4AA6-9A2B-861E4B99F813}"/>
              </a:ext>
            </a:extLst>
          </p:cNvPr>
          <p:cNvSpPr>
            <a:spLocks noGrp="1"/>
          </p:cNvSpPr>
          <p:nvPr/>
        </p:nvSpPr>
        <p:spPr>
          <a:xfrm>
            <a:off x="1219200" y="209550"/>
            <a:ext cx="8382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400" b="1" i="0">
                <a:solidFill>
                  <a:srgbClr val="FFFFFF"/>
                </a:solidFill>
                <a:latin typeface="Cambria"/>
                <a:ea typeface="Cambria"/>
                <a:cs typeface="Cambria"/>
              </a:defRPr>
            </a:pPr>
            <a:r>
              <a:rPr sz="2400" b="1" i="0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Madura foot / mycetoma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645D7F5-D639-4FF0-98E9-9E347A7CF497}"/>
              </a:ext>
            </a:extLst>
          </p:cNvPr>
          <p:cNvSpPr>
            <a:spLocks noGrp="1"/>
          </p:cNvSpPr>
          <p:nvPr/>
        </p:nvSpPr>
        <p:spPr>
          <a:xfrm>
            <a:off x="1219200" y="666750"/>
            <a:ext cx="8382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125" b="0" i="1">
                <a:solidFill>
                  <a:srgbClr val="E6F5F3"/>
                </a:solidFill>
                <a:latin typeface="Calibri"/>
                <a:ea typeface="Calibri"/>
                <a:cs typeface="Calibri"/>
              </a:defRPr>
            </a:pPr>
            <a:r>
              <a:rPr sz="1125" b="0" i="1">
                <a:solidFill>
                  <a:srgbClr val="E6F5F3"/>
                </a:solidFill>
                <a:latin typeface="Calibri"/>
                <a:ea typeface="Calibri"/>
                <a:cs typeface="Calibri"/>
              </a:rPr>
              <a:t>5 times asked | 3 Write Notes | 2 Short Answers | part 2 of 2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2E7022EF-FEF5-4432-9555-DA8CB3D74229}"/>
              </a:ext>
            </a:extLst>
          </p:cNvPr>
          <p:cNvSpPr>
            <a:spLocks noGrp="1"/>
          </p:cNvSpPr>
          <p:nvPr/>
        </p:nvSpPr>
        <p:spPr>
          <a:xfrm>
            <a:off x="9886950" y="381000"/>
            <a:ext cx="1714500" cy="285750"/>
          </a:xfrm>
          <a:prstGeom prst="roundRect">
            <a:avLst>
              <a:gd name="adj" fmla="val 40000"/>
            </a:avLst>
          </a:prstGeom>
          <a:solidFill>
            <a:srgbClr val="016B78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Rank 22/55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849469D-A825-4FCA-8726-C3D01E6C6A96}"/>
              </a:ext>
            </a:extLst>
          </p:cNvPr>
          <p:cNvSpPr>
            <a:spLocks noGrp="1"/>
          </p:cNvSpPr>
          <p:nvPr/>
        </p:nvSpPr>
        <p:spPr>
          <a:xfrm>
            <a:off x="552450" y="1200150"/>
            <a:ext cx="4000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1" i="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pPr>
            <a:r>
              <a:rPr sz="1275" b="1" i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Highlighted asked questions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5A8D7589-201C-4B9E-98DA-2C27C64A1C45}"/>
              </a:ext>
            </a:extLst>
          </p:cNvPr>
          <p:cNvSpPr>
            <a:spLocks noGrp="1"/>
          </p:cNvSpPr>
          <p:nvPr/>
        </p:nvSpPr>
        <p:spPr>
          <a:xfrm>
            <a:off x="552450" y="1562100"/>
            <a:ext cx="11087100" cy="1066800"/>
          </a:xfrm>
          <a:prstGeom prst="roundRect">
            <a:avLst>
              <a:gd name="adj" fmla="val 7143"/>
            </a:avLst>
          </a:prstGeom>
          <a:solidFill>
            <a:srgbClr val="FFF8D6"/>
          </a:solidFill>
          <a:ln w="9525">
            <a:solidFill>
              <a:srgbClr val="F2DF9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E7FA08C-BD7D-4EC9-B1C6-258E30AD1B08}"/>
              </a:ext>
            </a:extLst>
          </p:cNvPr>
          <p:cNvSpPr>
            <a:spLocks noGrp="1"/>
          </p:cNvSpPr>
          <p:nvPr/>
        </p:nvSpPr>
        <p:spPr>
          <a:xfrm>
            <a:off x="552450" y="1562100"/>
            <a:ext cx="76200" cy="1066800"/>
          </a:xfrm>
          <a:prstGeom prst="rect">
            <a:avLst/>
          </a:prstGeom>
          <a:solidFill>
            <a:srgbClr val="F6C343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BFFADB06-E45C-46B4-8026-C710CF1E6175}"/>
              </a:ext>
            </a:extLst>
          </p:cNvPr>
          <p:cNvSpPr>
            <a:spLocks noGrp="1"/>
          </p:cNvSpPr>
          <p:nvPr/>
        </p:nvSpPr>
        <p:spPr>
          <a:xfrm>
            <a:off x="762000" y="1733550"/>
            <a:ext cx="990600" cy="285750"/>
          </a:xfrm>
          <a:prstGeom prst="roundRect">
            <a:avLst>
              <a:gd name="adj" fmla="val 40000"/>
            </a:avLst>
          </a:prstGeom>
          <a:solidFill>
            <a:srgbClr val="02809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OCT 2025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DA1D3247-43CE-454B-8E93-A4953EB97E91}"/>
              </a:ext>
            </a:extLst>
          </p:cNvPr>
          <p:cNvSpPr>
            <a:spLocks noGrp="1"/>
          </p:cNvSpPr>
          <p:nvPr/>
        </p:nvSpPr>
        <p:spPr>
          <a:xfrm>
            <a:off x="1885950" y="1733550"/>
            <a:ext cx="1219200" cy="285750"/>
          </a:xfrm>
          <a:prstGeom prst="roundRect">
            <a:avLst>
              <a:gd name="adj" fmla="val 40000"/>
            </a:avLst>
          </a:prstGeom>
          <a:solidFill>
            <a:srgbClr val="02809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Write Notes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063509AE-61A1-4C40-9909-347EE9CED48C}"/>
              </a:ext>
            </a:extLst>
          </p:cNvPr>
          <p:cNvSpPr>
            <a:spLocks noGrp="1"/>
          </p:cNvSpPr>
          <p:nvPr/>
        </p:nvSpPr>
        <p:spPr>
          <a:xfrm>
            <a:off x="3238500" y="1733550"/>
            <a:ext cx="514350" cy="285750"/>
          </a:xfrm>
          <a:prstGeom prst="roundRect">
            <a:avLst>
              <a:gd name="adj" fmla="val 40000"/>
            </a:avLst>
          </a:prstGeom>
          <a:solidFill>
            <a:srgbClr val="7C6A0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Q6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A4E67F2-83DB-4AAC-8C8D-F8E8E0942383}"/>
              </a:ext>
            </a:extLst>
          </p:cNvPr>
          <p:cNvSpPr>
            <a:spLocks noGrp="1"/>
          </p:cNvSpPr>
          <p:nvPr/>
        </p:nvSpPr>
        <p:spPr>
          <a:xfrm>
            <a:off x="10763250" y="1733550"/>
            <a:ext cx="666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pPr>
            <a:r>
              <a: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5 of 5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69272C9-EEBF-44D0-B954-FE0FEEF2FCB5}"/>
              </a:ext>
            </a:extLst>
          </p:cNvPr>
          <p:cNvSpPr>
            <a:spLocks noGrp="1"/>
          </p:cNvSpPr>
          <p:nvPr/>
        </p:nvSpPr>
        <p:spPr>
          <a:xfrm>
            <a:off x="762000" y="2114550"/>
            <a:ext cx="106489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 i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rPr sz="1200" b="0" i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Madura foot - two drugs with indications.</a:t>
            </a:r>
          </a:p>
        </p:txBody>
      </p:sp>
    </p:spTree>
    <p:extLst>
      <p:ext uri="{BB962C8B-B14F-4D97-AF65-F5344CB8AC3E}">
        <p14:creationId xmlns:p14="http://schemas.microsoft.com/office/powerpoint/2010/main" val="1757865863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 35">
            <a:extLst>
              <a:ext uri="{FF2B5EF4-FFF2-40B4-BE49-F238E27FC236}">
                <a16:creationId xmlns:a16="http://schemas.microsoft.com/office/drawing/2014/main" id="{65BCEC97-FF54-42A1-B40C-D2AD4DD8AA5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066800"/>
          </a:xfrm>
          <a:prstGeom prst="rect">
            <a:avLst/>
          </a:prstGeom>
          <a:solidFill>
            <a:srgbClr val="028090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FBB58EF9-C0D8-45CA-A078-595B30EF214A}"/>
              </a:ext>
            </a:extLst>
          </p:cNvPr>
          <p:cNvSpPr>
            <a:spLocks noGrp="1"/>
          </p:cNvSpPr>
          <p:nvPr/>
        </p:nvSpPr>
        <p:spPr>
          <a:xfrm>
            <a:off x="457200" y="285750"/>
            <a:ext cx="533400" cy="533400"/>
          </a:xfrm>
          <a:prstGeom prst="ellipse">
            <a:avLst/>
          </a:prstGeom>
          <a:solidFill>
            <a:srgbClr val="00A896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B678049-7B8E-486A-BA7C-86591826750C}"/>
              </a:ext>
            </a:extLst>
          </p:cNvPr>
          <p:cNvSpPr>
            <a:spLocks noGrp="1"/>
          </p:cNvSpPr>
          <p:nvPr/>
        </p:nvSpPr>
        <p:spPr>
          <a:xfrm>
            <a:off x="457200" y="381000"/>
            <a:ext cx="5334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57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7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23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1480010-67E3-48F3-8107-34228A51236D}"/>
              </a:ext>
            </a:extLst>
          </p:cNvPr>
          <p:cNvSpPr>
            <a:spLocks noGrp="1"/>
          </p:cNvSpPr>
          <p:nvPr/>
        </p:nvSpPr>
        <p:spPr>
          <a:xfrm>
            <a:off x="1219200" y="209550"/>
            <a:ext cx="8382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400" b="1" i="0">
                <a:solidFill>
                  <a:srgbClr val="FFFFFF"/>
                </a:solidFill>
                <a:latin typeface="Cambria"/>
                <a:ea typeface="Cambria"/>
                <a:cs typeface="Cambria"/>
              </a:defRPr>
            </a:pPr>
            <a:r>
              <a:rPr sz="2400" b="1" i="0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Paronychia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6B3A6E5-C0AD-4E8E-AFF0-3B8244B52039}"/>
              </a:ext>
            </a:extLst>
          </p:cNvPr>
          <p:cNvSpPr>
            <a:spLocks noGrp="1"/>
          </p:cNvSpPr>
          <p:nvPr/>
        </p:nvSpPr>
        <p:spPr>
          <a:xfrm>
            <a:off x="1219200" y="666750"/>
            <a:ext cx="8382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125" b="0" i="1">
                <a:solidFill>
                  <a:srgbClr val="E6F5F3"/>
                </a:solidFill>
                <a:latin typeface="Calibri"/>
                <a:ea typeface="Calibri"/>
                <a:cs typeface="Calibri"/>
              </a:defRPr>
            </a:pPr>
            <a:r>
              <a:rPr sz="1125" b="0" i="1">
                <a:solidFill>
                  <a:srgbClr val="E6F5F3"/>
                </a:solidFill>
                <a:latin typeface="Calibri"/>
                <a:ea typeface="Calibri"/>
                <a:cs typeface="Calibri"/>
              </a:rPr>
              <a:t>5 times asked | 1 Write Notes | 4 Short Answers | part 1 of 2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8BC478F5-82B6-4065-AB14-3644FFA4C54B}"/>
              </a:ext>
            </a:extLst>
          </p:cNvPr>
          <p:cNvSpPr>
            <a:spLocks noGrp="1"/>
          </p:cNvSpPr>
          <p:nvPr/>
        </p:nvSpPr>
        <p:spPr>
          <a:xfrm>
            <a:off x="9886950" y="381000"/>
            <a:ext cx="1714500" cy="285750"/>
          </a:xfrm>
          <a:prstGeom prst="roundRect">
            <a:avLst>
              <a:gd name="adj" fmla="val 40000"/>
            </a:avLst>
          </a:prstGeom>
          <a:solidFill>
            <a:srgbClr val="016B78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Rank 23/55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7CC4726-B827-4CB5-B25D-249E77FE2A4D}"/>
              </a:ext>
            </a:extLst>
          </p:cNvPr>
          <p:cNvSpPr>
            <a:spLocks noGrp="1"/>
          </p:cNvSpPr>
          <p:nvPr/>
        </p:nvSpPr>
        <p:spPr>
          <a:xfrm>
            <a:off x="552450" y="1200150"/>
            <a:ext cx="4000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1" i="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pPr>
            <a:r>
              <a:rPr sz="1275" b="1" i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Highlighted asked questions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6A9B19B7-AA77-4E89-ADF6-990D427BE1DB}"/>
              </a:ext>
            </a:extLst>
          </p:cNvPr>
          <p:cNvSpPr>
            <a:spLocks noGrp="1"/>
          </p:cNvSpPr>
          <p:nvPr/>
        </p:nvSpPr>
        <p:spPr>
          <a:xfrm>
            <a:off x="552450" y="1562100"/>
            <a:ext cx="11087100" cy="1066800"/>
          </a:xfrm>
          <a:prstGeom prst="roundRect">
            <a:avLst>
              <a:gd name="adj" fmla="val 7143"/>
            </a:avLst>
          </a:prstGeom>
          <a:solidFill>
            <a:srgbClr val="FFF8D6"/>
          </a:solidFill>
          <a:ln w="9525">
            <a:solidFill>
              <a:srgbClr val="F2DF9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C8B7406-E4E1-40E3-A85C-F226048FBB09}"/>
              </a:ext>
            </a:extLst>
          </p:cNvPr>
          <p:cNvSpPr>
            <a:spLocks noGrp="1"/>
          </p:cNvSpPr>
          <p:nvPr/>
        </p:nvSpPr>
        <p:spPr>
          <a:xfrm>
            <a:off x="552450" y="1562100"/>
            <a:ext cx="76200" cy="1066800"/>
          </a:xfrm>
          <a:prstGeom prst="rect">
            <a:avLst/>
          </a:prstGeom>
          <a:solidFill>
            <a:srgbClr val="F6C343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7000A0FC-C310-4DB1-9035-744B0F09E7EE}"/>
              </a:ext>
            </a:extLst>
          </p:cNvPr>
          <p:cNvSpPr>
            <a:spLocks noGrp="1"/>
          </p:cNvSpPr>
          <p:nvPr/>
        </p:nvSpPr>
        <p:spPr>
          <a:xfrm>
            <a:off x="762000" y="1733550"/>
            <a:ext cx="990600" cy="285750"/>
          </a:xfrm>
          <a:prstGeom prst="roundRect">
            <a:avLst>
              <a:gd name="adj" fmla="val 40000"/>
            </a:avLst>
          </a:prstGeom>
          <a:solidFill>
            <a:srgbClr val="02809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MAY 2019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986CDFC6-9EE7-4895-AE83-A89BD6DC8081}"/>
              </a:ext>
            </a:extLst>
          </p:cNvPr>
          <p:cNvSpPr>
            <a:spLocks noGrp="1"/>
          </p:cNvSpPr>
          <p:nvPr/>
        </p:nvSpPr>
        <p:spPr>
          <a:xfrm>
            <a:off x="1885950" y="1733550"/>
            <a:ext cx="1219200" cy="285750"/>
          </a:xfrm>
          <a:prstGeom prst="roundRect">
            <a:avLst>
              <a:gd name="adj" fmla="val 40000"/>
            </a:avLst>
          </a:prstGeom>
          <a:solidFill>
            <a:srgbClr val="2563A8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Short Answers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23C41E3E-9E31-47A2-9488-5A58F371A347}"/>
              </a:ext>
            </a:extLst>
          </p:cNvPr>
          <p:cNvSpPr>
            <a:spLocks noGrp="1"/>
          </p:cNvSpPr>
          <p:nvPr/>
        </p:nvSpPr>
        <p:spPr>
          <a:xfrm>
            <a:off x="3238500" y="1733550"/>
            <a:ext cx="514350" cy="285750"/>
          </a:xfrm>
          <a:prstGeom prst="roundRect">
            <a:avLst>
              <a:gd name="adj" fmla="val 40000"/>
            </a:avLst>
          </a:prstGeom>
          <a:solidFill>
            <a:srgbClr val="7C6A0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Q3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888B075-999B-4755-8F08-3E87A029BAA2}"/>
              </a:ext>
            </a:extLst>
          </p:cNvPr>
          <p:cNvSpPr>
            <a:spLocks noGrp="1"/>
          </p:cNvSpPr>
          <p:nvPr/>
        </p:nvSpPr>
        <p:spPr>
          <a:xfrm>
            <a:off x="10763250" y="1733550"/>
            <a:ext cx="666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pPr>
            <a:r>
              <a: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1 of 5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E2A2108-686D-4C23-9EDB-5FA44F920F69}"/>
              </a:ext>
            </a:extLst>
          </p:cNvPr>
          <p:cNvSpPr>
            <a:spLocks noGrp="1"/>
          </p:cNvSpPr>
          <p:nvPr/>
        </p:nvSpPr>
        <p:spPr>
          <a:xfrm>
            <a:off x="762000" y="2114550"/>
            <a:ext cx="106489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 i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rPr sz="1200" b="0" i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Acute Paronychia.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F271213F-0750-4E24-A60B-CF378DF0862A}"/>
              </a:ext>
            </a:extLst>
          </p:cNvPr>
          <p:cNvSpPr>
            <a:spLocks noGrp="1"/>
          </p:cNvSpPr>
          <p:nvPr/>
        </p:nvSpPr>
        <p:spPr>
          <a:xfrm>
            <a:off x="552450" y="2800350"/>
            <a:ext cx="11087100" cy="1066800"/>
          </a:xfrm>
          <a:prstGeom prst="roundRect">
            <a:avLst>
              <a:gd name="adj" fmla="val 7143"/>
            </a:avLst>
          </a:prstGeom>
          <a:solidFill>
            <a:srgbClr val="FFF8D6"/>
          </a:solidFill>
          <a:ln w="9525">
            <a:solidFill>
              <a:srgbClr val="F2DF9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06A0ACB-272E-46EC-B869-B4CEE180D165}"/>
              </a:ext>
            </a:extLst>
          </p:cNvPr>
          <p:cNvSpPr>
            <a:spLocks noGrp="1"/>
          </p:cNvSpPr>
          <p:nvPr/>
        </p:nvSpPr>
        <p:spPr>
          <a:xfrm>
            <a:off x="552450" y="2800350"/>
            <a:ext cx="76200" cy="1066800"/>
          </a:xfrm>
          <a:prstGeom prst="rect">
            <a:avLst/>
          </a:prstGeom>
          <a:solidFill>
            <a:srgbClr val="F6C343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C3D85A63-0904-4038-96D5-6A67BB05E725}"/>
              </a:ext>
            </a:extLst>
          </p:cNvPr>
          <p:cNvSpPr>
            <a:spLocks noGrp="1"/>
          </p:cNvSpPr>
          <p:nvPr/>
        </p:nvSpPr>
        <p:spPr>
          <a:xfrm>
            <a:off x="762000" y="2971800"/>
            <a:ext cx="990600" cy="285750"/>
          </a:xfrm>
          <a:prstGeom prst="roundRect">
            <a:avLst>
              <a:gd name="adj" fmla="val 40000"/>
            </a:avLst>
          </a:prstGeom>
          <a:solidFill>
            <a:srgbClr val="02809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OCT 2019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7FFFB42A-78C0-4199-806C-2F7E375A70C7}"/>
              </a:ext>
            </a:extLst>
          </p:cNvPr>
          <p:cNvSpPr>
            <a:spLocks noGrp="1"/>
          </p:cNvSpPr>
          <p:nvPr/>
        </p:nvSpPr>
        <p:spPr>
          <a:xfrm>
            <a:off x="1885950" y="2971800"/>
            <a:ext cx="1219200" cy="285750"/>
          </a:xfrm>
          <a:prstGeom prst="roundRect">
            <a:avLst>
              <a:gd name="adj" fmla="val 40000"/>
            </a:avLst>
          </a:prstGeom>
          <a:solidFill>
            <a:srgbClr val="2563A8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Short Answers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AA546643-8201-4393-9D5A-A6298EBA58A3}"/>
              </a:ext>
            </a:extLst>
          </p:cNvPr>
          <p:cNvSpPr>
            <a:spLocks noGrp="1"/>
          </p:cNvSpPr>
          <p:nvPr/>
        </p:nvSpPr>
        <p:spPr>
          <a:xfrm>
            <a:off x="3238500" y="2971800"/>
            <a:ext cx="514350" cy="285750"/>
          </a:xfrm>
          <a:prstGeom prst="roundRect">
            <a:avLst>
              <a:gd name="adj" fmla="val 40000"/>
            </a:avLst>
          </a:prstGeom>
          <a:solidFill>
            <a:srgbClr val="7C6A0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Q5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5BE6198-D80F-452F-8A71-FAE6D6A82BCA}"/>
              </a:ext>
            </a:extLst>
          </p:cNvPr>
          <p:cNvSpPr>
            <a:spLocks noGrp="1"/>
          </p:cNvSpPr>
          <p:nvPr/>
        </p:nvSpPr>
        <p:spPr>
          <a:xfrm>
            <a:off x="10763250" y="2971800"/>
            <a:ext cx="666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pPr>
            <a:r>
              <a: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2 of 5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66A2B23-03D9-45A5-8F8A-C565F9004E26}"/>
              </a:ext>
            </a:extLst>
          </p:cNvPr>
          <p:cNvSpPr>
            <a:spLocks noGrp="1"/>
          </p:cNvSpPr>
          <p:nvPr/>
        </p:nvSpPr>
        <p:spPr>
          <a:xfrm>
            <a:off x="762000" y="3352800"/>
            <a:ext cx="106489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 i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rPr sz="1200" b="0" i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Acute Paronychia.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23E71596-4932-4A18-A332-C76A9A3EBE6C}"/>
              </a:ext>
            </a:extLst>
          </p:cNvPr>
          <p:cNvSpPr>
            <a:spLocks noGrp="1"/>
          </p:cNvSpPr>
          <p:nvPr/>
        </p:nvSpPr>
        <p:spPr>
          <a:xfrm>
            <a:off x="552450" y="4038600"/>
            <a:ext cx="11087100" cy="1066800"/>
          </a:xfrm>
          <a:prstGeom prst="roundRect">
            <a:avLst>
              <a:gd name="adj" fmla="val 7143"/>
            </a:avLst>
          </a:prstGeom>
          <a:solidFill>
            <a:srgbClr val="FFF8D6"/>
          </a:solidFill>
          <a:ln w="9525">
            <a:solidFill>
              <a:srgbClr val="F2DF9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8548A1E-70FE-45F9-801F-639D59EC33AE}"/>
              </a:ext>
            </a:extLst>
          </p:cNvPr>
          <p:cNvSpPr>
            <a:spLocks noGrp="1"/>
          </p:cNvSpPr>
          <p:nvPr/>
        </p:nvSpPr>
        <p:spPr>
          <a:xfrm>
            <a:off x="552450" y="4038600"/>
            <a:ext cx="76200" cy="1066800"/>
          </a:xfrm>
          <a:prstGeom prst="rect">
            <a:avLst/>
          </a:prstGeom>
          <a:solidFill>
            <a:srgbClr val="F6C343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E8968D89-5039-41EA-8988-8568277D8595}"/>
              </a:ext>
            </a:extLst>
          </p:cNvPr>
          <p:cNvSpPr>
            <a:spLocks noGrp="1"/>
          </p:cNvSpPr>
          <p:nvPr/>
        </p:nvSpPr>
        <p:spPr>
          <a:xfrm>
            <a:off x="762000" y="4210050"/>
            <a:ext cx="990600" cy="285750"/>
          </a:xfrm>
          <a:prstGeom prst="roundRect">
            <a:avLst>
              <a:gd name="adj" fmla="val 40000"/>
            </a:avLst>
          </a:prstGeom>
          <a:solidFill>
            <a:srgbClr val="02809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OCT 2022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88E96F96-CAD0-4176-8672-EA9125FFA400}"/>
              </a:ext>
            </a:extLst>
          </p:cNvPr>
          <p:cNvSpPr>
            <a:spLocks noGrp="1"/>
          </p:cNvSpPr>
          <p:nvPr/>
        </p:nvSpPr>
        <p:spPr>
          <a:xfrm>
            <a:off x="1885950" y="4210050"/>
            <a:ext cx="1219200" cy="285750"/>
          </a:xfrm>
          <a:prstGeom prst="roundRect">
            <a:avLst>
              <a:gd name="adj" fmla="val 40000"/>
            </a:avLst>
          </a:prstGeom>
          <a:solidFill>
            <a:srgbClr val="02809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Write Notes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B5E5A018-2E6B-4242-BC10-CC177F07FF88}"/>
              </a:ext>
            </a:extLst>
          </p:cNvPr>
          <p:cNvSpPr>
            <a:spLocks noGrp="1"/>
          </p:cNvSpPr>
          <p:nvPr/>
        </p:nvSpPr>
        <p:spPr>
          <a:xfrm>
            <a:off x="3238500" y="4210050"/>
            <a:ext cx="514350" cy="285750"/>
          </a:xfrm>
          <a:prstGeom prst="roundRect">
            <a:avLst>
              <a:gd name="adj" fmla="val 40000"/>
            </a:avLst>
          </a:prstGeom>
          <a:solidFill>
            <a:srgbClr val="7C6A0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Q1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1BC6A3E1-52D9-4CC2-98AB-EEE20F9758D0}"/>
              </a:ext>
            </a:extLst>
          </p:cNvPr>
          <p:cNvSpPr>
            <a:spLocks noGrp="1"/>
          </p:cNvSpPr>
          <p:nvPr/>
        </p:nvSpPr>
        <p:spPr>
          <a:xfrm>
            <a:off x="10763250" y="4210050"/>
            <a:ext cx="666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pPr>
            <a:r>
              <a: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3 of 5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0B67680E-77F8-4180-AF3A-FF0F04C59923}"/>
              </a:ext>
            </a:extLst>
          </p:cNvPr>
          <p:cNvSpPr>
            <a:spLocks noGrp="1"/>
          </p:cNvSpPr>
          <p:nvPr/>
        </p:nvSpPr>
        <p:spPr>
          <a:xfrm>
            <a:off x="762000" y="4591050"/>
            <a:ext cx="106489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 i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rPr sz="1200" b="0" i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Define Chronic Paronychia, write two drugs with indication.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B1C8ABC0-D8CC-41E6-8E7E-C8354BF149D8}"/>
              </a:ext>
            </a:extLst>
          </p:cNvPr>
          <p:cNvSpPr>
            <a:spLocks noGrp="1"/>
          </p:cNvSpPr>
          <p:nvPr/>
        </p:nvSpPr>
        <p:spPr>
          <a:xfrm>
            <a:off x="552450" y="5276850"/>
            <a:ext cx="11087100" cy="1066800"/>
          </a:xfrm>
          <a:prstGeom prst="roundRect">
            <a:avLst>
              <a:gd name="adj" fmla="val 7143"/>
            </a:avLst>
          </a:prstGeom>
          <a:solidFill>
            <a:srgbClr val="FFF8D6"/>
          </a:solidFill>
          <a:ln w="9525">
            <a:solidFill>
              <a:srgbClr val="F2DF9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E12B67D0-6A7E-4D86-925F-959B54584CCE}"/>
              </a:ext>
            </a:extLst>
          </p:cNvPr>
          <p:cNvSpPr>
            <a:spLocks noGrp="1"/>
          </p:cNvSpPr>
          <p:nvPr/>
        </p:nvSpPr>
        <p:spPr>
          <a:xfrm>
            <a:off x="552450" y="5276850"/>
            <a:ext cx="76200" cy="1066800"/>
          </a:xfrm>
          <a:prstGeom prst="rect">
            <a:avLst/>
          </a:prstGeom>
          <a:solidFill>
            <a:srgbClr val="F6C343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0F15A99D-D441-4C09-902E-D181A200A7E6}"/>
              </a:ext>
            </a:extLst>
          </p:cNvPr>
          <p:cNvSpPr>
            <a:spLocks noGrp="1"/>
          </p:cNvSpPr>
          <p:nvPr/>
        </p:nvSpPr>
        <p:spPr>
          <a:xfrm>
            <a:off x="762000" y="5448300"/>
            <a:ext cx="990600" cy="285750"/>
          </a:xfrm>
          <a:prstGeom prst="roundRect">
            <a:avLst>
              <a:gd name="adj" fmla="val 40000"/>
            </a:avLst>
          </a:prstGeom>
          <a:solidFill>
            <a:srgbClr val="02809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MAR 2025</a:t>
            </a: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B7CADB8F-6BEE-40D9-B5AD-88F65E4F1D05}"/>
              </a:ext>
            </a:extLst>
          </p:cNvPr>
          <p:cNvSpPr>
            <a:spLocks noGrp="1"/>
          </p:cNvSpPr>
          <p:nvPr/>
        </p:nvSpPr>
        <p:spPr>
          <a:xfrm>
            <a:off x="1885950" y="5448300"/>
            <a:ext cx="1219200" cy="285750"/>
          </a:xfrm>
          <a:prstGeom prst="roundRect">
            <a:avLst>
              <a:gd name="adj" fmla="val 40000"/>
            </a:avLst>
          </a:prstGeom>
          <a:solidFill>
            <a:srgbClr val="2563A8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Short Answers</a:t>
            </a: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601576D5-7A36-4F8F-AE39-F1CEBCC04EF4}"/>
              </a:ext>
            </a:extLst>
          </p:cNvPr>
          <p:cNvSpPr>
            <a:spLocks noGrp="1"/>
          </p:cNvSpPr>
          <p:nvPr/>
        </p:nvSpPr>
        <p:spPr>
          <a:xfrm>
            <a:off x="3238500" y="5448300"/>
            <a:ext cx="514350" cy="285750"/>
          </a:xfrm>
          <a:prstGeom prst="roundRect">
            <a:avLst>
              <a:gd name="adj" fmla="val 40000"/>
            </a:avLst>
          </a:prstGeom>
          <a:solidFill>
            <a:srgbClr val="7C6A0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Q10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2243B742-35DC-4DEC-8E8D-842E9D1F2F73}"/>
              </a:ext>
            </a:extLst>
          </p:cNvPr>
          <p:cNvSpPr>
            <a:spLocks noGrp="1"/>
          </p:cNvSpPr>
          <p:nvPr/>
        </p:nvSpPr>
        <p:spPr>
          <a:xfrm>
            <a:off x="10763250" y="5448300"/>
            <a:ext cx="666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pPr>
            <a:r>
              <a: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4 of 5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E73B543C-0739-4DB5-A346-15DF54F3CDED}"/>
              </a:ext>
            </a:extLst>
          </p:cNvPr>
          <p:cNvSpPr>
            <a:spLocks noGrp="1"/>
          </p:cNvSpPr>
          <p:nvPr/>
        </p:nvSpPr>
        <p:spPr>
          <a:xfrm>
            <a:off x="762000" y="5829300"/>
            <a:ext cx="106489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 i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rPr sz="1200" b="0" i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Acute paronychia - two drugs.</a:t>
            </a:r>
          </a:p>
        </p:txBody>
      </p:sp>
    </p:spTree>
    <p:extLst>
      <p:ext uri="{BB962C8B-B14F-4D97-AF65-F5344CB8AC3E}">
        <p14:creationId xmlns:p14="http://schemas.microsoft.com/office/powerpoint/2010/main" val="1152000534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D54EDEE3-45E1-45CA-B51C-EED24C80719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066800"/>
          </a:xfrm>
          <a:prstGeom prst="rect">
            <a:avLst/>
          </a:prstGeom>
          <a:solidFill>
            <a:srgbClr val="028090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C4ED45EB-FBA2-49BF-B2A2-D716FE1AE06B}"/>
              </a:ext>
            </a:extLst>
          </p:cNvPr>
          <p:cNvSpPr>
            <a:spLocks noGrp="1"/>
          </p:cNvSpPr>
          <p:nvPr/>
        </p:nvSpPr>
        <p:spPr>
          <a:xfrm>
            <a:off x="457200" y="285750"/>
            <a:ext cx="533400" cy="533400"/>
          </a:xfrm>
          <a:prstGeom prst="ellipse">
            <a:avLst/>
          </a:prstGeom>
          <a:solidFill>
            <a:srgbClr val="00A896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98CA5B3-C8E9-49CA-BBEF-21EEC8364C46}"/>
              </a:ext>
            </a:extLst>
          </p:cNvPr>
          <p:cNvSpPr>
            <a:spLocks noGrp="1"/>
          </p:cNvSpPr>
          <p:nvPr/>
        </p:nvSpPr>
        <p:spPr>
          <a:xfrm>
            <a:off x="457200" y="381000"/>
            <a:ext cx="5334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57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7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23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BB93ACA-6362-4DF6-9DA1-1B6486C2C3AF}"/>
              </a:ext>
            </a:extLst>
          </p:cNvPr>
          <p:cNvSpPr>
            <a:spLocks noGrp="1"/>
          </p:cNvSpPr>
          <p:nvPr/>
        </p:nvSpPr>
        <p:spPr>
          <a:xfrm>
            <a:off x="1219200" y="209550"/>
            <a:ext cx="8382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400" b="1" i="0">
                <a:solidFill>
                  <a:srgbClr val="FFFFFF"/>
                </a:solidFill>
                <a:latin typeface="Cambria"/>
                <a:ea typeface="Cambria"/>
                <a:cs typeface="Cambria"/>
              </a:defRPr>
            </a:pPr>
            <a:r>
              <a:rPr sz="2400" b="1" i="0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Paronychia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F651434-DBFA-47AB-AE26-E5DCA663648B}"/>
              </a:ext>
            </a:extLst>
          </p:cNvPr>
          <p:cNvSpPr>
            <a:spLocks noGrp="1"/>
          </p:cNvSpPr>
          <p:nvPr/>
        </p:nvSpPr>
        <p:spPr>
          <a:xfrm>
            <a:off x="1219200" y="666750"/>
            <a:ext cx="8382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125" b="0" i="1">
                <a:solidFill>
                  <a:srgbClr val="E6F5F3"/>
                </a:solidFill>
                <a:latin typeface="Calibri"/>
                <a:ea typeface="Calibri"/>
                <a:cs typeface="Calibri"/>
              </a:defRPr>
            </a:pPr>
            <a:r>
              <a:rPr sz="1125" b="0" i="1">
                <a:solidFill>
                  <a:srgbClr val="E6F5F3"/>
                </a:solidFill>
                <a:latin typeface="Calibri"/>
                <a:ea typeface="Calibri"/>
                <a:cs typeface="Calibri"/>
              </a:rPr>
              <a:t>5 times asked | 1 Write Notes | 4 Short Answers | part 2 of 2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A657722A-69DC-4238-BCB6-75C3E17D44B4}"/>
              </a:ext>
            </a:extLst>
          </p:cNvPr>
          <p:cNvSpPr>
            <a:spLocks noGrp="1"/>
          </p:cNvSpPr>
          <p:nvPr/>
        </p:nvSpPr>
        <p:spPr>
          <a:xfrm>
            <a:off x="9886950" y="381000"/>
            <a:ext cx="1714500" cy="285750"/>
          </a:xfrm>
          <a:prstGeom prst="roundRect">
            <a:avLst>
              <a:gd name="adj" fmla="val 40000"/>
            </a:avLst>
          </a:prstGeom>
          <a:solidFill>
            <a:srgbClr val="016B78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Rank 23/55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E9E057B-FB5D-4B79-8176-9F37D00F307D}"/>
              </a:ext>
            </a:extLst>
          </p:cNvPr>
          <p:cNvSpPr>
            <a:spLocks noGrp="1"/>
          </p:cNvSpPr>
          <p:nvPr/>
        </p:nvSpPr>
        <p:spPr>
          <a:xfrm>
            <a:off x="552450" y="1200150"/>
            <a:ext cx="4000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1" i="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pPr>
            <a:r>
              <a:rPr sz="1275" b="1" i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Highlighted asked questions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0998D6FE-EB24-4FE5-985D-EB213055C37A}"/>
              </a:ext>
            </a:extLst>
          </p:cNvPr>
          <p:cNvSpPr>
            <a:spLocks noGrp="1"/>
          </p:cNvSpPr>
          <p:nvPr/>
        </p:nvSpPr>
        <p:spPr>
          <a:xfrm>
            <a:off x="552450" y="1562100"/>
            <a:ext cx="11087100" cy="1066800"/>
          </a:xfrm>
          <a:prstGeom prst="roundRect">
            <a:avLst>
              <a:gd name="adj" fmla="val 7143"/>
            </a:avLst>
          </a:prstGeom>
          <a:solidFill>
            <a:srgbClr val="FFF8D6"/>
          </a:solidFill>
          <a:ln w="9525">
            <a:solidFill>
              <a:srgbClr val="F2DF9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81EBF23-A6DA-49AA-AB4E-744B89E48BF3}"/>
              </a:ext>
            </a:extLst>
          </p:cNvPr>
          <p:cNvSpPr>
            <a:spLocks noGrp="1"/>
          </p:cNvSpPr>
          <p:nvPr/>
        </p:nvSpPr>
        <p:spPr>
          <a:xfrm>
            <a:off x="552450" y="1562100"/>
            <a:ext cx="76200" cy="1066800"/>
          </a:xfrm>
          <a:prstGeom prst="rect">
            <a:avLst/>
          </a:prstGeom>
          <a:solidFill>
            <a:srgbClr val="F6C343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3BE7293F-E14F-4288-9321-E709E4E909D6}"/>
              </a:ext>
            </a:extLst>
          </p:cNvPr>
          <p:cNvSpPr>
            <a:spLocks noGrp="1"/>
          </p:cNvSpPr>
          <p:nvPr/>
        </p:nvSpPr>
        <p:spPr>
          <a:xfrm>
            <a:off x="762000" y="1733550"/>
            <a:ext cx="990600" cy="285750"/>
          </a:xfrm>
          <a:prstGeom prst="roundRect">
            <a:avLst>
              <a:gd name="adj" fmla="val 40000"/>
            </a:avLst>
          </a:prstGeom>
          <a:solidFill>
            <a:srgbClr val="02809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AUG 2025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047CE816-47B6-4749-B7FB-F4E4D395416D}"/>
              </a:ext>
            </a:extLst>
          </p:cNvPr>
          <p:cNvSpPr>
            <a:spLocks noGrp="1"/>
          </p:cNvSpPr>
          <p:nvPr/>
        </p:nvSpPr>
        <p:spPr>
          <a:xfrm>
            <a:off x="1885950" y="1733550"/>
            <a:ext cx="1219200" cy="285750"/>
          </a:xfrm>
          <a:prstGeom prst="roundRect">
            <a:avLst>
              <a:gd name="adj" fmla="val 40000"/>
            </a:avLst>
          </a:prstGeom>
          <a:solidFill>
            <a:srgbClr val="2563A8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Short Answers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D42D4C57-5396-438E-A85C-A402F155AAE1}"/>
              </a:ext>
            </a:extLst>
          </p:cNvPr>
          <p:cNvSpPr>
            <a:spLocks noGrp="1"/>
          </p:cNvSpPr>
          <p:nvPr/>
        </p:nvSpPr>
        <p:spPr>
          <a:xfrm>
            <a:off x="3238500" y="1733550"/>
            <a:ext cx="514350" cy="285750"/>
          </a:xfrm>
          <a:prstGeom prst="roundRect">
            <a:avLst>
              <a:gd name="adj" fmla="val 40000"/>
            </a:avLst>
          </a:prstGeom>
          <a:solidFill>
            <a:srgbClr val="7C6A0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Q4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C81E03F-A7DB-404B-9C9C-5D0CB967ACBC}"/>
              </a:ext>
            </a:extLst>
          </p:cNvPr>
          <p:cNvSpPr>
            <a:spLocks noGrp="1"/>
          </p:cNvSpPr>
          <p:nvPr/>
        </p:nvSpPr>
        <p:spPr>
          <a:xfrm>
            <a:off x="10763250" y="1733550"/>
            <a:ext cx="666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pPr>
            <a:r>
              <a: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5 of 5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7BD1EC9-7874-4FDE-9D92-3A6300306C9A}"/>
              </a:ext>
            </a:extLst>
          </p:cNvPr>
          <p:cNvSpPr>
            <a:spLocks noGrp="1"/>
          </p:cNvSpPr>
          <p:nvPr/>
        </p:nvSpPr>
        <p:spPr>
          <a:xfrm>
            <a:off x="762000" y="2114550"/>
            <a:ext cx="106489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 i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rPr sz="1200" b="0" i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Acute paronychia - write two drugs.</a:t>
            </a:r>
          </a:p>
        </p:txBody>
      </p:sp>
    </p:spTree>
    <p:extLst>
      <p:ext uri="{BB962C8B-B14F-4D97-AF65-F5344CB8AC3E}">
        <p14:creationId xmlns:p14="http://schemas.microsoft.com/office/powerpoint/2010/main" val="827616058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 35">
            <a:extLst>
              <a:ext uri="{FF2B5EF4-FFF2-40B4-BE49-F238E27FC236}">
                <a16:creationId xmlns:a16="http://schemas.microsoft.com/office/drawing/2014/main" id="{428526B1-E4FC-4401-BE20-146560F6150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066800"/>
          </a:xfrm>
          <a:prstGeom prst="rect">
            <a:avLst/>
          </a:prstGeom>
          <a:solidFill>
            <a:srgbClr val="028090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9677D5BB-5298-42EB-90A0-6ADF0FB5034E}"/>
              </a:ext>
            </a:extLst>
          </p:cNvPr>
          <p:cNvSpPr>
            <a:spLocks noGrp="1"/>
          </p:cNvSpPr>
          <p:nvPr/>
        </p:nvSpPr>
        <p:spPr>
          <a:xfrm>
            <a:off x="457200" y="285750"/>
            <a:ext cx="533400" cy="533400"/>
          </a:xfrm>
          <a:prstGeom prst="ellipse">
            <a:avLst/>
          </a:prstGeom>
          <a:solidFill>
            <a:srgbClr val="00A896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EB1D19D-3FBB-4DC6-84B2-46C840C51695}"/>
              </a:ext>
            </a:extLst>
          </p:cNvPr>
          <p:cNvSpPr>
            <a:spLocks noGrp="1"/>
          </p:cNvSpPr>
          <p:nvPr/>
        </p:nvSpPr>
        <p:spPr>
          <a:xfrm>
            <a:off x="457200" y="381000"/>
            <a:ext cx="5334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57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7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24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C8133CA-33BA-43FA-8EFF-9052F7B95E54}"/>
              </a:ext>
            </a:extLst>
          </p:cNvPr>
          <p:cNvSpPr>
            <a:spLocks noGrp="1"/>
          </p:cNvSpPr>
          <p:nvPr/>
        </p:nvSpPr>
        <p:spPr>
          <a:xfrm>
            <a:off x="1219200" y="209550"/>
            <a:ext cx="8382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400" b="1" i="0">
                <a:solidFill>
                  <a:srgbClr val="FFFFFF"/>
                </a:solidFill>
                <a:latin typeface="Cambria"/>
                <a:ea typeface="Cambria"/>
                <a:cs typeface="Cambria"/>
              </a:defRPr>
            </a:pPr>
            <a:r>
              <a:rPr sz="2400" b="1" i="0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Shock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E8021E2-283B-4877-8604-8713B173E66C}"/>
              </a:ext>
            </a:extLst>
          </p:cNvPr>
          <p:cNvSpPr>
            <a:spLocks noGrp="1"/>
          </p:cNvSpPr>
          <p:nvPr/>
        </p:nvSpPr>
        <p:spPr>
          <a:xfrm>
            <a:off x="1219200" y="666750"/>
            <a:ext cx="8382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125" b="0" i="1">
                <a:solidFill>
                  <a:srgbClr val="E6F5F3"/>
                </a:solidFill>
                <a:latin typeface="Calibri"/>
                <a:ea typeface="Calibri"/>
                <a:cs typeface="Calibri"/>
              </a:defRPr>
            </a:pPr>
            <a:r>
              <a:rPr sz="1125" b="0" i="1">
                <a:solidFill>
                  <a:srgbClr val="E6F5F3"/>
                </a:solidFill>
                <a:latin typeface="Calibri"/>
                <a:ea typeface="Calibri"/>
                <a:cs typeface="Calibri"/>
              </a:rPr>
              <a:t>5 times asked | 3 Write Notes | 2 Short Answers | part 1 of 2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793D1BEC-38E9-4282-A0F9-2F75DF30304B}"/>
              </a:ext>
            </a:extLst>
          </p:cNvPr>
          <p:cNvSpPr>
            <a:spLocks noGrp="1"/>
          </p:cNvSpPr>
          <p:nvPr/>
        </p:nvSpPr>
        <p:spPr>
          <a:xfrm>
            <a:off x="9886950" y="381000"/>
            <a:ext cx="1714500" cy="285750"/>
          </a:xfrm>
          <a:prstGeom prst="roundRect">
            <a:avLst>
              <a:gd name="adj" fmla="val 40000"/>
            </a:avLst>
          </a:prstGeom>
          <a:solidFill>
            <a:srgbClr val="016B78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Rank 24/55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BDFDC64-2534-4D27-BFC9-75764EE19E77}"/>
              </a:ext>
            </a:extLst>
          </p:cNvPr>
          <p:cNvSpPr>
            <a:spLocks noGrp="1"/>
          </p:cNvSpPr>
          <p:nvPr/>
        </p:nvSpPr>
        <p:spPr>
          <a:xfrm>
            <a:off x="552450" y="1200150"/>
            <a:ext cx="4000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1" i="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pPr>
            <a:r>
              <a:rPr sz="1275" b="1" i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Highlighted asked questions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37F90331-66F2-4F52-9EFC-AC013676013D}"/>
              </a:ext>
            </a:extLst>
          </p:cNvPr>
          <p:cNvSpPr>
            <a:spLocks noGrp="1"/>
          </p:cNvSpPr>
          <p:nvPr/>
        </p:nvSpPr>
        <p:spPr>
          <a:xfrm>
            <a:off x="552450" y="1562100"/>
            <a:ext cx="11087100" cy="1066800"/>
          </a:xfrm>
          <a:prstGeom prst="roundRect">
            <a:avLst>
              <a:gd name="adj" fmla="val 7143"/>
            </a:avLst>
          </a:prstGeom>
          <a:solidFill>
            <a:srgbClr val="FFF8D6"/>
          </a:solidFill>
          <a:ln w="9525">
            <a:solidFill>
              <a:srgbClr val="F2DF9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ECD647D-1F0A-4946-B99F-FE24032C5259}"/>
              </a:ext>
            </a:extLst>
          </p:cNvPr>
          <p:cNvSpPr>
            <a:spLocks noGrp="1"/>
          </p:cNvSpPr>
          <p:nvPr/>
        </p:nvSpPr>
        <p:spPr>
          <a:xfrm>
            <a:off x="552450" y="1562100"/>
            <a:ext cx="76200" cy="1066800"/>
          </a:xfrm>
          <a:prstGeom prst="rect">
            <a:avLst/>
          </a:prstGeom>
          <a:solidFill>
            <a:srgbClr val="F6C343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83B50D1A-4A68-4BA0-B725-DABA7232E241}"/>
              </a:ext>
            </a:extLst>
          </p:cNvPr>
          <p:cNvSpPr>
            <a:spLocks noGrp="1"/>
          </p:cNvSpPr>
          <p:nvPr/>
        </p:nvSpPr>
        <p:spPr>
          <a:xfrm>
            <a:off x="762000" y="1733550"/>
            <a:ext cx="990600" cy="285750"/>
          </a:xfrm>
          <a:prstGeom prst="roundRect">
            <a:avLst>
              <a:gd name="adj" fmla="val 40000"/>
            </a:avLst>
          </a:prstGeom>
          <a:solidFill>
            <a:srgbClr val="02809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MAY 2019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628322D-A0B6-4FA2-95CF-4E03A29D5FBA}"/>
              </a:ext>
            </a:extLst>
          </p:cNvPr>
          <p:cNvSpPr>
            <a:spLocks noGrp="1"/>
          </p:cNvSpPr>
          <p:nvPr/>
        </p:nvSpPr>
        <p:spPr>
          <a:xfrm>
            <a:off x="1885950" y="1733550"/>
            <a:ext cx="1219200" cy="285750"/>
          </a:xfrm>
          <a:prstGeom prst="roundRect">
            <a:avLst>
              <a:gd name="adj" fmla="val 40000"/>
            </a:avLst>
          </a:prstGeom>
          <a:solidFill>
            <a:srgbClr val="2563A8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Short Answers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EC00D443-91FB-41F5-8554-103A107A757E}"/>
              </a:ext>
            </a:extLst>
          </p:cNvPr>
          <p:cNvSpPr>
            <a:spLocks noGrp="1"/>
          </p:cNvSpPr>
          <p:nvPr/>
        </p:nvSpPr>
        <p:spPr>
          <a:xfrm>
            <a:off x="3238500" y="1733550"/>
            <a:ext cx="514350" cy="285750"/>
          </a:xfrm>
          <a:prstGeom prst="roundRect">
            <a:avLst>
              <a:gd name="adj" fmla="val 40000"/>
            </a:avLst>
          </a:prstGeom>
          <a:solidFill>
            <a:srgbClr val="7C6A0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Q6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0415324-731E-4D14-9D37-788D9C9561BE}"/>
              </a:ext>
            </a:extLst>
          </p:cNvPr>
          <p:cNvSpPr>
            <a:spLocks noGrp="1"/>
          </p:cNvSpPr>
          <p:nvPr/>
        </p:nvSpPr>
        <p:spPr>
          <a:xfrm>
            <a:off x="10763250" y="1733550"/>
            <a:ext cx="666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pPr>
            <a:r>
              <a: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1 of 5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52B9831-0775-4F21-992E-CF242CC67A9E}"/>
              </a:ext>
            </a:extLst>
          </p:cNvPr>
          <p:cNvSpPr>
            <a:spLocks noGrp="1"/>
          </p:cNvSpPr>
          <p:nvPr/>
        </p:nvSpPr>
        <p:spPr>
          <a:xfrm>
            <a:off x="762000" y="2114550"/>
            <a:ext cx="106489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 i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rPr sz="1200" b="0" i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Veratrum virde - Surgical shock.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65F78233-DF8E-447D-9D61-C6752A05F384}"/>
              </a:ext>
            </a:extLst>
          </p:cNvPr>
          <p:cNvSpPr>
            <a:spLocks noGrp="1"/>
          </p:cNvSpPr>
          <p:nvPr/>
        </p:nvSpPr>
        <p:spPr>
          <a:xfrm>
            <a:off x="552450" y="2800350"/>
            <a:ext cx="11087100" cy="1066800"/>
          </a:xfrm>
          <a:prstGeom prst="roundRect">
            <a:avLst>
              <a:gd name="adj" fmla="val 7143"/>
            </a:avLst>
          </a:prstGeom>
          <a:solidFill>
            <a:srgbClr val="FFF8D6"/>
          </a:solidFill>
          <a:ln w="9525">
            <a:solidFill>
              <a:srgbClr val="F2DF9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037C843-671F-4972-B039-C8DC22FFDEA1}"/>
              </a:ext>
            </a:extLst>
          </p:cNvPr>
          <p:cNvSpPr>
            <a:spLocks noGrp="1"/>
          </p:cNvSpPr>
          <p:nvPr/>
        </p:nvSpPr>
        <p:spPr>
          <a:xfrm>
            <a:off x="552450" y="2800350"/>
            <a:ext cx="76200" cy="1066800"/>
          </a:xfrm>
          <a:prstGeom prst="rect">
            <a:avLst/>
          </a:prstGeom>
          <a:solidFill>
            <a:srgbClr val="F6C343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FFA9F73-3886-47D5-BE01-F201EB7BC101}"/>
              </a:ext>
            </a:extLst>
          </p:cNvPr>
          <p:cNvSpPr>
            <a:spLocks noGrp="1"/>
          </p:cNvSpPr>
          <p:nvPr/>
        </p:nvSpPr>
        <p:spPr>
          <a:xfrm>
            <a:off x="762000" y="2971800"/>
            <a:ext cx="990600" cy="285750"/>
          </a:xfrm>
          <a:prstGeom prst="roundRect">
            <a:avLst>
              <a:gd name="adj" fmla="val 40000"/>
            </a:avLst>
          </a:prstGeom>
          <a:solidFill>
            <a:srgbClr val="02809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SEP 2021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83C85378-64B8-44DA-B7A0-CFDAF25EB795}"/>
              </a:ext>
            </a:extLst>
          </p:cNvPr>
          <p:cNvSpPr>
            <a:spLocks noGrp="1"/>
          </p:cNvSpPr>
          <p:nvPr/>
        </p:nvSpPr>
        <p:spPr>
          <a:xfrm>
            <a:off x="1885950" y="2971800"/>
            <a:ext cx="1219200" cy="285750"/>
          </a:xfrm>
          <a:prstGeom prst="roundRect">
            <a:avLst>
              <a:gd name="adj" fmla="val 40000"/>
            </a:avLst>
          </a:prstGeom>
          <a:solidFill>
            <a:srgbClr val="2563A8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Short Answers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EF002878-BB1A-49D2-956A-97E17136CE33}"/>
              </a:ext>
            </a:extLst>
          </p:cNvPr>
          <p:cNvSpPr>
            <a:spLocks noGrp="1"/>
          </p:cNvSpPr>
          <p:nvPr/>
        </p:nvSpPr>
        <p:spPr>
          <a:xfrm>
            <a:off x="3238500" y="2971800"/>
            <a:ext cx="514350" cy="285750"/>
          </a:xfrm>
          <a:prstGeom prst="roundRect">
            <a:avLst>
              <a:gd name="adj" fmla="val 40000"/>
            </a:avLst>
          </a:prstGeom>
          <a:solidFill>
            <a:srgbClr val="7C6A0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Q10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A3477F6-0930-46CB-ADC6-418FBD5A0C52}"/>
              </a:ext>
            </a:extLst>
          </p:cNvPr>
          <p:cNvSpPr>
            <a:spLocks noGrp="1"/>
          </p:cNvSpPr>
          <p:nvPr/>
        </p:nvSpPr>
        <p:spPr>
          <a:xfrm>
            <a:off x="10763250" y="2971800"/>
            <a:ext cx="666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pPr>
            <a:r>
              <a: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2 of 5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DD3689C-9C88-42D3-98C9-71DD12891964}"/>
              </a:ext>
            </a:extLst>
          </p:cNvPr>
          <p:cNvSpPr>
            <a:spLocks noGrp="1"/>
          </p:cNvSpPr>
          <p:nvPr/>
        </p:nvSpPr>
        <p:spPr>
          <a:xfrm>
            <a:off x="762000" y="3352800"/>
            <a:ext cx="106489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 i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rPr sz="1200" b="0" i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Two remedies for Shock.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C99709C5-AF73-4C9E-8133-63D594F97B99}"/>
              </a:ext>
            </a:extLst>
          </p:cNvPr>
          <p:cNvSpPr>
            <a:spLocks noGrp="1"/>
          </p:cNvSpPr>
          <p:nvPr/>
        </p:nvSpPr>
        <p:spPr>
          <a:xfrm>
            <a:off x="552450" y="4038600"/>
            <a:ext cx="11087100" cy="1066800"/>
          </a:xfrm>
          <a:prstGeom prst="roundRect">
            <a:avLst>
              <a:gd name="adj" fmla="val 7143"/>
            </a:avLst>
          </a:prstGeom>
          <a:solidFill>
            <a:srgbClr val="FFF8D6"/>
          </a:solidFill>
          <a:ln w="9525">
            <a:solidFill>
              <a:srgbClr val="F2DF9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FBBEE35-1797-4DE1-B9B4-D298EB47DE26}"/>
              </a:ext>
            </a:extLst>
          </p:cNvPr>
          <p:cNvSpPr>
            <a:spLocks noGrp="1"/>
          </p:cNvSpPr>
          <p:nvPr/>
        </p:nvSpPr>
        <p:spPr>
          <a:xfrm>
            <a:off x="552450" y="4038600"/>
            <a:ext cx="76200" cy="1066800"/>
          </a:xfrm>
          <a:prstGeom prst="rect">
            <a:avLst/>
          </a:prstGeom>
          <a:solidFill>
            <a:srgbClr val="F6C343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65DD9D2C-F385-4701-9A86-F98F5D1760C9}"/>
              </a:ext>
            </a:extLst>
          </p:cNvPr>
          <p:cNvSpPr>
            <a:spLocks noGrp="1"/>
          </p:cNvSpPr>
          <p:nvPr/>
        </p:nvSpPr>
        <p:spPr>
          <a:xfrm>
            <a:off x="762000" y="4210050"/>
            <a:ext cx="990600" cy="285750"/>
          </a:xfrm>
          <a:prstGeom prst="roundRect">
            <a:avLst>
              <a:gd name="adj" fmla="val 40000"/>
            </a:avLst>
          </a:prstGeom>
          <a:solidFill>
            <a:srgbClr val="02809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FEB 2022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8648ED1B-C295-4B3D-A191-DD82738AC84D}"/>
              </a:ext>
            </a:extLst>
          </p:cNvPr>
          <p:cNvSpPr>
            <a:spLocks noGrp="1"/>
          </p:cNvSpPr>
          <p:nvPr/>
        </p:nvSpPr>
        <p:spPr>
          <a:xfrm>
            <a:off x="1885950" y="4210050"/>
            <a:ext cx="1219200" cy="285750"/>
          </a:xfrm>
          <a:prstGeom prst="roundRect">
            <a:avLst>
              <a:gd name="adj" fmla="val 40000"/>
            </a:avLst>
          </a:prstGeom>
          <a:solidFill>
            <a:srgbClr val="02809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Write Notes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42BD796D-F26F-41A0-B500-620493DD1A68}"/>
              </a:ext>
            </a:extLst>
          </p:cNvPr>
          <p:cNvSpPr>
            <a:spLocks noGrp="1"/>
          </p:cNvSpPr>
          <p:nvPr/>
        </p:nvSpPr>
        <p:spPr>
          <a:xfrm>
            <a:off x="3238500" y="4210050"/>
            <a:ext cx="514350" cy="285750"/>
          </a:xfrm>
          <a:prstGeom prst="roundRect">
            <a:avLst>
              <a:gd name="adj" fmla="val 40000"/>
            </a:avLst>
          </a:prstGeom>
          <a:solidFill>
            <a:srgbClr val="7C6A0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Q6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142B529-FB09-4488-8ACD-D5987E09FFB3}"/>
              </a:ext>
            </a:extLst>
          </p:cNvPr>
          <p:cNvSpPr>
            <a:spLocks noGrp="1"/>
          </p:cNvSpPr>
          <p:nvPr/>
        </p:nvSpPr>
        <p:spPr>
          <a:xfrm>
            <a:off x="10763250" y="4210050"/>
            <a:ext cx="666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pPr>
            <a:r>
              <a: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3 of 5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69AE6972-7D4B-4E9A-85FB-887BCA41A951}"/>
              </a:ext>
            </a:extLst>
          </p:cNvPr>
          <p:cNvSpPr>
            <a:spLocks noGrp="1"/>
          </p:cNvSpPr>
          <p:nvPr/>
        </p:nvSpPr>
        <p:spPr>
          <a:xfrm>
            <a:off x="762000" y="4591050"/>
            <a:ext cx="106489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 i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rPr sz="1200" b="0" i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Veratrum album and carbo veg in Shock.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8F397C25-7254-4F14-959F-5A079184CBD3}"/>
              </a:ext>
            </a:extLst>
          </p:cNvPr>
          <p:cNvSpPr>
            <a:spLocks noGrp="1"/>
          </p:cNvSpPr>
          <p:nvPr/>
        </p:nvSpPr>
        <p:spPr>
          <a:xfrm>
            <a:off x="552450" y="5276850"/>
            <a:ext cx="11087100" cy="1066800"/>
          </a:xfrm>
          <a:prstGeom prst="roundRect">
            <a:avLst>
              <a:gd name="adj" fmla="val 7143"/>
            </a:avLst>
          </a:prstGeom>
          <a:solidFill>
            <a:srgbClr val="FFF8D6"/>
          </a:solidFill>
          <a:ln w="9525">
            <a:solidFill>
              <a:srgbClr val="F2DF9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28FA3C49-3133-40E8-A4EA-C4D5ADA89967}"/>
              </a:ext>
            </a:extLst>
          </p:cNvPr>
          <p:cNvSpPr>
            <a:spLocks noGrp="1"/>
          </p:cNvSpPr>
          <p:nvPr/>
        </p:nvSpPr>
        <p:spPr>
          <a:xfrm>
            <a:off x="552450" y="5276850"/>
            <a:ext cx="76200" cy="1066800"/>
          </a:xfrm>
          <a:prstGeom prst="rect">
            <a:avLst/>
          </a:prstGeom>
          <a:solidFill>
            <a:srgbClr val="F6C343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C33F030D-2AF6-41BB-921B-628D32004BF5}"/>
              </a:ext>
            </a:extLst>
          </p:cNvPr>
          <p:cNvSpPr>
            <a:spLocks noGrp="1"/>
          </p:cNvSpPr>
          <p:nvPr/>
        </p:nvSpPr>
        <p:spPr>
          <a:xfrm>
            <a:off x="762000" y="5448300"/>
            <a:ext cx="990600" cy="285750"/>
          </a:xfrm>
          <a:prstGeom prst="roundRect">
            <a:avLst>
              <a:gd name="adj" fmla="val 40000"/>
            </a:avLst>
          </a:prstGeom>
          <a:solidFill>
            <a:srgbClr val="02809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AUG 2024</a:t>
            </a: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1CABF70B-F3C5-4BC7-980B-44FC39D836B0}"/>
              </a:ext>
            </a:extLst>
          </p:cNvPr>
          <p:cNvSpPr>
            <a:spLocks noGrp="1"/>
          </p:cNvSpPr>
          <p:nvPr/>
        </p:nvSpPr>
        <p:spPr>
          <a:xfrm>
            <a:off x="1885950" y="5448300"/>
            <a:ext cx="1219200" cy="285750"/>
          </a:xfrm>
          <a:prstGeom prst="roundRect">
            <a:avLst>
              <a:gd name="adj" fmla="val 40000"/>
            </a:avLst>
          </a:prstGeom>
          <a:solidFill>
            <a:srgbClr val="02809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Write Notes</a:t>
            </a: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A6B13CD2-CE69-47C6-A8D1-9C04D352F8A5}"/>
              </a:ext>
            </a:extLst>
          </p:cNvPr>
          <p:cNvSpPr>
            <a:spLocks noGrp="1"/>
          </p:cNvSpPr>
          <p:nvPr/>
        </p:nvSpPr>
        <p:spPr>
          <a:xfrm>
            <a:off x="3238500" y="5448300"/>
            <a:ext cx="514350" cy="285750"/>
          </a:xfrm>
          <a:prstGeom prst="roundRect">
            <a:avLst>
              <a:gd name="adj" fmla="val 40000"/>
            </a:avLst>
          </a:prstGeom>
          <a:solidFill>
            <a:srgbClr val="7C6A0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Q10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EA51767-A4B7-4937-B533-72DF99051249}"/>
              </a:ext>
            </a:extLst>
          </p:cNvPr>
          <p:cNvSpPr>
            <a:spLocks noGrp="1"/>
          </p:cNvSpPr>
          <p:nvPr/>
        </p:nvSpPr>
        <p:spPr>
          <a:xfrm>
            <a:off x="10763250" y="5448300"/>
            <a:ext cx="666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pPr>
            <a:r>
              <a: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4 of 5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F0546DFF-A418-4863-914A-E385AC4777D9}"/>
              </a:ext>
            </a:extLst>
          </p:cNvPr>
          <p:cNvSpPr>
            <a:spLocks noGrp="1"/>
          </p:cNvSpPr>
          <p:nvPr/>
        </p:nvSpPr>
        <p:spPr>
          <a:xfrm>
            <a:off x="762000" y="5829300"/>
            <a:ext cx="106489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 i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rPr sz="1200" b="0" i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Define Shock, write two drugs with indications.</a:t>
            </a:r>
          </a:p>
        </p:txBody>
      </p:sp>
    </p:spTree>
    <p:extLst>
      <p:ext uri="{BB962C8B-B14F-4D97-AF65-F5344CB8AC3E}">
        <p14:creationId xmlns:p14="http://schemas.microsoft.com/office/powerpoint/2010/main" val="1979086079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576098CB-29BD-4495-8EFC-EADCC13DA71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066800"/>
          </a:xfrm>
          <a:prstGeom prst="rect">
            <a:avLst/>
          </a:prstGeom>
          <a:solidFill>
            <a:srgbClr val="028090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E3869D29-1967-42BA-BF64-8D230716459E}"/>
              </a:ext>
            </a:extLst>
          </p:cNvPr>
          <p:cNvSpPr>
            <a:spLocks noGrp="1"/>
          </p:cNvSpPr>
          <p:nvPr/>
        </p:nvSpPr>
        <p:spPr>
          <a:xfrm>
            <a:off x="457200" y="285750"/>
            <a:ext cx="533400" cy="533400"/>
          </a:xfrm>
          <a:prstGeom prst="ellipse">
            <a:avLst/>
          </a:prstGeom>
          <a:solidFill>
            <a:srgbClr val="00A896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454EC8E-5846-4D04-9405-B29A41B8CB5C}"/>
              </a:ext>
            </a:extLst>
          </p:cNvPr>
          <p:cNvSpPr>
            <a:spLocks noGrp="1"/>
          </p:cNvSpPr>
          <p:nvPr/>
        </p:nvSpPr>
        <p:spPr>
          <a:xfrm>
            <a:off x="457200" y="381000"/>
            <a:ext cx="5334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57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7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24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85DD947-5307-4EFE-AE55-54876550E36D}"/>
              </a:ext>
            </a:extLst>
          </p:cNvPr>
          <p:cNvSpPr>
            <a:spLocks noGrp="1"/>
          </p:cNvSpPr>
          <p:nvPr/>
        </p:nvSpPr>
        <p:spPr>
          <a:xfrm>
            <a:off x="1219200" y="209550"/>
            <a:ext cx="8382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400" b="1" i="0">
                <a:solidFill>
                  <a:srgbClr val="FFFFFF"/>
                </a:solidFill>
                <a:latin typeface="Cambria"/>
                <a:ea typeface="Cambria"/>
                <a:cs typeface="Cambria"/>
              </a:defRPr>
            </a:pPr>
            <a:r>
              <a:rPr sz="2400" b="1" i="0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Shock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E205EF0-38A7-4E12-85F1-965C26A1CF41}"/>
              </a:ext>
            </a:extLst>
          </p:cNvPr>
          <p:cNvSpPr>
            <a:spLocks noGrp="1"/>
          </p:cNvSpPr>
          <p:nvPr/>
        </p:nvSpPr>
        <p:spPr>
          <a:xfrm>
            <a:off x="1219200" y="666750"/>
            <a:ext cx="8382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125" b="0" i="1">
                <a:solidFill>
                  <a:srgbClr val="E6F5F3"/>
                </a:solidFill>
                <a:latin typeface="Calibri"/>
                <a:ea typeface="Calibri"/>
                <a:cs typeface="Calibri"/>
              </a:defRPr>
            </a:pPr>
            <a:r>
              <a:rPr sz="1125" b="0" i="1">
                <a:solidFill>
                  <a:srgbClr val="E6F5F3"/>
                </a:solidFill>
                <a:latin typeface="Calibri"/>
                <a:ea typeface="Calibri"/>
                <a:cs typeface="Calibri"/>
              </a:rPr>
              <a:t>5 times asked | 3 Write Notes | 2 Short Answers | part 2 of 2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AC7D7D4C-F060-4746-89FC-4EB724A7587B}"/>
              </a:ext>
            </a:extLst>
          </p:cNvPr>
          <p:cNvSpPr>
            <a:spLocks noGrp="1"/>
          </p:cNvSpPr>
          <p:nvPr/>
        </p:nvSpPr>
        <p:spPr>
          <a:xfrm>
            <a:off x="9886950" y="381000"/>
            <a:ext cx="1714500" cy="285750"/>
          </a:xfrm>
          <a:prstGeom prst="roundRect">
            <a:avLst>
              <a:gd name="adj" fmla="val 40000"/>
            </a:avLst>
          </a:prstGeom>
          <a:solidFill>
            <a:srgbClr val="016B78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Rank 24/55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DF2E106-075A-4FE7-9CA9-2F4C8D880BBF}"/>
              </a:ext>
            </a:extLst>
          </p:cNvPr>
          <p:cNvSpPr>
            <a:spLocks noGrp="1"/>
          </p:cNvSpPr>
          <p:nvPr/>
        </p:nvSpPr>
        <p:spPr>
          <a:xfrm>
            <a:off x="552450" y="1200150"/>
            <a:ext cx="4000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1" i="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pPr>
            <a:r>
              <a:rPr sz="1275" b="1" i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Highlighted asked questions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67ACDA55-63B3-492E-AE33-08D806AF85B7}"/>
              </a:ext>
            </a:extLst>
          </p:cNvPr>
          <p:cNvSpPr>
            <a:spLocks noGrp="1"/>
          </p:cNvSpPr>
          <p:nvPr/>
        </p:nvSpPr>
        <p:spPr>
          <a:xfrm>
            <a:off x="552450" y="1562100"/>
            <a:ext cx="11087100" cy="1066800"/>
          </a:xfrm>
          <a:prstGeom prst="roundRect">
            <a:avLst>
              <a:gd name="adj" fmla="val 7143"/>
            </a:avLst>
          </a:prstGeom>
          <a:solidFill>
            <a:srgbClr val="FFF8D6"/>
          </a:solidFill>
          <a:ln w="9525">
            <a:solidFill>
              <a:srgbClr val="F2DF9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3914BA5-81E7-4BD3-99F5-71519FA95881}"/>
              </a:ext>
            </a:extLst>
          </p:cNvPr>
          <p:cNvSpPr>
            <a:spLocks noGrp="1"/>
          </p:cNvSpPr>
          <p:nvPr/>
        </p:nvSpPr>
        <p:spPr>
          <a:xfrm>
            <a:off x="552450" y="1562100"/>
            <a:ext cx="76200" cy="1066800"/>
          </a:xfrm>
          <a:prstGeom prst="rect">
            <a:avLst/>
          </a:prstGeom>
          <a:solidFill>
            <a:srgbClr val="F6C343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5D9B534-EAAC-4F76-A247-D0152B3699A0}"/>
              </a:ext>
            </a:extLst>
          </p:cNvPr>
          <p:cNvSpPr>
            <a:spLocks noGrp="1"/>
          </p:cNvSpPr>
          <p:nvPr/>
        </p:nvSpPr>
        <p:spPr>
          <a:xfrm>
            <a:off x="762000" y="1733550"/>
            <a:ext cx="990600" cy="285750"/>
          </a:xfrm>
          <a:prstGeom prst="roundRect">
            <a:avLst>
              <a:gd name="adj" fmla="val 40000"/>
            </a:avLst>
          </a:prstGeom>
          <a:solidFill>
            <a:srgbClr val="02809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AUG 2025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031D38F5-E6BA-4BF9-9B82-15FF841349FE}"/>
              </a:ext>
            </a:extLst>
          </p:cNvPr>
          <p:cNvSpPr>
            <a:spLocks noGrp="1"/>
          </p:cNvSpPr>
          <p:nvPr/>
        </p:nvSpPr>
        <p:spPr>
          <a:xfrm>
            <a:off x="1885950" y="1733550"/>
            <a:ext cx="1219200" cy="285750"/>
          </a:xfrm>
          <a:prstGeom prst="roundRect">
            <a:avLst>
              <a:gd name="adj" fmla="val 40000"/>
            </a:avLst>
          </a:prstGeom>
          <a:solidFill>
            <a:srgbClr val="02809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Write Notes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0500840E-1F51-4FC1-A7CD-48AA061A0FE8}"/>
              </a:ext>
            </a:extLst>
          </p:cNvPr>
          <p:cNvSpPr>
            <a:spLocks noGrp="1"/>
          </p:cNvSpPr>
          <p:nvPr/>
        </p:nvSpPr>
        <p:spPr>
          <a:xfrm>
            <a:off x="3238500" y="1733550"/>
            <a:ext cx="514350" cy="285750"/>
          </a:xfrm>
          <a:prstGeom prst="roundRect">
            <a:avLst>
              <a:gd name="adj" fmla="val 40000"/>
            </a:avLst>
          </a:prstGeom>
          <a:solidFill>
            <a:srgbClr val="7C6A0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Q7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74D0935-5556-4843-9CE0-AE06D5BAD2BF}"/>
              </a:ext>
            </a:extLst>
          </p:cNvPr>
          <p:cNvSpPr>
            <a:spLocks noGrp="1"/>
          </p:cNvSpPr>
          <p:nvPr/>
        </p:nvSpPr>
        <p:spPr>
          <a:xfrm>
            <a:off x="10763250" y="1733550"/>
            <a:ext cx="666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pPr>
            <a:r>
              <a: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5 of 5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9FCD207-1E2A-475F-AC6D-322A8A867687}"/>
              </a:ext>
            </a:extLst>
          </p:cNvPr>
          <p:cNvSpPr>
            <a:spLocks noGrp="1"/>
          </p:cNvSpPr>
          <p:nvPr/>
        </p:nvSpPr>
        <p:spPr>
          <a:xfrm>
            <a:off x="762000" y="2114550"/>
            <a:ext cx="106489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 i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rPr sz="1200" b="0" i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Causes of shock. Write two drugs with indications.</a:t>
            </a:r>
          </a:p>
        </p:txBody>
      </p:sp>
    </p:spTree>
    <p:extLst>
      <p:ext uri="{BB962C8B-B14F-4D97-AF65-F5344CB8AC3E}">
        <p14:creationId xmlns:p14="http://schemas.microsoft.com/office/powerpoint/2010/main" val="1175654660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 35">
            <a:extLst>
              <a:ext uri="{FF2B5EF4-FFF2-40B4-BE49-F238E27FC236}">
                <a16:creationId xmlns:a16="http://schemas.microsoft.com/office/drawing/2014/main" id="{2BA7A528-C317-4820-88E2-D25E63E96BA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066800"/>
          </a:xfrm>
          <a:prstGeom prst="rect">
            <a:avLst/>
          </a:prstGeom>
          <a:solidFill>
            <a:srgbClr val="028090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71F8DFCA-328B-4B86-966D-BD0ACC2A49EE}"/>
              </a:ext>
            </a:extLst>
          </p:cNvPr>
          <p:cNvSpPr>
            <a:spLocks noGrp="1"/>
          </p:cNvSpPr>
          <p:nvPr/>
        </p:nvSpPr>
        <p:spPr>
          <a:xfrm>
            <a:off x="457200" y="285750"/>
            <a:ext cx="533400" cy="533400"/>
          </a:xfrm>
          <a:prstGeom prst="ellipse">
            <a:avLst/>
          </a:prstGeom>
          <a:solidFill>
            <a:srgbClr val="00A896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A81AB4A-FF5E-4D78-A42E-03E7F20D19DF}"/>
              </a:ext>
            </a:extLst>
          </p:cNvPr>
          <p:cNvSpPr>
            <a:spLocks noGrp="1"/>
          </p:cNvSpPr>
          <p:nvPr/>
        </p:nvSpPr>
        <p:spPr>
          <a:xfrm>
            <a:off x="457200" y="381000"/>
            <a:ext cx="5334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57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7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25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3CB3A04-ABF6-45F5-A901-F608C46A9487}"/>
              </a:ext>
            </a:extLst>
          </p:cNvPr>
          <p:cNvSpPr>
            <a:spLocks noGrp="1"/>
          </p:cNvSpPr>
          <p:nvPr/>
        </p:nvSpPr>
        <p:spPr>
          <a:xfrm>
            <a:off x="1219200" y="209550"/>
            <a:ext cx="8382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400" b="1" i="0">
                <a:solidFill>
                  <a:srgbClr val="FFFFFF"/>
                </a:solidFill>
                <a:latin typeface="Cambria"/>
                <a:ea typeface="Cambria"/>
                <a:cs typeface="Cambria"/>
              </a:defRPr>
            </a:pPr>
            <a:r>
              <a:rPr sz="2400" b="1" i="0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Skin and nail conditions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0D59339-61CE-4621-B759-F7E8DCCB53EE}"/>
              </a:ext>
            </a:extLst>
          </p:cNvPr>
          <p:cNvSpPr>
            <a:spLocks noGrp="1"/>
          </p:cNvSpPr>
          <p:nvPr/>
        </p:nvSpPr>
        <p:spPr>
          <a:xfrm>
            <a:off x="1219200" y="666750"/>
            <a:ext cx="8382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125" b="0" i="1">
                <a:solidFill>
                  <a:srgbClr val="E6F5F3"/>
                </a:solidFill>
                <a:latin typeface="Calibri"/>
                <a:ea typeface="Calibri"/>
                <a:cs typeface="Calibri"/>
              </a:defRPr>
            </a:pPr>
            <a:r>
              <a:rPr sz="1125" b="0" i="1">
                <a:solidFill>
                  <a:srgbClr val="E6F5F3"/>
                </a:solidFill>
                <a:latin typeface="Calibri"/>
                <a:ea typeface="Calibri"/>
                <a:cs typeface="Calibri"/>
              </a:rPr>
              <a:t>5 times asked | 0 Write Notes | 5 Short Answers | part 1 of 2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315AE37A-BFAF-41AA-B943-FA47C418D486}"/>
              </a:ext>
            </a:extLst>
          </p:cNvPr>
          <p:cNvSpPr>
            <a:spLocks noGrp="1"/>
          </p:cNvSpPr>
          <p:nvPr/>
        </p:nvSpPr>
        <p:spPr>
          <a:xfrm>
            <a:off x="9886950" y="381000"/>
            <a:ext cx="1714500" cy="285750"/>
          </a:xfrm>
          <a:prstGeom prst="roundRect">
            <a:avLst>
              <a:gd name="adj" fmla="val 40000"/>
            </a:avLst>
          </a:prstGeom>
          <a:solidFill>
            <a:srgbClr val="016B78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Rank 25/55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C478D5E-971B-4B59-AEC3-1D8F53C04EB2}"/>
              </a:ext>
            </a:extLst>
          </p:cNvPr>
          <p:cNvSpPr>
            <a:spLocks noGrp="1"/>
          </p:cNvSpPr>
          <p:nvPr/>
        </p:nvSpPr>
        <p:spPr>
          <a:xfrm>
            <a:off x="552450" y="1200150"/>
            <a:ext cx="4000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1" i="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pPr>
            <a:r>
              <a:rPr sz="1275" b="1" i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Highlighted asked questions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9ABF5FBC-9706-455B-B21E-9AC0E754C5EF}"/>
              </a:ext>
            </a:extLst>
          </p:cNvPr>
          <p:cNvSpPr>
            <a:spLocks noGrp="1"/>
          </p:cNvSpPr>
          <p:nvPr/>
        </p:nvSpPr>
        <p:spPr>
          <a:xfrm>
            <a:off x="552450" y="1562100"/>
            <a:ext cx="11087100" cy="1066800"/>
          </a:xfrm>
          <a:prstGeom prst="roundRect">
            <a:avLst>
              <a:gd name="adj" fmla="val 7143"/>
            </a:avLst>
          </a:prstGeom>
          <a:solidFill>
            <a:srgbClr val="FFF8D6"/>
          </a:solidFill>
          <a:ln w="9525">
            <a:solidFill>
              <a:srgbClr val="F2DF9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6C9AC70-5C9A-4C9A-B17A-C6C12BF54EAD}"/>
              </a:ext>
            </a:extLst>
          </p:cNvPr>
          <p:cNvSpPr>
            <a:spLocks noGrp="1"/>
          </p:cNvSpPr>
          <p:nvPr/>
        </p:nvSpPr>
        <p:spPr>
          <a:xfrm>
            <a:off x="552450" y="1562100"/>
            <a:ext cx="76200" cy="1066800"/>
          </a:xfrm>
          <a:prstGeom prst="rect">
            <a:avLst/>
          </a:prstGeom>
          <a:solidFill>
            <a:srgbClr val="F6C343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A0AF5A11-846A-441B-BA2B-3821D2597F68}"/>
              </a:ext>
            </a:extLst>
          </p:cNvPr>
          <p:cNvSpPr>
            <a:spLocks noGrp="1"/>
          </p:cNvSpPr>
          <p:nvPr/>
        </p:nvSpPr>
        <p:spPr>
          <a:xfrm>
            <a:off x="762000" y="1733550"/>
            <a:ext cx="990600" cy="285750"/>
          </a:xfrm>
          <a:prstGeom prst="roundRect">
            <a:avLst>
              <a:gd name="adj" fmla="val 40000"/>
            </a:avLst>
          </a:prstGeom>
          <a:solidFill>
            <a:srgbClr val="02809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SEP 2021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BFA5AAE9-AF14-4962-A4C9-EBB2AC69A7A9}"/>
              </a:ext>
            </a:extLst>
          </p:cNvPr>
          <p:cNvSpPr>
            <a:spLocks noGrp="1"/>
          </p:cNvSpPr>
          <p:nvPr/>
        </p:nvSpPr>
        <p:spPr>
          <a:xfrm>
            <a:off x="1885950" y="1733550"/>
            <a:ext cx="1219200" cy="285750"/>
          </a:xfrm>
          <a:prstGeom prst="roundRect">
            <a:avLst>
              <a:gd name="adj" fmla="val 40000"/>
            </a:avLst>
          </a:prstGeom>
          <a:solidFill>
            <a:srgbClr val="2563A8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Short Answers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A124919B-2611-4113-A904-EA16B2F15876}"/>
              </a:ext>
            </a:extLst>
          </p:cNvPr>
          <p:cNvSpPr>
            <a:spLocks noGrp="1"/>
          </p:cNvSpPr>
          <p:nvPr/>
        </p:nvSpPr>
        <p:spPr>
          <a:xfrm>
            <a:off x="3238500" y="1733550"/>
            <a:ext cx="514350" cy="285750"/>
          </a:xfrm>
          <a:prstGeom prst="roundRect">
            <a:avLst>
              <a:gd name="adj" fmla="val 40000"/>
            </a:avLst>
          </a:prstGeom>
          <a:solidFill>
            <a:srgbClr val="7C6A0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Q7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6F46303-DE4D-442C-B4AA-AFD3C864574F}"/>
              </a:ext>
            </a:extLst>
          </p:cNvPr>
          <p:cNvSpPr>
            <a:spLocks noGrp="1"/>
          </p:cNvSpPr>
          <p:nvPr/>
        </p:nvSpPr>
        <p:spPr>
          <a:xfrm>
            <a:off x="10763250" y="1733550"/>
            <a:ext cx="666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pPr>
            <a:r>
              <a: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1 of 5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E662760-671D-4AAD-8481-EE4644A217B5}"/>
              </a:ext>
            </a:extLst>
          </p:cNvPr>
          <p:cNvSpPr>
            <a:spLocks noGrp="1"/>
          </p:cNvSpPr>
          <p:nvPr/>
        </p:nvSpPr>
        <p:spPr>
          <a:xfrm>
            <a:off x="762000" y="2114550"/>
            <a:ext cx="106489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 i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rPr sz="1200" b="0" i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Anti crud in Ingrowing toe nail.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56C5E49E-E831-4AA0-B2A4-7EC30C6FF15C}"/>
              </a:ext>
            </a:extLst>
          </p:cNvPr>
          <p:cNvSpPr>
            <a:spLocks noGrp="1"/>
          </p:cNvSpPr>
          <p:nvPr/>
        </p:nvSpPr>
        <p:spPr>
          <a:xfrm>
            <a:off x="552450" y="2800350"/>
            <a:ext cx="11087100" cy="1066800"/>
          </a:xfrm>
          <a:prstGeom prst="roundRect">
            <a:avLst>
              <a:gd name="adj" fmla="val 7143"/>
            </a:avLst>
          </a:prstGeom>
          <a:solidFill>
            <a:srgbClr val="FFF8D6"/>
          </a:solidFill>
          <a:ln w="9525">
            <a:solidFill>
              <a:srgbClr val="F2DF9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0B66071-D30B-457E-BF4A-F9BA1F319D1F}"/>
              </a:ext>
            </a:extLst>
          </p:cNvPr>
          <p:cNvSpPr>
            <a:spLocks noGrp="1"/>
          </p:cNvSpPr>
          <p:nvPr/>
        </p:nvSpPr>
        <p:spPr>
          <a:xfrm>
            <a:off x="552450" y="2800350"/>
            <a:ext cx="76200" cy="1066800"/>
          </a:xfrm>
          <a:prstGeom prst="rect">
            <a:avLst/>
          </a:prstGeom>
          <a:solidFill>
            <a:srgbClr val="F6C343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299B8999-5517-46BF-B0F4-839E30D17739}"/>
              </a:ext>
            </a:extLst>
          </p:cNvPr>
          <p:cNvSpPr>
            <a:spLocks noGrp="1"/>
          </p:cNvSpPr>
          <p:nvPr/>
        </p:nvSpPr>
        <p:spPr>
          <a:xfrm>
            <a:off x="762000" y="2971800"/>
            <a:ext cx="990600" cy="285750"/>
          </a:xfrm>
          <a:prstGeom prst="roundRect">
            <a:avLst>
              <a:gd name="adj" fmla="val 40000"/>
            </a:avLst>
          </a:prstGeom>
          <a:solidFill>
            <a:srgbClr val="02809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OCT 2022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2B500C76-84BF-43AA-901B-927948BE0C2E}"/>
              </a:ext>
            </a:extLst>
          </p:cNvPr>
          <p:cNvSpPr>
            <a:spLocks noGrp="1"/>
          </p:cNvSpPr>
          <p:nvPr/>
        </p:nvSpPr>
        <p:spPr>
          <a:xfrm>
            <a:off x="1885950" y="2971800"/>
            <a:ext cx="1219200" cy="285750"/>
          </a:xfrm>
          <a:prstGeom prst="roundRect">
            <a:avLst>
              <a:gd name="adj" fmla="val 40000"/>
            </a:avLst>
          </a:prstGeom>
          <a:solidFill>
            <a:srgbClr val="2563A8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Short Answers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B48540A7-09F1-478F-91F4-60720E909468}"/>
              </a:ext>
            </a:extLst>
          </p:cNvPr>
          <p:cNvSpPr>
            <a:spLocks noGrp="1"/>
          </p:cNvSpPr>
          <p:nvPr/>
        </p:nvSpPr>
        <p:spPr>
          <a:xfrm>
            <a:off x="3238500" y="2971800"/>
            <a:ext cx="514350" cy="285750"/>
          </a:xfrm>
          <a:prstGeom prst="roundRect">
            <a:avLst>
              <a:gd name="adj" fmla="val 40000"/>
            </a:avLst>
          </a:prstGeom>
          <a:solidFill>
            <a:srgbClr val="7C6A0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Q7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D1BE4F1-7C18-40BC-8BA8-31C89B811B8F}"/>
              </a:ext>
            </a:extLst>
          </p:cNvPr>
          <p:cNvSpPr>
            <a:spLocks noGrp="1"/>
          </p:cNvSpPr>
          <p:nvPr/>
        </p:nvSpPr>
        <p:spPr>
          <a:xfrm>
            <a:off x="10763250" y="2971800"/>
            <a:ext cx="666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pPr>
            <a:r>
              <a: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2 of 5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40F1020-292F-4B8F-A183-133086ED219A}"/>
              </a:ext>
            </a:extLst>
          </p:cNvPr>
          <p:cNvSpPr>
            <a:spLocks noGrp="1"/>
          </p:cNvSpPr>
          <p:nvPr/>
        </p:nvSpPr>
        <p:spPr>
          <a:xfrm>
            <a:off x="762000" y="3352800"/>
            <a:ext cx="106489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 i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rPr sz="1200" b="0" i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Ingrowing Toe Nail - write two drugs.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504A36CD-A573-4131-8C08-D94E10791CCC}"/>
              </a:ext>
            </a:extLst>
          </p:cNvPr>
          <p:cNvSpPr>
            <a:spLocks noGrp="1"/>
          </p:cNvSpPr>
          <p:nvPr/>
        </p:nvSpPr>
        <p:spPr>
          <a:xfrm>
            <a:off x="552450" y="4038600"/>
            <a:ext cx="11087100" cy="1066800"/>
          </a:xfrm>
          <a:prstGeom prst="roundRect">
            <a:avLst>
              <a:gd name="adj" fmla="val 7143"/>
            </a:avLst>
          </a:prstGeom>
          <a:solidFill>
            <a:srgbClr val="FFF8D6"/>
          </a:solidFill>
          <a:ln w="9525">
            <a:solidFill>
              <a:srgbClr val="F2DF9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A42107D-C931-4CE6-876D-B518256D63BE}"/>
              </a:ext>
            </a:extLst>
          </p:cNvPr>
          <p:cNvSpPr>
            <a:spLocks noGrp="1"/>
          </p:cNvSpPr>
          <p:nvPr/>
        </p:nvSpPr>
        <p:spPr>
          <a:xfrm>
            <a:off x="552450" y="4038600"/>
            <a:ext cx="76200" cy="1066800"/>
          </a:xfrm>
          <a:prstGeom prst="rect">
            <a:avLst/>
          </a:prstGeom>
          <a:solidFill>
            <a:srgbClr val="F6C343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ECB74C1F-9A0C-411B-BC94-F16B6177928B}"/>
              </a:ext>
            </a:extLst>
          </p:cNvPr>
          <p:cNvSpPr>
            <a:spLocks noGrp="1"/>
          </p:cNvSpPr>
          <p:nvPr/>
        </p:nvSpPr>
        <p:spPr>
          <a:xfrm>
            <a:off x="762000" y="4210050"/>
            <a:ext cx="990600" cy="285750"/>
          </a:xfrm>
          <a:prstGeom prst="roundRect">
            <a:avLst>
              <a:gd name="adj" fmla="val 40000"/>
            </a:avLst>
          </a:prstGeom>
          <a:solidFill>
            <a:srgbClr val="02809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MAR 2023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1EF2225F-4E26-4CDC-96F8-D49B42F6F4CB}"/>
              </a:ext>
            </a:extLst>
          </p:cNvPr>
          <p:cNvSpPr>
            <a:spLocks noGrp="1"/>
          </p:cNvSpPr>
          <p:nvPr/>
        </p:nvSpPr>
        <p:spPr>
          <a:xfrm>
            <a:off x="1885950" y="4210050"/>
            <a:ext cx="1219200" cy="285750"/>
          </a:xfrm>
          <a:prstGeom prst="roundRect">
            <a:avLst>
              <a:gd name="adj" fmla="val 40000"/>
            </a:avLst>
          </a:prstGeom>
          <a:solidFill>
            <a:srgbClr val="2563A8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Short Answers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3E9004B7-D31A-4C82-92F3-DF46140D5B17}"/>
              </a:ext>
            </a:extLst>
          </p:cNvPr>
          <p:cNvSpPr>
            <a:spLocks noGrp="1"/>
          </p:cNvSpPr>
          <p:nvPr/>
        </p:nvSpPr>
        <p:spPr>
          <a:xfrm>
            <a:off x="3238500" y="4210050"/>
            <a:ext cx="514350" cy="285750"/>
          </a:xfrm>
          <a:prstGeom prst="roundRect">
            <a:avLst>
              <a:gd name="adj" fmla="val 40000"/>
            </a:avLst>
          </a:prstGeom>
          <a:solidFill>
            <a:srgbClr val="7C6A0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Q10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51CE1302-1D3A-4922-B444-0B3BFA4B45E5}"/>
              </a:ext>
            </a:extLst>
          </p:cNvPr>
          <p:cNvSpPr>
            <a:spLocks noGrp="1"/>
          </p:cNvSpPr>
          <p:nvPr/>
        </p:nvSpPr>
        <p:spPr>
          <a:xfrm>
            <a:off x="10763250" y="4210050"/>
            <a:ext cx="666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pPr>
            <a:r>
              <a: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3 of 5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21C1D4E9-99EA-45EB-ACB0-32270FBAE396}"/>
              </a:ext>
            </a:extLst>
          </p:cNvPr>
          <p:cNvSpPr>
            <a:spLocks noGrp="1"/>
          </p:cNvSpPr>
          <p:nvPr/>
        </p:nvSpPr>
        <p:spPr>
          <a:xfrm>
            <a:off x="762000" y="4591050"/>
            <a:ext cx="106489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 i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rPr sz="1200" b="0" i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Floating nail.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CD99AC6E-9DDB-4E14-BC58-C51DB0401748}"/>
              </a:ext>
            </a:extLst>
          </p:cNvPr>
          <p:cNvSpPr>
            <a:spLocks noGrp="1"/>
          </p:cNvSpPr>
          <p:nvPr/>
        </p:nvSpPr>
        <p:spPr>
          <a:xfrm>
            <a:off x="552450" y="5276850"/>
            <a:ext cx="11087100" cy="1066800"/>
          </a:xfrm>
          <a:prstGeom prst="roundRect">
            <a:avLst>
              <a:gd name="adj" fmla="val 7143"/>
            </a:avLst>
          </a:prstGeom>
          <a:solidFill>
            <a:srgbClr val="FFF8D6"/>
          </a:solidFill>
          <a:ln w="9525">
            <a:solidFill>
              <a:srgbClr val="F2DF9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69F3D2DA-4ED2-427A-809C-DF1B96B05983}"/>
              </a:ext>
            </a:extLst>
          </p:cNvPr>
          <p:cNvSpPr>
            <a:spLocks noGrp="1"/>
          </p:cNvSpPr>
          <p:nvPr/>
        </p:nvSpPr>
        <p:spPr>
          <a:xfrm>
            <a:off x="552450" y="5276850"/>
            <a:ext cx="76200" cy="1066800"/>
          </a:xfrm>
          <a:prstGeom prst="rect">
            <a:avLst/>
          </a:prstGeom>
          <a:solidFill>
            <a:srgbClr val="F6C343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D0A7875D-BFBB-4FD9-951D-786268180D1C}"/>
              </a:ext>
            </a:extLst>
          </p:cNvPr>
          <p:cNvSpPr>
            <a:spLocks noGrp="1"/>
          </p:cNvSpPr>
          <p:nvPr/>
        </p:nvSpPr>
        <p:spPr>
          <a:xfrm>
            <a:off x="762000" y="5448300"/>
            <a:ext cx="990600" cy="285750"/>
          </a:xfrm>
          <a:prstGeom prst="roundRect">
            <a:avLst>
              <a:gd name="adj" fmla="val 40000"/>
            </a:avLst>
          </a:prstGeom>
          <a:solidFill>
            <a:srgbClr val="02809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SEP 2023</a:t>
            </a: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D91239CB-704E-4403-B208-86CC7EF8739F}"/>
              </a:ext>
            </a:extLst>
          </p:cNvPr>
          <p:cNvSpPr>
            <a:spLocks noGrp="1"/>
          </p:cNvSpPr>
          <p:nvPr/>
        </p:nvSpPr>
        <p:spPr>
          <a:xfrm>
            <a:off x="1885950" y="5448300"/>
            <a:ext cx="1219200" cy="285750"/>
          </a:xfrm>
          <a:prstGeom prst="roundRect">
            <a:avLst>
              <a:gd name="adj" fmla="val 40000"/>
            </a:avLst>
          </a:prstGeom>
          <a:solidFill>
            <a:srgbClr val="2563A8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Short Answers</a:t>
            </a: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DE15819B-F138-4BEC-AE0F-08019A21C353}"/>
              </a:ext>
            </a:extLst>
          </p:cNvPr>
          <p:cNvSpPr>
            <a:spLocks noGrp="1"/>
          </p:cNvSpPr>
          <p:nvPr/>
        </p:nvSpPr>
        <p:spPr>
          <a:xfrm>
            <a:off x="3238500" y="5448300"/>
            <a:ext cx="514350" cy="285750"/>
          </a:xfrm>
          <a:prstGeom prst="roundRect">
            <a:avLst>
              <a:gd name="adj" fmla="val 40000"/>
            </a:avLst>
          </a:prstGeom>
          <a:solidFill>
            <a:srgbClr val="7C6A0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Q1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EB4B9C18-F0EA-47F2-B955-2DC721458D28}"/>
              </a:ext>
            </a:extLst>
          </p:cNvPr>
          <p:cNvSpPr>
            <a:spLocks noGrp="1"/>
          </p:cNvSpPr>
          <p:nvPr/>
        </p:nvSpPr>
        <p:spPr>
          <a:xfrm>
            <a:off x="10763250" y="5448300"/>
            <a:ext cx="666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pPr>
            <a:r>
              <a: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4 of 5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EEE46FE9-1B2C-462D-99B1-5D73EE3F8268}"/>
              </a:ext>
            </a:extLst>
          </p:cNvPr>
          <p:cNvSpPr>
            <a:spLocks noGrp="1"/>
          </p:cNvSpPr>
          <p:nvPr/>
        </p:nvSpPr>
        <p:spPr>
          <a:xfrm>
            <a:off x="762000" y="5829300"/>
            <a:ext cx="106489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 i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rPr sz="1200" b="0" i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Onychocryptosis.</a:t>
            </a:r>
          </a:p>
        </p:txBody>
      </p:sp>
    </p:spTree>
    <p:extLst>
      <p:ext uri="{BB962C8B-B14F-4D97-AF65-F5344CB8AC3E}">
        <p14:creationId xmlns:p14="http://schemas.microsoft.com/office/powerpoint/2010/main" val="1325698553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00529ADF-E8A6-45AF-A573-97CC3851221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066800"/>
          </a:xfrm>
          <a:prstGeom prst="rect">
            <a:avLst/>
          </a:prstGeom>
          <a:solidFill>
            <a:srgbClr val="028090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BF160162-6811-4DD3-B7E4-1FD9C10CA871}"/>
              </a:ext>
            </a:extLst>
          </p:cNvPr>
          <p:cNvSpPr>
            <a:spLocks noGrp="1"/>
          </p:cNvSpPr>
          <p:nvPr/>
        </p:nvSpPr>
        <p:spPr>
          <a:xfrm>
            <a:off x="457200" y="285750"/>
            <a:ext cx="533400" cy="533400"/>
          </a:xfrm>
          <a:prstGeom prst="ellipse">
            <a:avLst/>
          </a:prstGeom>
          <a:solidFill>
            <a:srgbClr val="00A896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BC971D3-2455-43FB-84A1-33C3B894C403}"/>
              </a:ext>
            </a:extLst>
          </p:cNvPr>
          <p:cNvSpPr>
            <a:spLocks noGrp="1"/>
          </p:cNvSpPr>
          <p:nvPr/>
        </p:nvSpPr>
        <p:spPr>
          <a:xfrm>
            <a:off x="457200" y="381000"/>
            <a:ext cx="5334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57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7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25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F18F265-1CF2-4C46-ABB6-1E721DE53F53}"/>
              </a:ext>
            </a:extLst>
          </p:cNvPr>
          <p:cNvSpPr>
            <a:spLocks noGrp="1"/>
          </p:cNvSpPr>
          <p:nvPr/>
        </p:nvSpPr>
        <p:spPr>
          <a:xfrm>
            <a:off x="1219200" y="209550"/>
            <a:ext cx="8382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400" b="1" i="0">
                <a:solidFill>
                  <a:srgbClr val="FFFFFF"/>
                </a:solidFill>
                <a:latin typeface="Cambria"/>
                <a:ea typeface="Cambria"/>
                <a:cs typeface="Cambria"/>
              </a:defRPr>
            </a:pPr>
            <a:r>
              <a:rPr sz="2400" b="1" i="0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Skin and nail conditions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D3A9F09-08C5-4319-93BF-1C3440A5BDD9}"/>
              </a:ext>
            </a:extLst>
          </p:cNvPr>
          <p:cNvSpPr>
            <a:spLocks noGrp="1"/>
          </p:cNvSpPr>
          <p:nvPr/>
        </p:nvSpPr>
        <p:spPr>
          <a:xfrm>
            <a:off x="1219200" y="666750"/>
            <a:ext cx="8382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125" b="0" i="1">
                <a:solidFill>
                  <a:srgbClr val="E6F5F3"/>
                </a:solidFill>
                <a:latin typeface="Calibri"/>
                <a:ea typeface="Calibri"/>
                <a:cs typeface="Calibri"/>
              </a:defRPr>
            </a:pPr>
            <a:r>
              <a:rPr sz="1125" b="0" i="1">
                <a:solidFill>
                  <a:srgbClr val="E6F5F3"/>
                </a:solidFill>
                <a:latin typeface="Calibri"/>
                <a:ea typeface="Calibri"/>
                <a:cs typeface="Calibri"/>
              </a:rPr>
              <a:t>5 times asked | 0 Write Notes | 5 Short Answers | part 2 of 2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AA235396-C0A4-4AF0-B3C8-518C4CA012A2}"/>
              </a:ext>
            </a:extLst>
          </p:cNvPr>
          <p:cNvSpPr>
            <a:spLocks noGrp="1"/>
          </p:cNvSpPr>
          <p:nvPr/>
        </p:nvSpPr>
        <p:spPr>
          <a:xfrm>
            <a:off x="9886950" y="381000"/>
            <a:ext cx="1714500" cy="285750"/>
          </a:xfrm>
          <a:prstGeom prst="roundRect">
            <a:avLst>
              <a:gd name="adj" fmla="val 40000"/>
            </a:avLst>
          </a:prstGeom>
          <a:solidFill>
            <a:srgbClr val="016B78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Rank 25/55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5AE5DAF-1BB0-4F24-8334-301810B02ED8}"/>
              </a:ext>
            </a:extLst>
          </p:cNvPr>
          <p:cNvSpPr>
            <a:spLocks noGrp="1"/>
          </p:cNvSpPr>
          <p:nvPr/>
        </p:nvSpPr>
        <p:spPr>
          <a:xfrm>
            <a:off x="552450" y="1200150"/>
            <a:ext cx="4000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1" i="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pPr>
            <a:r>
              <a:rPr sz="1275" b="1" i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Highlighted asked questions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4A5B02CA-11DF-454F-9AD6-E2963BAC71A4}"/>
              </a:ext>
            </a:extLst>
          </p:cNvPr>
          <p:cNvSpPr>
            <a:spLocks noGrp="1"/>
          </p:cNvSpPr>
          <p:nvPr/>
        </p:nvSpPr>
        <p:spPr>
          <a:xfrm>
            <a:off x="552450" y="1562100"/>
            <a:ext cx="11087100" cy="1066800"/>
          </a:xfrm>
          <a:prstGeom prst="roundRect">
            <a:avLst>
              <a:gd name="adj" fmla="val 7143"/>
            </a:avLst>
          </a:prstGeom>
          <a:solidFill>
            <a:srgbClr val="FFF8D6"/>
          </a:solidFill>
          <a:ln w="9525">
            <a:solidFill>
              <a:srgbClr val="F2DF9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6D92AED-FF5B-44F0-85D7-AFD6A4B85019}"/>
              </a:ext>
            </a:extLst>
          </p:cNvPr>
          <p:cNvSpPr>
            <a:spLocks noGrp="1"/>
          </p:cNvSpPr>
          <p:nvPr/>
        </p:nvSpPr>
        <p:spPr>
          <a:xfrm>
            <a:off x="552450" y="1562100"/>
            <a:ext cx="76200" cy="1066800"/>
          </a:xfrm>
          <a:prstGeom prst="rect">
            <a:avLst/>
          </a:prstGeom>
          <a:solidFill>
            <a:srgbClr val="F6C343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3666223E-68C3-4B62-99F6-16B502FC781E}"/>
              </a:ext>
            </a:extLst>
          </p:cNvPr>
          <p:cNvSpPr>
            <a:spLocks noGrp="1"/>
          </p:cNvSpPr>
          <p:nvPr/>
        </p:nvSpPr>
        <p:spPr>
          <a:xfrm>
            <a:off x="762000" y="1733550"/>
            <a:ext cx="990600" cy="285750"/>
          </a:xfrm>
          <a:prstGeom prst="roundRect">
            <a:avLst>
              <a:gd name="adj" fmla="val 40000"/>
            </a:avLst>
          </a:prstGeom>
          <a:solidFill>
            <a:srgbClr val="02809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OCT 2025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4128108E-7B71-46BF-B6B6-46F57F461EFC}"/>
              </a:ext>
            </a:extLst>
          </p:cNvPr>
          <p:cNvSpPr>
            <a:spLocks noGrp="1"/>
          </p:cNvSpPr>
          <p:nvPr/>
        </p:nvSpPr>
        <p:spPr>
          <a:xfrm>
            <a:off x="1885950" y="1733550"/>
            <a:ext cx="1219200" cy="285750"/>
          </a:xfrm>
          <a:prstGeom prst="roundRect">
            <a:avLst>
              <a:gd name="adj" fmla="val 40000"/>
            </a:avLst>
          </a:prstGeom>
          <a:solidFill>
            <a:srgbClr val="2563A8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Short Answers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2007AEEC-CA21-4495-BC89-2093264A1919}"/>
              </a:ext>
            </a:extLst>
          </p:cNvPr>
          <p:cNvSpPr>
            <a:spLocks noGrp="1"/>
          </p:cNvSpPr>
          <p:nvPr/>
        </p:nvSpPr>
        <p:spPr>
          <a:xfrm>
            <a:off x="3238500" y="1733550"/>
            <a:ext cx="514350" cy="285750"/>
          </a:xfrm>
          <a:prstGeom prst="roundRect">
            <a:avLst>
              <a:gd name="adj" fmla="val 40000"/>
            </a:avLst>
          </a:prstGeom>
          <a:solidFill>
            <a:srgbClr val="7C6A0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Q5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77027E-9D9F-485D-BAF7-2C71C3217EC1}"/>
              </a:ext>
            </a:extLst>
          </p:cNvPr>
          <p:cNvSpPr>
            <a:spLocks noGrp="1"/>
          </p:cNvSpPr>
          <p:nvPr/>
        </p:nvSpPr>
        <p:spPr>
          <a:xfrm>
            <a:off x="10763250" y="1733550"/>
            <a:ext cx="666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pPr>
            <a:r>
              <a: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5 of 5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DBA2E90-023A-4656-9C28-27F49EB16DFC}"/>
              </a:ext>
            </a:extLst>
          </p:cNvPr>
          <p:cNvSpPr>
            <a:spLocks noGrp="1"/>
          </p:cNvSpPr>
          <p:nvPr/>
        </p:nvSpPr>
        <p:spPr>
          <a:xfrm>
            <a:off x="762000" y="2114550"/>
            <a:ext cx="106489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 i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rPr sz="1200" b="0" i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Floating oil stool.</a:t>
            </a:r>
          </a:p>
        </p:txBody>
      </p:sp>
    </p:spTree>
    <p:extLst>
      <p:ext uri="{BB962C8B-B14F-4D97-AF65-F5344CB8AC3E}">
        <p14:creationId xmlns:p14="http://schemas.microsoft.com/office/powerpoint/2010/main" val="1195183515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 35">
            <a:extLst>
              <a:ext uri="{FF2B5EF4-FFF2-40B4-BE49-F238E27FC236}">
                <a16:creationId xmlns:a16="http://schemas.microsoft.com/office/drawing/2014/main" id="{787A15DD-9300-40AA-ABD8-A0CEFEB93F2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066800"/>
          </a:xfrm>
          <a:prstGeom prst="rect">
            <a:avLst/>
          </a:prstGeom>
          <a:solidFill>
            <a:srgbClr val="028090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5D901ABB-9E31-44EF-BF84-6CDB5712024A}"/>
              </a:ext>
            </a:extLst>
          </p:cNvPr>
          <p:cNvSpPr>
            <a:spLocks noGrp="1"/>
          </p:cNvSpPr>
          <p:nvPr/>
        </p:nvSpPr>
        <p:spPr>
          <a:xfrm>
            <a:off x="457200" y="285750"/>
            <a:ext cx="533400" cy="533400"/>
          </a:xfrm>
          <a:prstGeom prst="ellipse">
            <a:avLst/>
          </a:prstGeom>
          <a:solidFill>
            <a:srgbClr val="00A896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77C7965-1283-4F86-925B-5556EB4174CC}"/>
              </a:ext>
            </a:extLst>
          </p:cNvPr>
          <p:cNvSpPr>
            <a:spLocks noGrp="1"/>
          </p:cNvSpPr>
          <p:nvPr/>
        </p:nvSpPr>
        <p:spPr>
          <a:xfrm>
            <a:off x="457200" y="381000"/>
            <a:ext cx="5334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57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7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26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DAE732B-A70C-4246-83B4-E5B5E4D85569}"/>
              </a:ext>
            </a:extLst>
          </p:cNvPr>
          <p:cNvSpPr>
            <a:spLocks noGrp="1"/>
          </p:cNvSpPr>
          <p:nvPr/>
        </p:nvSpPr>
        <p:spPr>
          <a:xfrm>
            <a:off x="1219200" y="209550"/>
            <a:ext cx="8382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400" b="1" i="0">
                <a:solidFill>
                  <a:srgbClr val="FFFFFF"/>
                </a:solidFill>
                <a:latin typeface="Cambria"/>
                <a:ea typeface="Cambria"/>
                <a:cs typeface="Cambria"/>
              </a:defRPr>
            </a:pPr>
            <a:r>
              <a:rPr sz="2400" b="1" i="0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Thromboangitis obliterans / Buerger disease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14A049C-85AB-4264-A02D-088A3402A60E}"/>
              </a:ext>
            </a:extLst>
          </p:cNvPr>
          <p:cNvSpPr>
            <a:spLocks noGrp="1"/>
          </p:cNvSpPr>
          <p:nvPr/>
        </p:nvSpPr>
        <p:spPr>
          <a:xfrm>
            <a:off x="1219200" y="666750"/>
            <a:ext cx="8382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125" b="0" i="1">
                <a:solidFill>
                  <a:srgbClr val="E6F5F3"/>
                </a:solidFill>
                <a:latin typeface="Calibri"/>
                <a:ea typeface="Calibri"/>
                <a:cs typeface="Calibri"/>
              </a:defRPr>
            </a:pPr>
            <a:r>
              <a:rPr sz="1125" b="0" i="1">
                <a:solidFill>
                  <a:srgbClr val="E6F5F3"/>
                </a:solidFill>
                <a:latin typeface="Calibri"/>
                <a:ea typeface="Calibri"/>
                <a:cs typeface="Calibri"/>
              </a:rPr>
              <a:t>5 times asked | 3 Write Notes | 2 Short Answers | part 1 of 2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0D9FC8DA-FC43-4B0E-AACA-1886D134A7F3}"/>
              </a:ext>
            </a:extLst>
          </p:cNvPr>
          <p:cNvSpPr>
            <a:spLocks noGrp="1"/>
          </p:cNvSpPr>
          <p:nvPr/>
        </p:nvSpPr>
        <p:spPr>
          <a:xfrm>
            <a:off x="9886950" y="381000"/>
            <a:ext cx="1714500" cy="285750"/>
          </a:xfrm>
          <a:prstGeom prst="roundRect">
            <a:avLst>
              <a:gd name="adj" fmla="val 40000"/>
            </a:avLst>
          </a:prstGeom>
          <a:solidFill>
            <a:srgbClr val="016B78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Rank 26/55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5C648FF-098D-4268-98B0-B01CEF3CAA34}"/>
              </a:ext>
            </a:extLst>
          </p:cNvPr>
          <p:cNvSpPr>
            <a:spLocks noGrp="1"/>
          </p:cNvSpPr>
          <p:nvPr/>
        </p:nvSpPr>
        <p:spPr>
          <a:xfrm>
            <a:off x="552450" y="1200150"/>
            <a:ext cx="4000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1" i="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pPr>
            <a:r>
              <a:rPr sz="1275" b="1" i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Highlighted asked questions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F387DCDA-CEC4-4514-BABF-2BECA654BDD4}"/>
              </a:ext>
            </a:extLst>
          </p:cNvPr>
          <p:cNvSpPr>
            <a:spLocks noGrp="1"/>
          </p:cNvSpPr>
          <p:nvPr/>
        </p:nvSpPr>
        <p:spPr>
          <a:xfrm>
            <a:off x="552450" y="1562100"/>
            <a:ext cx="11087100" cy="1066800"/>
          </a:xfrm>
          <a:prstGeom prst="roundRect">
            <a:avLst>
              <a:gd name="adj" fmla="val 7143"/>
            </a:avLst>
          </a:prstGeom>
          <a:solidFill>
            <a:srgbClr val="FFF8D6"/>
          </a:solidFill>
          <a:ln w="9525">
            <a:solidFill>
              <a:srgbClr val="F2DF9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6892EFF-B6CA-44D4-9102-A20D990FA216}"/>
              </a:ext>
            </a:extLst>
          </p:cNvPr>
          <p:cNvSpPr>
            <a:spLocks noGrp="1"/>
          </p:cNvSpPr>
          <p:nvPr/>
        </p:nvSpPr>
        <p:spPr>
          <a:xfrm>
            <a:off x="552450" y="1562100"/>
            <a:ext cx="76200" cy="1066800"/>
          </a:xfrm>
          <a:prstGeom prst="rect">
            <a:avLst/>
          </a:prstGeom>
          <a:solidFill>
            <a:srgbClr val="F6C343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7E46B451-B8CF-4E9C-97DD-F02EEE9E5ED0}"/>
              </a:ext>
            </a:extLst>
          </p:cNvPr>
          <p:cNvSpPr>
            <a:spLocks noGrp="1"/>
          </p:cNvSpPr>
          <p:nvPr/>
        </p:nvSpPr>
        <p:spPr>
          <a:xfrm>
            <a:off x="762000" y="1733550"/>
            <a:ext cx="990600" cy="285750"/>
          </a:xfrm>
          <a:prstGeom prst="roundRect">
            <a:avLst>
              <a:gd name="adj" fmla="val 40000"/>
            </a:avLst>
          </a:prstGeom>
          <a:solidFill>
            <a:srgbClr val="02809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MAR 2021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2312624B-C181-4855-BC15-404A19A9F48A}"/>
              </a:ext>
            </a:extLst>
          </p:cNvPr>
          <p:cNvSpPr>
            <a:spLocks noGrp="1"/>
          </p:cNvSpPr>
          <p:nvPr/>
        </p:nvSpPr>
        <p:spPr>
          <a:xfrm>
            <a:off x="1885950" y="1733550"/>
            <a:ext cx="1219200" cy="285750"/>
          </a:xfrm>
          <a:prstGeom prst="roundRect">
            <a:avLst>
              <a:gd name="adj" fmla="val 40000"/>
            </a:avLst>
          </a:prstGeom>
          <a:solidFill>
            <a:srgbClr val="02809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Write Notes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48AE7A13-4E5B-4285-AD36-3D5BBC94F859}"/>
              </a:ext>
            </a:extLst>
          </p:cNvPr>
          <p:cNvSpPr>
            <a:spLocks noGrp="1"/>
          </p:cNvSpPr>
          <p:nvPr/>
        </p:nvSpPr>
        <p:spPr>
          <a:xfrm>
            <a:off x="3238500" y="1733550"/>
            <a:ext cx="514350" cy="285750"/>
          </a:xfrm>
          <a:prstGeom prst="roundRect">
            <a:avLst>
              <a:gd name="adj" fmla="val 40000"/>
            </a:avLst>
          </a:prstGeom>
          <a:solidFill>
            <a:srgbClr val="7C6A0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Q3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B901DC4-8351-433E-ABAC-F66E3A9EC965}"/>
              </a:ext>
            </a:extLst>
          </p:cNvPr>
          <p:cNvSpPr>
            <a:spLocks noGrp="1"/>
          </p:cNvSpPr>
          <p:nvPr/>
        </p:nvSpPr>
        <p:spPr>
          <a:xfrm>
            <a:off x="10763250" y="1733550"/>
            <a:ext cx="666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pPr>
            <a:r>
              <a: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1 of 5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0849987-EB9F-4524-9CE2-FFD75C73D37C}"/>
              </a:ext>
            </a:extLst>
          </p:cNvPr>
          <p:cNvSpPr>
            <a:spLocks noGrp="1"/>
          </p:cNvSpPr>
          <p:nvPr/>
        </p:nvSpPr>
        <p:spPr>
          <a:xfrm>
            <a:off x="762000" y="2114550"/>
            <a:ext cx="106489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 i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rPr sz="1200" b="0" i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Thromboangitis obliterans.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E69D7D5F-BCB8-4BFF-9C22-7859F1D91121}"/>
              </a:ext>
            </a:extLst>
          </p:cNvPr>
          <p:cNvSpPr>
            <a:spLocks noGrp="1"/>
          </p:cNvSpPr>
          <p:nvPr/>
        </p:nvSpPr>
        <p:spPr>
          <a:xfrm>
            <a:off x="552450" y="2800350"/>
            <a:ext cx="11087100" cy="1066800"/>
          </a:xfrm>
          <a:prstGeom prst="roundRect">
            <a:avLst>
              <a:gd name="adj" fmla="val 7143"/>
            </a:avLst>
          </a:prstGeom>
          <a:solidFill>
            <a:srgbClr val="FFF8D6"/>
          </a:solidFill>
          <a:ln w="9525">
            <a:solidFill>
              <a:srgbClr val="F2DF9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0D3C785-FBCA-41D9-99D3-04FEC583A4F6}"/>
              </a:ext>
            </a:extLst>
          </p:cNvPr>
          <p:cNvSpPr>
            <a:spLocks noGrp="1"/>
          </p:cNvSpPr>
          <p:nvPr/>
        </p:nvSpPr>
        <p:spPr>
          <a:xfrm>
            <a:off x="552450" y="2800350"/>
            <a:ext cx="76200" cy="1066800"/>
          </a:xfrm>
          <a:prstGeom prst="rect">
            <a:avLst/>
          </a:prstGeom>
          <a:solidFill>
            <a:srgbClr val="F6C343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82167E75-D454-4188-8E01-46751C814BAA}"/>
              </a:ext>
            </a:extLst>
          </p:cNvPr>
          <p:cNvSpPr>
            <a:spLocks noGrp="1"/>
          </p:cNvSpPr>
          <p:nvPr/>
        </p:nvSpPr>
        <p:spPr>
          <a:xfrm>
            <a:off x="762000" y="2971800"/>
            <a:ext cx="990600" cy="285750"/>
          </a:xfrm>
          <a:prstGeom prst="roundRect">
            <a:avLst>
              <a:gd name="adj" fmla="val 40000"/>
            </a:avLst>
          </a:prstGeom>
          <a:solidFill>
            <a:srgbClr val="02809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OCT 2022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B29BF40C-3EC9-41C9-8799-1E731A125438}"/>
              </a:ext>
            </a:extLst>
          </p:cNvPr>
          <p:cNvSpPr>
            <a:spLocks noGrp="1"/>
          </p:cNvSpPr>
          <p:nvPr/>
        </p:nvSpPr>
        <p:spPr>
          <a:xfrm>
            <a:off x="1885950" y="2971800"/>
            <a:ext cx="1219200" cy="285750"/>
          </a:xfrm>
          <a:prstGeom prst="roundRect">
            <a:avLst>
              <a:gd name="adj" fmla="val 40000"/>
            </a:avLst>
          </a:prstGeom>
          <a:solidFill>
            <a:srgbClr val="02809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Write Notes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872B050E-14AA-419C-8888-8C45FF23862F}"/>
              </a:ext>
            </a:extLst>
          </p:cNvPr>
          <p:cNvSpPr>
            <a:spLocks noGrp="1"/>
          </p:cNvSpPr>
          <p:nvPr/>
        </p:nvSpPr>
        <p:spPr>
          <a:xfrm>
            <a:off x="3238500" y="2971800"/>
            <a:ext cx="514350" cy="285750"/>
          </a:xfrm>
          <a:prstGeom prst="roundRect">
            <a:avLst>
              <a:gd name="adj" fmla="val 40000"/>
            </a:avLst>
          </a:prstGeom>
          <a:solidFill>
            <a:srgbClr val="7C6A0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Q6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7D5CF7A-6F09-400E-88FD-9F1B2D477C90}"/>
              </a:ext>
            </a:extLst>
          </p:cNvPr>
          <p:cNvSpPr>
            <a:spLocks noGrp="1"/>
          </p:cNvSpPr>
          <p:nvPr/>
        </p:nvSpPr>
        <p:spPr>
          <a:xfrm>
            <a:off x="10763250" y="2971800"/>
            <a:ext cx="666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pPr>
            <a:r>
              <a: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2 of 5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EAB6E3C-5DDE-43F7-B2D9-8BC185B51AC7}"/>
              </a:ext>
            </a:extLst>
          </p:cNvPr>
          <p:cNvSpPr>
            <a:spLocks noGrp="1"/>
          </p:cNvSpPr>
          <p:nvPr/>
        </p:nvSpPr>
        <p:spPr>
          <a:xfrm>
            <a:off x="762000" y="3352800"/>
            <a:ext cx="106489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 i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rPr sz="1200" b="0" i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Thromboangitis obliterans.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AEC70F93-F6B3-4ADF-A067-B7E029022067}"/>
              </a:ext>
            </a:extLst>
          </p:cNvPr>
          <p:cNvSpPr>
            <a:spLocks noGrp="1"/>
          </p:cNvSpPr>
          <p:nvPr/>
        </p:nvSpPr>
        <p:spPr>
          <a:xfrm>
            <a:off x="552450" y="4038600"/>
            <a:ext cx="11087100" cy="1066800"/>
          </a:xfrm>
          <a:prstGeom prst="roundRect">
            <a:avLst>
              <a:gd name="adj" fmla="val 7143"/>
            </a:avLst>
          </a:prstGeom>
          <a:solidFill>
            <a:srgbClr val="FFF8D6"/>
          </a:solidFill>
          <a:ln w="9525">
            <a:solidFill>
              <a:srgbClr val="F2DF9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D60C1FB-1403-4CCE-80A1-C636E4D80AD5}"/>
              </a:ext>
            </a:extLst>
          </p:cNvPr>
          <p:cNvSpPr>
            <a:spLocks noGrp="1"/>
          </p:cNvSpPr>
          <p:nvPr/>
        </p:nvSpPr>
        <p:spPr>
          <a:xfrm>
            <a:off x="552450" y="4038600"/>
            <a:ext cx="76200" cy="1066800"/>
          </a:xfrm>
          <a:prstGeom prst="rect">
            <a:avLst/>
          </a:prstGeom>
          <a:solidFill>
            <a:srgbClr val="F6C343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02D68A9F-87BC-4A52-9A2E-3355D2FC0637}"/>
              </a:ext>
            </a:extLst>
          </p:cNvPr>
          <p:cNvSpPr>
            <a:spLocks noGrp="1"/>
          </p:cNvSpPr>
          <p:nvPr/>
        </p:nvSpPr>
        <p:spPr>
          <a:xfrm>
            <a:off x="762000" y="4210050"/>
            <a:ext cx="990600" cy="285750"/>
          </a:xfrm>
          <a:prstGeom prst="roundRect">
            <a:avLst>
              <a:gd name="adj" fmla="val 40000"/>
            </a:avLst>
          </a:prstGeom>
          <a:solidFill>
            <a:srgbClr val="02809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MAR 2025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94676DE7-237F-42B0-ACA4-9688BE3C16CD}"/>
              </a:ext>
            </a:extLst>
          </p:cNvPr>
          <p:cNvSpPr>
            <a:spLocks noGrp="1"/>
          </p:cNvSpPr>
          <p:nvPr/>
        </p:nvSpPr>
        <p:spPr>
          <a:xfrm>
            <a:off x="1885950" y="4210050"/>
            <a:ext cx="1219200" cy="285750"/>
          </a:xfrm>
          <a:prstGeom prst="roundRect">
            <a:avLst>
              <a:gd name="adj" fmla="val 40000"/>
            </a:avLst>
          </a:prstGeom>
          <a:solidFill>
            <a:srgbClr val="2563A8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Short Answers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7FAEC18B-6E0B-484A-BEAC-B53B6F2F8271}"/>
              </a:ext>
            </a:extLst>
          </p:cNvPr>
          <p:cNvSpPr>
            <a:spLocks noGrp="1"/>
          </p:cNvSpPr>
          <p:nvPr/>
        </p:nvSpPr>
        <p:spPr>
          <a:xfrm>
            <a:off x="3238500" y="4210050"/>
            <a:ext cx="514350" cy="285750"/>
          </a:xfrm>
          <a:prstGeom prst="roundRect">
            <a:avLst>
              <a:gd name="adj" fmla="val 40000"/>
            </a:avLst>
          </a:prstGeom>
          <a:solidFill>
            <a:srgbClr val="7C6A0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Q9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0A1FFD11-7C66-49AF-A9BD-C12D1E4CC48F}"/>
              </a:ext>
            </a:extLst>
          </p:cNvPr>
          <p:cNvSpPr>
            <a:spLocks noGrp="1"/>
          </p:cNvSpPr>
          <p:nvPr/>
        </p:nvSpPr>
        <p:spPr>
          <a:xfrm>
            <a:off x="10763250" y="4210050"/>
            <a:ext cx="666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pPr>
            <a:r>
              <a: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3 of 5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56CDF074-88E3-4D27-91D6-B08C4A088941}"/>
              </a:ext>
            </a:extLst>
          </p:cNvPr>
          <p:cNvSpPr>
            <a:spLocks noGrp="1"/>
          </p:cNvSpPr>
          <p:nvPr/>
        </p:nvSpPr>
        <p:spPr>
          <a:xfrm>
            <a:off x="762000" y="4591050"/>
            <a:ext cx="106489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 i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rPr sz="1200" b="0" i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DVT - two drugs.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F6F4D004-9D37-408E-94F7-EF949E9CAA27}"/>
              </a:ext>
            </a:extLst>
          </p:cNvPr>
          <p:cNvSpPr>
            <a:spLocks noGrp="1"/>
          </p:cNvSpPr>
          <p:nvPr/>
        </p:nvSpPr>
        <p:spPr>
          <a:xfrm>
            <a:off x="552450" y="5276850"/>
            <a:ext cx="11087100" cy="1066800"/>
          </a:xfrm>
          <a:prstGeom prst="roundRect">
            <a:avLst>
              <a:gd name="adj" fmla="val 7143"/>
            </a:avLst>
          </a:prstGeom>
          <a:solidFill>
            <a:srgbClr val="FFF8D6"/>
          </a:solidFill>
          <a:ln w="9525">
            <a:solidFill>
              <a:srgbClr val="F2DF9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18F59518-A470-48F8-A6BC-9F527E9C9AF5}"/>
              </a:ext>
            </a:extLst>
          </p:cNvPr>
          <p:cNvSpPr>
            <a:spLocks noGrp="1"/>
          </p:cNvSpPr>
          <p:nvPr/>
        </p:nvSpPr>
        <p:spPr>
          <a:xfrm>
            <a:off x="552450" y="5276850"/>
            <a:ext cx="76200" cy="1066800"/>
          </a:xfrm>
          <a:prstGeom prst="rect">
            <a:avLst/>
          </a:prstGeom>
          <a:solidFill>
            <a:srgbClr val="F6C343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7F78D30D-8D91-478A-BB16-E5CBDB411B75}"/>
              </a:ext>
            </a:extLst>
          </p:cNvPr>
          <p:cNvSpPr>
            <a:spLocks noGrp="1"/>
          </p:cNvSpPr>
          <p:nvPr/>
        </p:nvSpPr>
        <p:spPr>
          <a:xfrm>
            <a:off x="762000" y="5448300"/>
            <a:ext cx="990600" cy="285750"/>
          </a:xfrm>
          <a:prstGeom prst="roundRect">
            <a:avLst>
              <a:gd name="adj" fmla="val 40000"/>
            </a:avLst>
          </a:prstGeom>
          <a:solidFill>
            <a:srgbClr val="02809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OCT 2025</a:t>
            </a: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E9CBC3FD-BAF8-49F3-BCD3-4EF12AA69916}"/>
              </a:ext>
            </a:extLst>
          </p:cNvPr>
          <p:cNvSpPr>
            <a:spLocks noGrp="1"/>
          </p:cNvSpPr>
          <p:nvPr/>
        </p:nvSpPr>
        <p:spPr>
          <a:xfrm>
            <a:off x="1885950" y="5448300"/>
            <a:ext cx="1219200" cy="285750"/>
          </a:xfrm>
          <a:prstGeom prst="roundRect">
            <a:avLst>
              <a:gd name="adj" fmla="val 40000"/>
            </a:avLst>
          </a:prstGeom>
          <a:solidFill>
            <a:srgbClr val="2563A8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Short Answers</a:t>
            </a: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5B8A5851-4522-4376-9B53-D1F67D787011}"/>
              </a:ext>
            </a:extLst>
          </p:cNvPr>
          <p:cNvSpPr>
            <a:spLocks noGrp="1"/>
          </p:cNvSpPr>
          <p:nvPr/>
        </p:nvSpPr>
        <p:spPr>
          <a:xfrm>
            <a:off x="3238500" y="5448300"/>
            <a:ext cx="514350" cy="285750"/>
          </a:xfrm>
          <a:prstGeom prst="roundRect">
            <a:avLst>
              <a:gd name="adj" fmla="val 40000"/>
            </a:avLst>
          </a:prstGeom>
          <a:solidFill>
            <a:srgbClr val="7C6A0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Q10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A2BFCC7B-9535-4C4C-8DB9-21B13D939D2F}"/>
              </a:ext>
            </a:extLst>
          </p:cNvPr>
          <p:cNvSpPr>
            <a:spLocks noGrp="1"/>
          </p:cNvSpPr>
          <p:nvPr/>
        </p:nvSpPr>
        <p:spPr>
          <a:xfrm>
            <a:off x="10763250" y="5448300"/>
            <a:ext cx="666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pPr>
            <a:r>
              <a: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4 of 5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D214463A-9261-42A1-93DF-B6378CE592B6}"/>
              </a:ext>
            </a:extLst>
          </p:cNvPr>
          <p:cNvSpPr>
            <a:spLocks noGrp="1"/>
          </p:cNvSpPr>
          <p:nvPr/>
        </p:nvSpPr>
        <p:spPr>
          <a:xfrm>
            <a:off x="762000" y="5829300"/>
            <a:ext cx="106489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 i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rPr sz="1200" b="0" i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Buerger's disease.</a:t>
            </a:r>
          </a:p>
        </p:txBody>
      </p:sp>
    </p:spTree>
    <p:extLst>
      <p:ext uri="{BB962C8B-B14F-4D97-AF65-F5344CB8AC3E}">
        <p14:creationId xmlns:p14="http://schemas.microsoft.com/office/powerpoint/2010/main" val="92248602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08FD1666-46B3-4F5D-81A9-4AEFB920F39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066800"/>
          </a:xfrm>
          <a:prstGeom prst="rect">
            <a:avLst/>
          </a:prstGeom>
          <a:solidFill>
            <a:srgbClr val="028090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4D52D76E-83DC-4ADA-A82D-F2D4BFE75A57}"/>
              </a:ext>
            </a:extLst>
          </p:cNvPr>
          <p:cNvSpPr>
            <a:spLocks noGrp="1"/>
          </p:cNvSpPr>
          <p:nvPr/>
        </p:nvSpPr>
        <p:spPr>
          <a:xfrm>
            <a:off x="457200" y="285750"/>
            <a:ext cx="533400" cy="533400"/>
          </a:xfrm>
          <a:prstGeom prst="ellipse">
            <a:avLst/>
          </a:prstGeom>
          <a:solidFill>
            <a:srgbClr val="00A896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F79866C-051C-4B8C-9B87-4DAF7C3DC675}"/>
              </a:ext>
            </a:extLst>
          </p:cNvPr>
          <p:cNvSpPr>
            <a:spLocks noGrp="1"/>
          </p:cNvSpPr>
          <p:nvPr/>
        </p:nvSpPr>
        <p:spPr>
          <a:xfrm>
            <a:off x="457200" y="381000"/>
            <a:ext cx="5334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57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7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26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947D545-C609-420D-9EA7-3598C2DD4C8C}"/>
              </a:ext>
            </a:extLst>
          </p:cNvPr>
          <p:cNvSpPr>
            <a:spLocks noGrp="1"/>
          </p:cNvSpPr>
          <p:nvPr/>
        </p:nvSpPr>
        <p:spPr>
          <a:xfrm>
            <a:off x="1219200" y="209550"/>
            <a:ext cx="8382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400" b="1" i="0">
                <a:solidFill>
                  <a:srgbClr val="FFFFFF"/>
                </a:solidFill>
                <a:latin typeface="Cambria"/>
                <a:ea typeface="Cambria"/>
                <a:cs typeface="Cambria"/>
              </a:defRPr>
            </a:pPr>
            <a:r>
              <a:rPr sz="2400" b="1" i="0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Thromboangitis obliterans / Buerger disease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961A760-F974-467A-95B6-E44FF11DC5C6}"/>
              </a:ext>
            </a:extLst>
          </p:cNvPr>
          <p:cNvSpPr>
            <a:spLocks noGrp="1"/>
          </p:cNvSpPr>
          <p:nvPr/>
        </p:nvSpPr>
        <p:spPr>
          <a:xfrm>
            <a:off x="1219200" y="666750"/>
            <a:ext cx="8382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125" b="0" i="1">
                <a:solidFill>
                  <a:srgbClr val="E6F5F3"/>
                </a:solidFill>
                <a:latin typeface="Calibri"/>
                <a:ea typeface="Calibri"/>
                <a:cs typeface="Calibri"/>
              </a:defRPr>
            </a:pPr>
            <a:r>
              <a:rPr sz="1125" b="0" i="1">
                <a:solidFill>
                  <a:srgbClr val="E6F5F3"/>
                </a:solidFill>
                <a:latin typeface="Calibri"/>
                <a:ea typeface="Calibri"/>
                <a:cs typeface="Calibri"/>
              </a:rPr>
              <a:t>5 times asked | 3 Write Notes | 2 Short Answers | part 2 of 2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85836012-A54A-4FEA-8AE4-9E9C2C856434}"/>
              </a:ext>
            </a:extLst>
          </p:cNvPr>
          <p:cNvSpPr>
            <a:spLocks noGrp="1"/>
          </p:cNvSpPr>
          <p:nvPr/>
        </p:nvSpPr>
        <p:spPr>
          <a:xfrm>
            <a:off x="9886950" y="381000"/>
            <a:ext cx="1714500" cy="285750"/>
          </a:xfrm>
          <a:prstGeom prst="roundRect">
            <a:avLst>
              <a:gd name="adj" fmla="val 40000"/>
            </a:avLst>
          </a:prstGeom>
          <a:solidFill>
            <a:srgbClr val="016B78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Rank 26/55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36B4AA3-8173-492D-AB4D-14AA554FF4AD}"/>
              </a:ext>
            </a:extLst>
          </p:cNvPr>
          <p:cNvSpPr>
            <a:spLocks noGrp="1"/>
          </p:cNvSpPr>
          <p:nvPr/>
        </p:nvSpPr>
        <p:spPr>
          <a:xfrm>
            <a:off x="552450" y="1200150"/>
            <a:ext cx="4000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1" i="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pPr>
            <a:r>
              <a:rPr sz="1275" b="1" i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Highlighted asked questions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BAE882CF-51F2-4616-B36B-86F47CEEF598}"/>
              </a:ext>
            </a:extLst>
          </p:cNvPr>
          <p:cNvSpPr>
            <a:spLocks noGrp="1"/>
          </p:cNvSpPr>
          <p:nvPr/>
        </p:nvSpPr>
        <p:spPr>
          <a:xfrm>
            <a:off x="552450" y="1562100"/>
            <a:ext cx="11087100" cy="1066800"/>
          </a:xfrm>
          <a:prstGeom prst="roundRect">
            <a:avLst>
              <a:gd name="adj" fmla="val 7143"/>
            </a:avLst>
          </a:prstGeom>
          <a:solidFill>
            <a:srgbClr val="FFF8D6"/>
          </a:solidFill>
          <a:ln w="9525">
            <a:solidFill>
              <a:srgbClr val="F2DF9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A7C74AA-1846-4CEB-99E3-4F63C2491822}"/>
              </a:ext>
            </a:extLst>
          </p:cNvPr>
          <p:cNvSpPr>
            <a:spLocks noGrp="1"/>
          </p:cNvSpPr>
          <p:nvPr/>
        </p:nvSpPr>
        <p:spPr>
          <a:xfrm>
            <a:off x="552450" y="1562100"/>
            <a:ext cx="76200" cy="1066800"/>
          </a:xfrm>
          <a:prstGeom prst="rect">
            <a:avLst/>
          </a:prstGeom>
          <a:solidFill>
            <a:srgbClr val="F6C343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2739E015-3F0E-48CB-A650-BB62658160AD}"/>
              </a:ext>
            </a:extLst>
          </p:cNvPr>
          <p:cNvSpPr>
            <a:spLocks noGrp="1"/>
          </p:cNvSpPr>
          <p:nvPr/>
        </p:nvSpPr>
        <p:spPr>
          <a:xfrm>
            <a:off x="762000" y="1733550"/>
            <a:ext cx="990600" cy="285750"/>
          </a:xfrm>
          <a:prstGeom prst="roundRect">
            <a:avLst>
              <a:gd name="adj" fmla="val 40000"/>
            </a:avLst>
          </a:prstGeom>
          <a:solidFill>
            <a:srgbClr val="02809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OCT 2025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3627D7C4-5816-4B07-B734-50738EBE58A7}"/>
              </a:ext>
            </a:extLst>
          </p:cNvPr>
          <p:cNvSpPr>
            <a:spLocks noGrp="1"/>
          </p:cNvSpPr>
          <p:nvPr/>
        </p:nvSpPr>
        <p:spPr>
          <a:xfrm>
            <a:off x="1885950" y="1733550"/>
            <a:ext cx="1219200" cy="285750"/>
          </a:xfrm>
          <a:prstGeom prst="roundRect">
            <a:avLst>
              <a:gd name="adj" fmla="val 40000"/>
            </a:avLst>
          </a:prstGeom>
          <a:solidFill>
            <a:srgbClr val="02809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Write Notes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2449568D-CB2A-4F4A-9AD7-5C0B24874AD5}"/>
              </a:ext>
            </a:extLst>
          </p:cNvPr>
          <p:cNvSpPr>
            <a:spLocks noGrp="1"/>
          </p:cNvSpPr>
          <p:nvPr/>
        </p:nvSpPr>
        <p:spPr>
          <a:xfrm>
            <a:off x="3238500" y="1733550"/>
            <a:ext cx="514350" cy="285750"/>
          </a:xfrm>
          <a:prstGeom prst="roundRect">
            <a:avLst>
              <a:gd name="adj" fmla="val 40000"/>
            </a:avLst>
          </a:prstGeom>
          <a:solidFill>
            <a:srgbClr val="7C6A0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Q1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A5BEC25-E036-47A9-97DC-F04599364F55}"/>
              </a:ext>
            </a:extLst>
          </p:cNvPr>
          <p:cNvSpPr>
            <a:spLocks noGrp="1"/>
          </p:cNvSpPr>
          <p:nvPr/>
        </p:nvSpPr>
        <p:spPr>
          <a:xfrm>
            <a:off x="10763250" y="1733550"/>
            <a:ext cx="666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pPr>
            <a:r>
              <a: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5 of 5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3F05D89-A5DB-47C6-8A59-8814534B2767}"/>
              </a:ext>
            </a:extLst>
          </p:cNvPr>
          <p:cNvSpPr>
            <a:spLocks noGrp="1"/>
          </p:cNvSpPr>
          <p:nvPr/>
        </p:nvSpPr>
        <p:spPr>
          <a:xfrm>
            <a:off x="762000" y="2114550"/>
            <a:ext cx="106489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 i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rPr sz="1200" b="0" i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Thromboangitis obliterans - two drugs with indications.</a:t>
            </a:r>
          </a:p>
        </p:txBody>
      </p:sp>
    </p:spTree>
    <p:extLst>
      <p:ext uri="{BB962C8B-B14F-4D97-AF65-F5344CB8AC3E}">
        <p14:creationId xmlns:p14="http://schemas.microsoft.com/office/powerpoint/2010/main" val="776464343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 35">
            <a:extLst>
              <a:ext uri="{FF2B5EF4-FFF2-40B4-BE49-F238E27FC236}">
                <a16:creationId xmlns:a16="http://schemas.microsoft.com/office/drawing/2014/main" id="{99A599E4-B054-4095-932B-8E4647A9D7D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066800"/>
          </a:xfrm>
          <a:prstGeom prst="rect">
            <a:avLst/>
          </a:prstGeom>
          <a:solidFill>
            <a:srgbClr val="028090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6EA9D91F-6B34-4019-955D-D19E23F20876}"/>
              </a:ext>
            </a:extLst>
          </p:cNvPr>
          <p:cNvSpPr>
            <a:spLocks noGrp="1"/>
          </p:cNvSpPr>
          <p:nvPr/>
        </p:nvSpPr>
        <p:spPr>
          <a:xfrm>
            <a:off x="457200" y="285750"/>
            <a:ext cx="533400" cy="533400"/>
          </a:xfrm>
          <a:prstGeom prst="ellipse">
            <a:avLst/>
          </a:prstGeom>
          <a:solidFill>
            <a:srgbClr val="00A896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F1DF0B1-50EF-4AD6-AB4F-37185FA4EF88}"/>
              </a:ext>
            </a:extLst>
          </p:cNvPr>
          <p:cNvSpPr>
            <a:spLocks noGrp="1"/>
          </p:cNvSpPr>
          <p:nvPr/>
        </p:nvSpPr>
        <p:spPr>
          <a:xfrm>
            <a:off x="457200" y="381000"/>
            <a:ext cx="5334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57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7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27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5E7A455-EF2E-4F56-8C6E-59899144B6BD}"/>
              </a:ext>
            </a:extLst>
          </p:cNvPr>
          <p:cNvSpPr>
            <a:spLocks noGrp="1"/>
          </p:cNvSpPr>
          <p:nvPr/>
        </p:nvSpPr>
        <p:spPr>
          <a:xfrm>
            <a:off x="1219200" y="209550"/>
            <a:ext cx="8382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400" b="1" i="0">
                <a:solidFill>
                  <a:srgbClr val="FFFFFF"/>
                </a:solidFill>
                <a:latin typeface="Cambria"/>
                <a:ea typeface="Cambria"/>
                <a:cs typeface="Cambria"/>
              </a:defRPr>
            </a:pPr>
            <a:r>
              <a:rPr sz="2400" b="1" i="0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Tuberculosis and granulomatous lesions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465AE20-797F-433F-8113-3E4B49BA2A0D}"/>
              </a:ext>
            </a:extLst>
          </p:cNvPr>
          <p:cNvSpPr>
            <a:spLocks noGrp="1"/>
          </p:cNvSpPr>
          <p:nvPr/>
        </p:nvSpPr>
        <p:spPr>
          <a:xfrm>
            <a:off x="1219200" y="666750"/>
            <a:ext cx="8382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125" b="0" i="1">
                <a:solidFill>
                  <a:srgbClr val="E6F5F3"/>
                </a:solidFill>
                <a:latin typeface="Calibri"/>
                <a:ea typeface="Calibri"/>
                <a:cs typeface="Calibri"/>
              </a:defRPr>
            </a:pPr>
            <a:r>
              <a:rPr sz="1125" b="0" i="1">
                <a:solidFill>
                  <a:srgbClr val="E6F5F3"/>
                </a:solidFill>
                <a:latin typeface="Calibri"/>
                <a:ea typeface="Calibri"/>
                <a:cs typeface="Calibri"/>
              </a:rPr>
              <a:t>5 times asked | 2 Write Notes | 3 Short Answers | part 1 of 2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3CDBB1CA-F86D-47DD-A411-28CD9E4D337F}"/>
              </a:ext>
            </a:extLst>
          </p:cNvPr>
          <p:cNvSpPr>
            <a:spLocks noGrp="1"/>
          </p:cNvSpPr>
          <p:nvPr/>
        </p:nvSpPr>
        <p:spPr>
          <a:xfrm>
            <a:off x="9886950" y="381000"/>
            <a:ext cx="1714500" cy="285750"/>
          </a:xfrm>
          <a:prstGeom prst="roundRect">
            <a:avLst>
              <a:gd name="adj" fmla="val 40000"/>
            </a:avLst>
          </a:prstGeom>
          <a:solidFill>
            <a:srgbClr val="016B78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Rank 27/55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A68C169-6C05-433D-9BC4-0F2B51B7EE1E}"/>
              </a:ext>
            </a:extLst>
          </p:cNvPr>
          <p:cNvSpPr>
            <a:spLocks noGrp="1"/>
          </p:cNvSpPr>
          <p:nvPr/>
        </p:nvSpPr>
        <p:spPr>
          <a:xfrm>
            <a:off x="552450" y="1200150"/>
            <a:ext cx="4000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1" i="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pPr>
            <a:r>
              <a:rPr sz="1275" b="1" i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Highlighted asked questions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6A4D215A-CD14-4686-ABC3-AD9F5D40E2F7}"/>
              </a:ext>
            </a:extLst>
          </p:cNvPr>
          <p:cNvSpPr>
            <a:spLocks noGrp="1"/>
          </p:cNvSpPr>
          <p:nvPr/>
        </p:nvSpPr>
        <p:spPr>
          <a:xfrm>
            <a:off x="552450" y="1562100"/>
            <a:ext cx="11087100" cy="1066800"/>
          </a:xfrm>
          <a:prstGeom prst="roundRect">
            <a:avLst>
              <a:gd name="adj" fmla="val 7143"/>
            </a:avLst>
          </a:prstGeom>
          <a:solidFill>
            <a:srgbClr val="FFF8D6"/>
          </a:solidFill>
          <a:ln w="9525">
            <a:solidFill>
              <a:srgbClr val="F2DF9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B5DFC30-5A59-4103-B630-7D7F13732909}"/>
              </a:ext>
            </a:extLst>
          </p:cNvPr>
          <p:cNvSpPr>
            <a:spLocks noGrp="1"/>
          </p:cNvSpPr>
          <p:nvPr/>
        </p:nvSpPr>
        <p:spPr>
          <a:xfrm>
            <a:off x="552450" y="1562100"/>
            <a:ext cx="76200" cy="1066800"/>
          </a:xfrm>
          <a:prstGeom prst="rect">
            <a:avLst/>
          </a:prstGeom>
          <a:solidFill>
            <a:srgbClr val="F6C343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B191F8BC-7383-426C-9412-1693768BE043}"/>
              </a:ext>
            </a:extLst>
          </p:cNvPr>
          <p:cNvSpPr>
            <a:spLocks noGrp="1"/>
          </p:cNvSpPr>
          <p:nvPr/>
        </p:nvSpPr>
        <p:spPr>
          <a:xfrm>
            <a:off x="762000" y="1733550"/>
            <a:ext cx="990600" cy="285750"/>
          </a:xfrm>
          <a:prstGeom prst="roundRect">
            <a:avLst>
              <a:gd name="adj" fmla="val 40000"/>
            </a:avLst>
          </a:prstGeom>
          <a:solidFill>
            <a:srgbClr val="02809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OCT 2019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2B20CFB-C076-41EA-B689-9D8A4B8DA9B6}"/>
              </a:ext>
            </a:extLst>
          </p:cNvPr>
          <p:cNvSpPr>
            <a:spLocks noGrp="1"/>
          </p:cNvSpPr>
          <p:nvPr/>
        </p:nvSpPr>
        <p:spPr>
          <a:xfrm>
            <a:off x="1885950" y="1733550"/>
            <a:ext cx="1219200" cy="285750"/>
          </a:xfrm>
          <a:prstGeom prst="roundRect">
            <a:avLst>
              <a:gd name="adj" fmla="val 40000"/>
            </a:avLst>
          </a:prstGeom>
          <a:solidFill>
            <a:srgbClr val="2563A8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Short Answers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917E95AC-A2FA-45BA-99D6-4D47ACC2C888}"/>
              </a:ext>
            </a:extLst>
          </p:cNvPr>
          <p:cNvSpPr>
            <a:spLocks noGrp="1"/>
          </p:cNvSpPr>
          <p:nvPr/>
        </p:nvSpPr>
        <p:spPr>
          <a:xfrm>
            <a:off x="3238500" y="1733550"/>
            <a:ext cx="514350" cy="285750"/>
          </a:xfrm>
          <a:prstGeom prst="roundRect">
            <a:avLst>
              <a:gd name="adj" fmla="val 40000"/>
            </a:avLst>
          </a:prstGeom>
          <a:solidFill>
            <a:srgbClr val="7C6A0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Q2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A73AA9D-0F4A-43FD-B88A-006BA227523C}"/>
              </a:ext>
            </a:extLst>
          </p:cNvPr>
          <p:cNvSpPr>
            <a:spLocks noGrp="1"/>
          </p:cNvSpPr>
          <p:nvPr/>
        </p:nvSpPr>
        <p:spPr>
          <a:xfrm>
            <a:off x="10763250" y="1733550"/>
            <a:ext cx="666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pPr>
            <a:r>
              <a: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1 of 5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8509F21-7416-43B8-A4E3-C7F96AB6A3FF}"/>
              </a:ext>
            </a:extLst>
          </p:cNvPr>
          <p:cNvSpPr>
            <a:spLocks noGrp="1"/>
          </p:cNvSpPr>
          <p:nvPr/>
        </p:nvSpPr>
        <p:spPr>
          <a:xfrm>
            <a:off x="762000" y="2114550"/>
            <a:ext cx="106489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 i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rPr sz="1200" b="0" i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Apple-jelly nodule.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50280C66-20AE-4612-BBAD-A0390CE53D8D}"/>
              </a:ext>
            </a:extLst>
          </p:cNvPr>
          <p:cNvSpPr>
            <a:spLocks noGrp="1"/>
          </p:cNvSpPr>
          <p:nvPr/>
        </p:nvSpPr>
        <p:spPr>
          <a:xfrm>
            <a:off x="552450" y="2800350"/>
            <a:ext cx="11087100" cy="1066800"/>
          </a:xfrm>
          <a:prstGeom prst="roundRect">
            <a:avLst>
              <a:gd name="adj" fmla="val 7143"/>
            </a:avLst>
          </a:prstGeom>
          <a:solidFill>
            <a:srgbClr val="FFF8D6"/>
          </a:solidFill>
          <a:ln w="9525">
            <a:solidFill>
              <a:srgbClr val="F2DF9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3AA21C5-D796-460A-99AE-1699C92420CE}"/>
              </a:ext>
            </a:extLst>
          </p:cNvPr>
          <p:cNvSpPr>
            <a:spLocks noGrp="1"/>
          </p:cNvSpPr>
          <p:nvPr/>
        </p:nvSpPr>
        <p:spPr>
          <a:xfrm>
            <a:off x="552450" y="2800350"/>
            <a:ext cx="76200" cy="1066800"/>
          </a:xfrm>
          <a:prstGeom prst="rect">
            <a:avLst/>
          </a:prstGeom>
          <a:solidFill>
            <a:srgbClr val="F6C343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3E076447-B4A4-4EBC-AA84-B137AB3342B8}"/>
              </a:ext>
            </a:extLst>
          </p:cNvPr>
          <p:cNvSpPr>
            <a:spLocks noGrp="1"/>
          </p:cNvSpPr>
          <p:nvPr/>
        </p:nvSpPr>
        <p:spPr>
          <a:xfrm>
            <a:off x="762000" y="2971800"/>
            <a:ext cx="990600" cy="285750"/>
          </a:xfrm>
          <a:prstGeom prst="roundRect">
            <a:avLst>
              <a:gd name="adj" fmla="val 40000"/>
            </a:avLst>
          </a:prstGeom>
          <a:solidFill>
            <a:srgbClr val="02809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OCT 2022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B65EDB8B-E819-4F4E-A784-D403277B7889}"/>
              </a:ext>
            </a:extLst>
          </p:cNvPr>
          <p:cNvSpPr>
            <a:spLocks noGrp="1"/>
          </p:cNvSpPr>
          <p:nvPr/>
        </p:nvSpPr>
        <p:spPr>
          <a:xfrm>
            <a:off x="1885950" y="2971800"/>
            <a:ext cx="1219200" cy="285750"/>
          </a:xfrm>
          <a:prstGeom prst="roundRect">
            <a:avLst>
              <a:gd name="adj" fmla="val 40000"/>
            </a:avLst>
          </a:prstGeom>
          <a:solidFill>
            <a:srgbClr val="2563A8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Short Answers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1FB68D60-6FAE-45A3-9960-CFFB5994227F}"/>
              </a:ext>
            </a:extLst>
          </p:cNvPr>
          <p:cNvSpPr>
            <a:spLocks noGrp="1"/>
          </p:cNvSpPr>
          <p:nvPr/>
        </p:nvSpPr>
        <p:spPr>
          <a:xfrm>
            <a:off x="3238500" y="2971800"/>
            <a:ext cx="514350" cy="285750"/>
          </a:xfrm>
          <a:prstGeom prst="roundRect">
            <a:avLst>
              <a:gd name="adj" fmla="val 40000"/>
            </a:avLst>
          </a:prstGeom>
          <a:solidFill>
            <a:srgbClr val="7C6A0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Q5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FFA763B-8E2B-4038-8E23-B6774E0F6979}"/>
              </a:ext>
            </a:extLst>
          </p:cNvPr>
          <p:cNvSpPr>
            <a:spLocks noGrp="1"/>
          </p:cNvSpPr>
          <p:nvPr/>
        </p:nvSpPr>
        <p:spPr>
          <a:xfrm>
            <a:off x="10763250" y="2971800"/>
            <a:ext cx="666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pPr>
            <a:r>
              <a: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2 of 5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A0DA025-EE8E-4022-96B4-5253340C7449}"/>
              </a:ext>
            </a:extLst>
          </p:cNvPr>
          <p:cNvSpPr>
            <a:spLocks noGrp="1"/>
          </p:cNvSpPr>
          <p:nvPr/>
        </p:nvSpPr>
        <p:spPr>
          <a:xfrm>
            <a:off x="762000" y="3352800"/>
            <a:ext cx="106489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 i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rPr sz="1200" b="0" i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Apple-jelly nodule.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4218D58E-D145-4FB9-9B13-BC132CE5FC5B}"/>
              </a:ext>
            </a:extLst>
          </p:cNvPr>
          <p:cNvSpPr>
            <a:spLocks noGrp="1"/>
          </p:cNvSpPr>
          <p:nvPr/>
        </p:nvSpPr>
        <p:spPr>
          <a:xfrm>
            <a:off x="552450" y="4038600"/>
            <a:ext cx="11087100" cy="1066800"/>
          </a:xfrm>
          <a:prstGeom prst="roundRect">
            <a:avLst>
              <a:gd name="adj" fmla="val 7143"/>
            </a:avLst>
          </a:prstGeom>
          <a:solidFill>
            <a:srgbClr val="FFF8D6"/>
          </a:solidFill>
          <a:ln w="9525">
            <a:solidFill>
              <a:srgbClr val="F2DF9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2DB2402-BFD6-4F68-87F7-FE6EB260119F}"/>
              </a:ext>
            </a:extLst>
          </p:cNvPr>
          <p:cNvSpPr>
            <a:spLocks noGrp="1"/>
          </p:cNvSpPr>
          <p:nvPr/>
        </p:nvSpPr>
        <p:spPr>
          <a:xfrm>
            <a:off x="552450" y="4038600"/>
            <a:ext cx="76200" cy="1066800"/>
          </a:xfrm>
          <a:prstGeom prst="rect">
            <a:avLst/>
          </a:prstGeom>
          <a:solidFill>
            <a:srgbClr val="F6C343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D2F94726-10D5-43B5-81A7-C29BB33AA1C5}"/>
              </a:ext>
            </a:extLst>
          </p:cNvPr>
          <p:cNvSpPr>
            <a:spLocks noGrp="1"/>
          </p:cNvSpPr>
          <p:nvPr/>
        </p:nvSpPr>
        <p:spPr>
          <a:xfrm>
            <a:off x="762000" y="4210050"/>
            <a:ext cx="990600" cy="285750"/>
          </a:xfrm>
          <a:prstGeom prst="roundRect">
            <a:avLst>
              <a:gd name="adj" fmla="val 40000"/>
            </a:avLst>
          </a:prstGeom>
          <a:solidFill>
            <a:srgbClr val="02809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MAR 2025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1073423B-5EF9-4E36-ABD6-ECBEB63CF68D}"/>
              </a:ext>
            </a:extLst>
          </p:cNvPr>
          <p:cNvSpPr>
            <a:spLocks noGrp="1"/>
          </p:cNvSpPr>
          <p:nvPr/>
        </p:nvSpPr>
        <p:spPr>
          <a:xfrm>
            <a:off x="1885950" y="4210050"/>
            <a:ext cx="1219200" cy="285750"/>
          </a:xfrm>
          <a:prstGeom prst="roundRect">
            <a:avLst>
              <a:gd name="adj" fmla="val 40000"/>
            </a:avLst>
          </a:prstGeom>
          <a:solidFill>
            <a:srgbClr val="02809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Write Notes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4EAF7B71-29CB-49E4-B805-CCF089162E47}"/>
              </a:ext>
            </a:extLst>
          </p:cNvPr>
          <p:cNvSpPr>
            <a:spLocks noGrp="1"/>
          </p:cNvSpPr>
          <p:nvPr/>
        </p:nvSpPr>
        <p:spPr>
          <a:xfrm>
            <a:off x="3238500" y="4210050"/>
            <a:ext cx="514350" cy="285750"/>
          </a:xfrm>
          <a:prstGeom prst="roundRect">
            <a:avLst>
              <a:gd name="adj" fmla="val 40000"/>
            </a:avLst>
          </a:prstGeom>
          <a:solidFill>
            <a:srgbClr val="7C6A0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Q4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D5E57CF-D78C-4E53-86CA-6B0F915D6B44}"/>
              </a:ext>
            </a:extLst>
          </p:cNvPr>
          <p:cNvSpPr>
            <a:spLocks noGrp="1"/>
          </p:cNvSpPr>
          <p:nvPr/>
        </p:nvSpPr>
        <p:spPr>
          <a:xfrm>
            <a:off x="10763250" y="4210050"/>
            <a:ext cx="666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pPr>
            <a:r>
              <a: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3 of 5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0471F6C6-CD99-47F3-AB97-A3FA29FADE96}"/>
              </a:ext>
            </a:extLst>
          </p:cNvPr>
          <p:cNvSpPr>
            <a:spLocks noGrp="1"/>
          </p:cNvSpPr>
          <p:nvPr/>
        </p:nvSpPr>
        <p:spPr>
          <a:xfrm>
            <a:off x="762000" y="4591050"/>
            <a:ext cx="106489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 i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rPr sz="1200" b="0" i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Clinical features and Management of TB spine.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2EF65A63-E3A2-48ED-AD30-2028CB76A480}"/>
              </a:ext>
            </a:extLst>
          </p:cNvPr>
          <p:cNvSpPr>
            <a:spLocks noGrp="1"/>
          </p:cNvSpPr>
          <p:nvPr/>
        </p:nvSpPr>
        <p:spPr>
          <a:xfrm>
            <a:off x="552450" y="5276850"/>
            <a:ext cx="11087100" cy="1066800"/>
          </a:xfrm>
          <a:prstGeom prst="roundRect">
            <a:avLst>
              <a:gd name="adj" fmla="val 7143"/>
            </a:avLst>
          </a:prstGeom>
          <a:solidFill>
            <a:srgbClr val="FFF8D6"/>
          </a:solidFill>
          <a:ln w="9525">
            <a:solidFill>
              <a:srgbClr val="F2DF9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9E46419C-2045-461F-9E9E-73F4EBE28F0C}"/>
              </a:ext>
            </a:extLst>
          </p:cNvPr>
          <p:cNvSpPr>
            <a:spLocks noGrp="1"/>
          </p:cNvSpPr>
          <p:nvPr/>
        </p:nvSpPr>
        <p:spPr>
          <a:xfrm>
            <a:off x="552450" y="5276850"/>
            <a:ext cx="76200" cy="1066800"/>
          </a:xfrm>
          <a:prstGeom prst="rect">
            <a:avLst/>
          </a:prstGeom>
          <a:solidFill>
            <a:srgbClr val="F6C343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5D18C247-59B0-4944-A868-712CA6BCE1FC}"/>
              </a:ext>
            </a:extLst>
          </p:cNvPr>
          <p:cNvSpPr>
            <a:spLocks noGrp="1"/>
          </p:cNvSpPr>
          <p:nvPr/>
        </p:nvSpPr>
        <p:spPr>
          <a:xfrm>
            <a:off x="762000" y="5448300"/>
            <a:ext cx="990600" cy="285750"/>
          </a:xfrm>
          <a:prstGeom prst="roundRect">
            <a:avLst>
              <a:gd name="adj" fmla="val 40000"/>
            </a:avLst>
          </a:prstGeom>
          <a:solidFill>
            <a:srgbClr val="02809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AUG 2025</a:t>
            </a: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9075EDE4-DCE3-4376-BC3E-984A4B4F72BF}"/>
              </a:ext>
            </a:extLst>
          </p:cNvPr>
          <p:cNvSpPr>
            <a:spLocks noGrp="1"/>
          </p:cNvSpPr>
          <p:nvPr/>
        </p:nvSpPr>
        <p:spPr>
          <a:xfrm>
            <a:off x="1885950" y="5448300"/>
            <a:ext cx="1219200" cy="285750"/>
          </a:xfrm>
          <a:prstGeom prst="roundRect">
            <a:avLst>
              <a:gd name="adj" fmla="val 40000"/>
            </a:avLst>
          </a:prstGeom>
          <a:solidFill>
            <a:srgbClr val="2563A8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Short Answers</a:t>
            </a: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4081FC71-2B20-4B87-89E0-92F1FFF9D232}"/>
              </a:ext>
            </a:extLst>
          </p:cNvPr>
          <p:cNvSpPr>
            <a:spLocks noGrp="1"/>
          </p:cNvSpPr>
          <p:nvPr/>
        </p:nvSpPr>
        <p:spPr>
          <a:xfrm>
            <a:off x="3238500" y="5448300"/>
            <a:ext cx="514350" cy="285750"/>
          </a:xfrm>
          <a:prstGeom prst="roundRect">
            <a:avLst>
              <a:gd name="adj" fmla="val 40000"/>
            </a:avLst>
          </a:prstGeom>
          <a:solidFill>
            <a:srgbClr val="7C6A0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Q5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C2A26308-6137-4210-A5CE-A0FBDDD2AC98}"/>
              </a:ext>
            </a:extLst>
          </p:cNvPr>
          <p:cNvSpPr>
            <a:spLocks noGrp="1"/>
          </p:cNvSpPr>
          <p:nvPr/>
        </p:nvSpPr>
        <p:spPr>
          <a:xfrm>
            <a:off x="10763250" y="5448300"/>
            <a:ext cx="666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pPr>
            <a:r>
              <a: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4 of 5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3748B3FA-0FA8-458C-95CB-B539363EF22A}"/>
              </a:ext>
            </a:extLst>
          </p:cNvPr>
          <p:cNvSpPr>
            <a:spLocks noGrp="1"/>
          </p:cNvSpPr>
          <p:nvPr/>
        </p:nvSpPr>
        <p:spPr>
          <a:xfrm>
            <a:off x="762000" y="5829300"/>
            <a:ext cx="106489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 i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rPr sz="1200" b="0" i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Apple - jelly nodule.</a:t>
            </a:r>
          </a:p>
        </p:txBody>
      </p:sp>
    </p:spTree>
    <p:extLst>
      <p:ext uri="{BB962C8B-B14F-4D97-AF65-F5344CB8AC3E}">
        <p14:creationId xmlns:p14="http://schemas.microsoft.com/office/powerpoint/2010/main" val="1579192041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10A96095-6F1E-4563-B859-36E9D3C65EB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066800"/>
          </a:xfrm>
          <a:prstGeom prst="rect">
            <a:avLst/>
          </a:prstGeom>
          <a:solidFill>
            <a:srgbClr val="028090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6E150B05-44DD-4D54-9C0A-E2A2A9FDE628}"/>
              </a:ext>
            </a:extLst>
          </p:cNvPr>
          <p:cNvSpPr>
            <a:spLocks noGrp="1"/>
          </p:cNvSpPr>
          <p:nvPr/>
        </p:nvSpPr>
        <p:spPr>
          <a:xfrm>
            <a:off x="457200" y="285750"/>
            <a:ext cx="533400" cy="533400"/>
          </a:xfrm>
          <a:prstGeom prst="ellipse">
            <a:avLst/>
          </a:prstGeom>
          <a:solidFill>
            <a:srgbClr val="00A896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26C5609-6E90-4BF6-BF27-5399C93A94F4}"/>
              </a:ext>
            </a:extLst>
          </p:cNvPr>
          <p:cNvSpPr>
            <a:spLocks noGrp="1"/>
          </p:cNvSpPr>
          <p:nvPr/>
        </p:nvSpPr>
        <p:spPr>
          <a:xfrm>
            <a:off x="457200" y="381000"/>
            <a:ext cx="5334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57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7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27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54FA7FA-AD00-4A34-BE79-83920F33E6F7}"/>
              </a:ext>
            </a:extLst>
          </p:cNvPr>
          <p:cNvSpPr>
            <a:spLocks noGrp="1"/>
          </p:cNvSpPr>
          <p:nvPr/>
        </p:nvSpPr>
        <p:spPr>
          <a:xfrm>
            <a:off x="1219200" y="209550"/>
            <a:ext cx="8382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400" b="1" i="0">
                <a:solidFill>
                  <a:srgbClr val="FFFFFF"/>
                </a:solidFill>
                <a:latin typeface="Cambria"/>
                <a:ea typeface="Cambria"/>
                <a:cs typeface="Cambria"/>
              </a:defRPr>
            </a:pPr>
            <a:r>
              <a:rPr sz="2400" b="1" i="0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Tuberculosis and granulomatous lesions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E4DF48B-E24C-413D-92DE-8E8D5D461096}"/>
              </a:ext>
            </a:extLst>
          </p:cNvPr>
          <p:cNvSpPr>
            <a:spLocks noGrp="1"/>
          </p:cNvSpPr>
          <p:nvPr/>
        </p:nvSpPr>
        <p:spPr>
          <a:xfrm>
            <a:off x="1219200" y="666750"/>
            <a:ext cx="8382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125" b="0" i="1">
                <a:solidFill>
                  <a:srgbClr val="E6F5F3"/>
                </a:solidFill>
                <a:latin typeface="Calibri"/>
                <a:ea typeface="Calibri"/>
                <a:cs typeface="Calibri"/>
              </a:defRPr>
            </a:pPr>
            <a:r>
              <a:rPr sz="1125" b="0" i="1">
                <a:solidFill>
                  <a:srgbClr val="E6F5F3"/>
                </a:solidFill>
                <a:latin typeface="Calibri"/>
                <a:ea typeface="Calibri"/>
                <a:cs typeface="Calibri"/>
              </a:rPr>
              <a:t>5 times asked | 2 Write Notes | 3 Short Answers | part 2 of 2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03AFA812-12CB-4013-BCAB-5301EBADBD5B}"/>
              </a:ext>
            </a:extLst>
          </p:cNvPr>
          <p:cNvSpPr>
            <a:spLocks noGrp="1"/>
          </p:cNvSpPr>
          <p:nvPr/>
        </p:nvSpPr>
        <p:spPr>
          <a:xfrm>
            <a:off x="9886950" y="381000"/>
            <a:ext cx="1714500" cy="285750"/>
          </a:xfrm>
          <a:prstGeom prst="roundRect">
            <a:avLst>
              <a:gd name="adj" fmla="val 40000"/>
            </a:avLst>
          </a:prstGeom>
          <a:solidFill>
            <a:srgbClr val="016B78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Rank 27/55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09F1A03-571F-4193-BF10-80FA8947F56A}"/>
              </a:ext>
            </a:extLst>
          </p:cNvPr>
          <p:cNvSpPr>
            <a:spLocks noGrp="1"/>
          </p:cNvSpPr>
          <p:nvPr/>
        </p:nvSpPr>
        <p:spPr>
          <a:xfrm>
            <a:off x="552450" y="1200150"/>
            <a:ext cx="4000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1" i="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pPr>
            <a:r>
              <a:rPr sz="1275" b="1" i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Highlighted asked questions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7D0E9A95-5FB2-4468-B4A2-8DD742A965C1}"/>
              </a:ext>
            </a:extLst>
          </p:cNvPr>
          <p:cNvSpPr>
            <a:spLocks noGrp="1"/>
          </p:cNvSpPr>
          <p:nvPr/>
        </p:nvSpPr>
        <p:spPr>
          <a:xfrm>
            <a:off x="552450" y="1562100"/>
            <a:ext cx="11087100" cy="1066800"/>
          </a:xfrm>
          <a:prstGeom prst="roundRect">
            <a:avLst>
              <a:gd name="adj" fmla="val 7143"/>
            </a:avLst>
          </a:prstGeom>
          <a:solidFill>
            <a:srgbClr val="FFF8D6"/>
          </a:solidFill>
          <a:ln w="9525">
            <a:solidFill>
              <a:srgbClr val="F2DF9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B90FF58-26CC-431F-933D-FA56BD7D8911}"/>
              </a:ext>
            </a:extLst>
          </p:cNvPr>
          <p:cNvSpPr>
            <a:spLocks noGrp="1"/>
          </p:cNvSpPr>
          <p:nvPr/>
        </p:nvSpPr>
        <p:spPr>
          <a:xfrm>
            <a:off x="552450" y="1562100"/>
            <a:ext cx="76200" cy="1066800"/>
          </a:xfrm>
          <a:prstGeom prst="rect">
            <a:avLst/>
          </a:prstGeom>
          <a:solidFill>
            <a:srgbClr val="F6C343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3AA5B4DA-1FE0-40D0-82B0-3FB7671A7C45}"/>
              </a:ext>
            </a:extLst>
          </p:cNvPr>
          <p:cNvSpPr>
            <a:spLocks noGrp="1"/>
          </p:cNvSpPr>
          <p:nvPr/>
        </p:nvSpPr>
        <p:spPr>
          <a:xfrm>
            <a:off x="762000" y="1733550"/>
            <a:ext cx="990600" cy="285750"/>
          </a:xfrm>
          <a:prstGeom prst="roundRect">
            <a:avLst>
              <a:gd name="adj" fmla="val 40000"/>
            </a:avLst>
          </a:prstGeom>
          <a:solidFill>
            <a:srgbClr val="02809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AUG 2025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42222836-12C2-4488-83D1-E58035D85B9C}"/>
              </a:ext>
            </a:extLst>
          </p:cNvPr>
          <p:cNvSpPr>
            <a:spLocks noGrp="1"/>
          </p:cNvSpPr>
          <p:nvPr/>
        </p:nvSpPr>
        <p:spPr>
          <a:xfrm>
            <a:off x="1885950" y="1733550"/>
            <a:ext cx="1219200" cy="285750"/>
          </a:xfrm>
          <a:prstGeom prst="roundRect">
            <a:avLst>
              <a:gd name="adj" fmla="val 40000"/>
            </a:avLst>
          </a:prstGeom>
          <a:solidFill>
            <a:srgbClr val="02809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Write Notes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224CCB8C-16F1-4B59-B600-3F1D00109685}"/>
              </a:ext>
            </a:extLst>
          </p:cNvPr>
          <p:cNvSpPr>
            <a:spLocks noGrp="1"/>
          </p:cNvSpPr>
          <p:nvPr/>
        </p:nvSpPr>
        <p:spPr>
          <a:xfrm>
            <a:off x="3238500" y="1733550"/>
            <a:ext cx="514350" cy="285750"/>
          </a:xfrm>
          <a:prstGeom prst="roundRect">
            <a:avLst>
              <a:gd name="adj" fmla="val 40000"/>
            </a:avLst>
          </a:prstGeom>
          <a:solidFill>
            <a:srgbClr val="7C6A0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Q8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5C9731E-6F16-4C94-BACD-DCB36F80941A}"/>
              </a:ext>
            </a:extLst>
          </p:cNvPr>
          <p:cNvSpPr>
            <a:spLocks noGrp="1"/>
          </p:cNvSpPr>
          <p:nvPr/>
        </p:nvSpPr>
        <p:spPr>
          <a:xfrm>
            <a:off x="10763250" y="1733550"/>
            <a:ext cx="666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pPr>
            <a:r>
              <a: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5 of 5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B570686-B382-4C2D-95FC-8DA50B334598}"/>
              </a:ext>
            </a:extLst>
          </p:cNvPr>
          <p:cNvSpPr>
            <a:spLocks noGrp="1"/>
          </p:cNvSpPr>
          <p:nvPr/>
        </p:nvSpPr>
        <p:spPr>
          <a:xfrm>
            <a:off x="762000" y="2114550"/>
            <a:ext cx="106489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 i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rPr sz="1200" b="0" i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Tuberculous lymphadenitis. Write two drugs with indications.</a:t>
            </a:r>
          </a:p>
        </p:txBody>
      </p:sp>
    </p:spTree>
    <p:extLst>
      <p:ext uri="{BB962C8B-B14F-4D97-AF65-F5344CB8AC3E}">
        <p14:creationId xmlns:p14="http://schemas.microsoft.com/office/powerpoint/2010/main" val="911446667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 35">
            <a:extLst>
              <a:ext uri="{FF2B5EF4-FFF2-40B4-BE49-F238E27FC236}">
                <a16:creationId xmlns:a16="http://schemas.microsoft.com/office/drawing/2014/main" id="{01E7695F-45EE-4582-80D1-285A1F46623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066800"/>
          </a:xfrm>
          <a:prstGeom prst="rect">
            <a:avLst/>
          </a:prstGeom>
          <a:solidFill>
            <a:srgbClr val="028090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5FD5704A-9541-45E7-BF39-01F34D0E1A90}"/>
              </a:ext>
            </a:extLst>
          </p:cNvPr>
          <p:cNvSpPr>
            <a:spLocks noGrp="1"/>
          </p:cNvSpPr>
          <p:nvPr/>
        </p:nvSpPr>
        <p:spPr>
          <a:xfrm>
            <a:off x="457200" y="285750"/>
            <a:ext cx="533400" cy="533400"/>
          </a:xfrm>
          <a:prstGeom prst="ellipse">
            <a:avLst/>
          </a:prstGeom>
          <a:solidFill>
            <a:srgbClr val="00A896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E9DCA0B-4F87-4F85-991D-E095A5D7E31F}"/>
              </a:ext>
            </a:extLst>
          </p:cNvPr>
          <p:cNvSpPr>
            <a:spLocks noGrp="1"/>
          </p:cNvSpPr>
          <p:nvPr/>
        </p:nvSpPr>
        <p:spPr>
          <a:xfrm>
            <a:off x="457200" y="381000"/>
            <a:ext cx="5334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57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7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28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6C0C792-A1E2-4F70-8EE8-B6754FB63083}"/>
              </a:ext>
            </a:extLst>
          </p:cNvPr>
          <p:cNvSpPr>
            <a:spLocks noGrp="1"/>
          </p:cNvSpPr>
          <p:nvPr/>
        </p:nvSpPr>
        <p:spPr>
          <a:xfrm>
            <a:off x="1219200" y="209550"/>
            <a:ext cx="8382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400" b="1" i="0">
                <a:solidFill>
                  <a:srgbClr val="FFFFFF"/>
                </a:solidFill>
                <a:latin typeface="Cambria"/>
                <a:ea typeface="Cambria"/>
                <a:cs typeface="Cambria"/>
              </a:defRPr>
            </a:pPr>
            <a:r>
              <a:rPr sz="2400" b="1" i="0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AIDS and infections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0879D65-4852-4E4D-B2E7-3AE2E7FDDADF}"/>
              </a:ext>
            </a:extLst>
          </p:cNvPr>
          <p:cNvSpPr>
            <a:spLocks noGrp="1"/>
          </p:cNvSpPr>
          <p:nvPr/>
        </p:nvSpPr>
        <p:spPr>
          <a:xfrm>
            <a:off x="1219200" y="666750"/>
            <a:ext cx="8382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125" b="0" i="1">
                <a:solidFill>
                  <a:srgbClr val="E6F5F3"/>
                </a:solidFill>
                <a:latin typeface="Calibri"/>
                <a:ea typeface="Calibri"/>
                <a:cs typeface="Calibri"/>
              </a:defRPr>
            </a:pPr>
            <a:r>
              <a:rPr sz="1125" b="0" i="1">
                <a:solidFill>
                  <a:srgbClr val="E6F5F3"/>
                </a:solidFill>
                <a:latin typeface="Calibri"/>
                <a:ea typeface="Calibri"/>
                <a:cs typeface="Calibri"/>
              </a:rPr>
              <a:t>4 times asked | 1 Write Notes | 3 Short Answers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373D13BE-12DA-4A35-B660-2AEC0E0BECD7}"/>
              </a:ext>
            </a:extLst>
          </p:cNvPr>
          <p:cNvSpPr>
            <a:spLocks noGrp="1"/>
          </p:cNvSpPr>
          <p:nvPr/>
        </p:nvSpPr>
        <p:spPr>
          <a:xfrm>
            <a:off x="9886950" y="381000"/>
            <a:ext cx="1714500" cy="285750"/>
          </a:xfrm>
          <a:prstGeom prst="roundRect">
            <a:avLst>
              <a:gd name="adj" fmla="val 40000"/>
            </a:avLst>
          </a:prstGeom>
          <a:solidFill>
            <a:srgbClr val="016B78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Rank 28/55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DB37EDA-02A6-4A28-810D-FE716319D34C}"/>
              </a:ext>
            </a:extLst>
          </p:cNvPr>
          <p:cNvSpPr>
            <a:spLocks noGrp="1"/>
          </p:cNvSpPr>
          <p:nvPr/>
        </p:nvSpPr>
        <p:spPr>
          <a:xfrm>
            <a:off x="552450" y="1200150"/>
            <a:ext cx="4000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1" i="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pPr>
            <a:r>
              <a:rPr sz="1275" b="1" i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Highlighted asked questions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0E0DB01E-5033-4672-B294-9EADC41C475E}"/>
              </a:ext>
            </a:extLst>
          </p:cNvPr>
          <p:cNvSpPr>
            <a:spLocks noGrp="1"/>
          </p:cNvSpPr>
          <p:nvPr/>
        </p:nvSpPr>
        <p:spPr>
          <a:xfrm>
            <a:off x="552450" y="1562100"/>
            <a:ext cx="11087100" cy="1066800"/>
          </a:xfrm>
          <a:prstGeom prst="roundRect">
            <a:avLst>
              <a:gd name="adj" fmla="val 7143"/>
            </a:avLst>
          </a:prstGeom>
          <a:solidFill>
            <a:srgbClr val="FFF8D6"/>
          </a:solidFill>
          <a:ln w="9525">
            <a:solidFill>
              <a:srgbClr val="F2DF9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E4674E4-8F56-4A86-B1BB-123911AEF99D}"/>
              </a:ext>
            </a:extLst>
          </p:cNvPr>
          <p:cNvSpPr>
            <a:spLocks noGrp="1"/>
          </p:cNvSpPr>
          <p:nvPr/>
        </p:nvSpPr>
        <p:spPr>
          <a:xfrm>
            <a:off x="552450" y="1562100"/>
            <a:ext cx="76200" cy="1066800"/>
          </a:xfrm>
          <a:prstGeom prst="rect">
            <a:avLst/>
          </a:prstGeom>
          <a:solidFill>
            <a:srgbClr val="F6C343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A5F9E042-A070-48D8-8CB5-68F0FC3623FA}"/>
              </a:ext>
            </a:extLst>
          </p:cNvPr>
          <p:cNvSpPr>
            <a:spLocks noGrp="1"/>
          </p:cNvSpPr>
          <p:nvPr/>
        </p:nvSpPr>
        <p:spPr>
          <a:xfrm>
            <a:off x="762000" y="1733550"/>
            <a:ext cx="990600" cy="285750"/>
          </a:xfrm>
          <a:prstGeom prst="roundRect">
            <a:avLst>
              <a:gd name="adj" fmla="val 40000"/>
            </a:avLst>
          </a:prstGeom>
          <a:solidFill>
            <a:srgbClr val="02809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OCT 2019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04EA4966-119D-45AF-938F-7EE3FB78965C}"/>
              </a:ext>
            </a:extLst>
          </p:cNvPr>
          <p:cNvSpPr>
            <a:spLocks noGrp="1"/>
          </p:cNvSpPr>
          <p:nvPr/>
        </p:nvSpPr>
        <p:spPr>
          <a:xfrm>
            <a:off x="1885950" y="1733550"/>
            <a:ext cx="1219200" cy="285750"/>
          </a:xfrm>
          <a:prstGeom prst="roundRect">
            <a:avLst>
              <a:gd name="adj" fmla="val 40000"/>
            </a:avLst>
          </a:prstGeom>
          <a:solidFill>
            <a:srgbClr val="2563A8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Short Answers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013CB223-5827-45F0-801A-CF3B2C72D232}"/>
              </a:ext>
            </a:extLst>
          </p:cNvPr>
          <p:cNvSpPr>
            <a:spLocks noGrp="1"/>
          </p:cNvSpPr>
          <p:nvPr/>
        </p:nvSpPr>
        <p:spPr>
          <a:xfrm>
            <a:off x="3238500" y="1733550"/>
            <a:ext cx="514350" cy="285750"/>
          </a:xfrm>
          <a:prstGeom prst="roundRect">
            <a:avLst>
              <a:gd name="adj" fmla="val 40000"/>
            </a:avLst>
          </a:prstGeom>
          <a:solidFill>
            <a:srgbClr val="7C6A0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Q3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9B56704-AB3B-4298-BCB6-C43CDC00459D}"/>
              </a:ext>
            </a:extLst>
          </p:cNvPr>
          <p:cNvSpPr>
            <a:spLocks noGrp="1"/>
          </p:cNvSpPr>
          <p:nvPr/>
        </p:nvSpPr>
        <p:spPr>
          <a:xfrm>
            <a:off x="10763250" y="1733550"/>
            <a:ext cx="666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pPr>
            <a:r>
              <a: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1 of 4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F5A29DD-4B51-4E06-BC2F-AF4A14438179}"/>
              </a:ext>
            </a:extLst>
          </p:cNvPr>
          <p:cNvSpPr>
            <a:spLocks noGrp="1"/>
          </p:cNvSpPr>
          <p:nvPr/>
        </p:nvSpPr>
        <p:spPr>
          <a:xfrm>
            <a:off x="762000" y="2114550"/>
            <a:ext cx="106489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 i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rPr sz="1200" b="0" i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Nosocomical infection.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DDCF1EDB-A7E9-4978-92E1-1FB51407467D}"/>
              </a:ext>
            </a:extLst>
          </p:cNvPr>
          <p:cNvSpPr>
            <a:spLocks noGrp="1"/>
          </p:cNvSpPr>
          <p:nvPr/>
        </p:nvSpPr>
        <p:spPr>
          <a:xfrm>
            <a:off x="552450" y="2800350"/>
            <a:ext cx="11087100" cy="1066800"/>
          </a:xfrm>
          <a:prstGeom prst="roundRect">
            <a:avLst>
              <a:gd name="adj" fmla="val 7143"/>
            </a:avLst>
          </a:prstGeom>
          <a:solidFill>
            <a:srgbClr val="FFF8D6"/>
          </a:solidFill>
          <a:ln w="9525">
            <a:solidFill>
              <a:srgbClr val="F2DF9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0CE7DC7-F8A7-4BC5-AFDF-4E759CE4B038}"/>
              </a:ext>
            </a:extLst>
          </p:cNvPr>
          <p:cNvSpPr>
            <a:spLocks noGrp="1"/>
          </p:cNvSpPr>
          <p:nvPr/>
        </p:nvSpPr>
        <p:spPr>
          <a:xfrm>
            <a:off x="552450" y="2800350"/>
            <a:ext cx="76200" cy="1066800"/>
          </a:xfrm>
          <a:prstGeom prst="rect">
            <a:avLst/>
          </a:prstGeom>
          <a:solidFill>
            <a:srgbClr val="F6C343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8F7B4A03-2F7D-454D-9F1A-446F573A9436}"/>
              </a:ext>
            </a:extLst>
          </p:cNvPr>
          <p:cNvSpPr>
            <a:spLocks noGrp="1"/>
          </p:cNvSpPr>
          <p:nvPr/>
        </p:nvSpPr>
        <p:spPr>
          <a:xfrm>
            <a:off x="762000" y="2971800"/>
            <a:ext cx="990600" cy="285750"/>
          </a:xfrm>
          <a:prstGeom prst="roundRect">
            <a:avLst>
              <a:gd name="adj" fmla="val 40000"/>
            </a:avLst>
          </a:prstGeom>
          <a:solidFill>
            <a:srgbClr val="02809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FEB 2022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A0827841-4910-430E-973C-667F3BF98AB8}"/>
              </a:ext>
            </a:extLst>
          </p:cNvPr>
          <p:cNvSpPr>
            <a:spLocks noGrp="1"/>
          </p:cNvSpPr>
          <p:nvPr/>
        </p:nvSpPr>
        <p:spPr>
          <a:xfrm>
            <a:off x="1885950" y="2971800"/>
            <a:ext cx="1219200" cy="285750"/>
          </a:xfrm>
          <a:prstGeom prst="roundRect">
            <a:avLst>
              <a:gd name="adj" fmla="val 40000"/>
            </a:avLst>
          </a:prstGeom>
          <a:solidFill>
            <a:srgbClr val="2563A8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Short Answers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A480CD42-C97E-4A5F-A508-F90F843332ED}"/>
              </a:ext>
            </a:extLst>
          </p:cNvPr>
          <p:cNvSpPr>
            <a:spLocks noGrp="1"/>
          </p:cNvSpPr>
          <p:nvPr/>
        </p:nvSpPr>
        <p:spPr>
          <a:xfrm>
            <a:off x="3238500" y="2971800"/>
            <a:ext cx="514350" cy="285750"/>
          </a:xfrm>
          <a:prstGeom prst="roundRect">
            <a:avLst>
              <a:gd name="adj" fmla="val 40000"/>
            </a:avLst>
          </a:prstGeom>
          <a:solidFill>
            <a:srgbClr val="7C6A0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Q2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048DA7F-A538-46A6-8EAF-28B8FF03BF5C}"/>
              </a:ext>
            </a:extLst>
          </p:cNvPr>
          <p:cNvSpPr>
            <a:spLocks noGrp="1"/>
          </p:cNvSpPr>
          <p:nvPr/>
        </p:nvSpPr>
        <p:spPr>
          <a:xfrm>
            <a:off x="10763250" y="2971800"/>
            <a:ext cx="666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pPr>
            <a:r>
              <a: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2 of 4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7B55EC4-0D3A-44BE-82BE-48DA770D06A8}"/>
              </a:ext>
            </a:extLst>
          </p:cNvPr>
          <p:cNvSpPr>
            <a:spLocks noGrp="1"/>
          </p:cNvSpPr>
          <p:nvPr/>
        </p:nvSpPr>
        <p:spPr>
          <a:xfrm>
            <a:off x="762000" y="3352800"/>
            <a:ext cx="106489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 i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rPr sz="1200" b="0" i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Hansen's disease.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11E77FCB-F69A-4E58-BFCA-DA268B020CA4}"/>
              </a:ext>
            </a:extLst>
          </p:cNvPr>
          <p:cNvSpPr>
            <a:spLocks noGrp="1"/>
          </p:cNvSpPr>
          <p:nvPr/>
        </p:nvSpPr>
        <p:spPr>
          <a:xfrm>
            <a:off x="552450" y="4038600"/>
            <a:ext cx="11087100" cy="1066800"/>
          </a:xfrm>
          <a:prstGeom prst="roundRect">
            <a:avLst>
              <a:gd name="adj" fmla="val 7143"/>
            </a:avLst>
          </a:prstGeom>
          <a:solidFill>
            <a:srgbClr val="FFF8D6"/>
          </a:solidFill>
          <a:ln w="9525">
            <a:solidFill>
              <a:srgbClr val="F2DF9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ADB4605-44D6-4673-B0C1-BFC9EE4FF1C8}"/>
              </a:ext>
            </a:extLst>
          </p:cNvPr>
          <p:cNvSpPr>
            <a:spLocks noGrp="1"/>
          </p:cNvSpPr>
          <p:nvPr/>
        </p:nvSpPr>
        <p:spPr>
          <a:xfrm>
            <a:off x="552450" y="4038600"/>
            <a:ext cx="76200" cy="1066800"/>
          </a:xfrm>
          <a:prstGeom prst="rect">
            <a:avLst/>
          </a:prstGeom>
          <a:solidFill>
            <a:srgbClr val="F6C343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DD5C581E-B301-4937-A5C2-6802954BE5B0}"/>
              </a:ext>
            </a:extLst>
          </p:cNvPr>
          <p:cNvSpPr>
            <a:spLocks noGrp="1"/>
          </p:cNvSpPr>
          <p:nvPr/>
        </p:nvSpPr>
        <p:spPr>
          <a:xfrm>
            <a:off x="762000" y="4210050"/>
            <a:ext cx="990600" cy="285750"/>
          </a:xfrm>
          <a:prstGeom prst="roundRect">
            <a:avLst>
              <a:gd name="adj" fmla="val 40000"/>
            </a:avLst>
          </a:prstGeom>
          <a:solidFill>
            <a:srgbClr val="02809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FEB 2022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F863F9F7-371D-49AE-9C20-C8ECDD2D9F73}"/>
              </a:ext>
            </a:extLst>
          </p:cNvPr>
          <p:cNvSpPr>
            <a:spLocks noGrp="1"/>
          </p:cNvSpPr>
          <p:nvPr/>
        </p:nvSpPr>
        <p:spPr>
          <a:xfrm>
            <a:off x="1885950" y="4210050"/>
            <a:ext cx="1219200" cy="285750"/>
          </a:xfrm>
          <a:prstGeom prst="roundRect">
            <a:avLst>
              <a:gd name="adj" fmla="val 40000"/>
            </a:avLst>
          </a:prstGeom>
          <a:solidFill>
            <a:srgbClr val="02809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Write Notes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5EAC1879-3D6F-490A-BAD8-0C5E7914A1FC}"/>
              </a:ext>
            </a:extLst>
          </p:cNvPr>
          <p:cNvSpPr>
            <a:spLocks noGrp="1"/>
          </p:cNvSpPr>
          <p:nvPr/>
        </p:nvSpPr>
        <p:spPr>
          <a:xfrm>
            <a:off x="3238500" y="4210050"/>
            <a:ext cx="514350" cy="285750"/>
          </a:xfrm>
          <a:prstGeom prst="roundRect">
            <a:avLst>
              <a:gd name="adj" fmla="val 40000"/>
            </a:avLst>
          </a:prstGeom>
          <a:solidFill>
            <a:srgbClr val="7C6A0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Q2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144AC023-DC95-452D-93DF-142774AB461E}"/>
              </a:ext>
            </a:extLst>
          </p:cNvPr>
          <p:cNvSpPr>
            <a:spLocks noGrp="1"/>
          </p:cNvSpPr>
          <p:nvPr/>
        </p:nvSpPr>
        <p:spPr>
          <a:xfrm>
            <a:off x="10763250" y="4210050"/>
            <a:ext cx="666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pPr>
            <a:r>
              <a: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3 of 4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7F642A53-F710-4417-A013-82B15640ECF8}"/>
              </a:ext>
            </a:extLst>
          </p:cNvPr>
          <p:cNvSpPr>
            <a:spLocks noGrp="1"/>
          </p:cNvSpPr>
          <p:nvPr/>
        </p:nvSpPr>
        <p:spPr>
          <a:xfrm>
            <a:off x="762000" y="4591050"/>
            <a:ext cx="106489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 i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rPr sz="1200" b="0" i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AIDS.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FF7E01F1-FB75-42FC-99A0-ADCE18E39FB1}"/>
              </a:ext>
            </a:extLst>
          </p:cNvPr>
          <p:cNvSpPr>
            <a:spLocks noGrp="1"/>
          </p:cNvSpPr>
          <p:nvPr/>
        </p:nvSpPr>
        <p:spPr>
          <a:xfrm>
            <a:off x="552450" y="5276850"/>
            <a:ext cx="11087100" cy="1066800"/>
          </a:xfrm>
          <a:prstGeom prst="roundRect">
            <a:avLst>
              <a:gd name="adj" fmla="val 7143"/>
            </a:avLst>
          </a:prstGeom>
          <a:solidFill>
            <a:srgbClr val="FFF8D6"/>
          </a:solidFill>
          <a:ln w="9525">
            <a:solidFill>
              <a:srgbClr val="F2DF9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0210897F-6D4F-4C8A-93BF-8594E58F34EE}"/>
              </a:ext>
            </a:extLst>
          </p:cNvPr>
          <p:cNvSpPr>
            <a:spLocks noGrp="1"/>
          </p:cNvSpPr>
          <p:nvPr/>
        </p:nvSpPr>
        <p:spPr>
          <a:xfrm>
            <a:off x="552450" y="5276850"/>
            <a:ext cx="76200" cy="1066800"/>
          </a:xfrm>
          <a:prstGeom prst="rect">
            <a:avLst/>
          </a:prstGeom>
          <a:solidFill>
            <a:srgbClr val="F6C343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06B9EE4F-B64D-40DB-8D7B-7482ED5083AB}"/>
              </a:ext>
            </a:extLst>
          </p:cNvPr>
          <p:cNvSpPr>
            <a:spLocks noGrp="1"/>
          </p:cNvSpPr>
          <p:nvPr/>
        </p:nvSpPr>
        <p:spPr>
          <a:xfrm>
            <a:off x="762000" y="5448300"/>
            <a:ext cx="990600" cy="285750"/>
          </a:xfrm>
          <a:prstGeom prst="roundRect">
            <a:avLst>
              <a:gd name="adj" fmla="val 40000"/>
            </a:avLst>
          </a:prstGeom>
          <a:solidFill>
            <a:srgbClr val="02809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OCT 2022</a:t>
            </a: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9C952E0C-F761-4B82-A4C4-B75F9A69FFDD}"/>
              </a:ext>
            </a:extLst>
          </p:cNvPr>
          <p:cNvSpPr>
            <a:spLocks noGrp="1"/>
          </p:cNvSpPr>
          <p:nvPr/>
        </p:nvSpPr>
        <p:spPr>
          <a:xfrm>
            <a:off x="1885950" y="5448300"/>
            <a:ext cx="1219200" cy="285750"/>
          </a:xfrm>
          <a:prstGeom prst="roundRect">
            <a:avLst>
              <a:gd name="adj" fmla="val 40000"/>
            </a:avLst>
          </a:prstGeom>
          <a:solidFill>
            <a:srgbClr val="2563A8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Short Answers</a:t>
            </a: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E07BE34D-8EAF-46DB-835D-4D1ACE7ADA99}"/>
              </a:ext>
            </a:extLst>
          </p:cNvPr>
          <p:cNvSpPr>
            <a:spLocks noGrp="1"/>
          </p:cNvSpPr>
          <p:nvPr/>
        </p:nvSpPr>
        <p:spPr>
          <a:xfrm>
            <a:off x="3238500" y="5448300"/>
            <a:ext cx="514350" cy="285750"/>
          </a:xfrm>
          <a:prstGeom prst="roundRect">
            <a:avLst>
              <a:gd name="adj" fmla="val 40000"/>
            </a:avLst>
          </a:prstGeom>
          <a:solidFill>
            <a:srgbClr val="7C6A0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Q3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8BF6A8AB-003D-470E-98CB-0C833440E0F0}"/>
              </a:ext>
            </a:extLst>
          </p:cNvPr>
          <p:cNvSpPr>
            <a:spLocks noGrp="1"/>
          </p:cNvSpPr>
          <p:nvPr/>
        </p:nvSpPr>
        <p:spPr>
          <a:xfrm>
            <a:off x="10763250" y="5448300"/>
            <a:ext cx="666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pPr>
            <a:r>
              <a: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4 of 4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C4DD282F-C599-496D-B60C-2CE441189CC7}"/>
              </a:ext>
            </a:extLst>
          </p:cNvPr>
          <p:cNvSpPr>
            <a:spLocks noGrp="1"/>
          </p:cNvSpPr>
          <p:nvPr/>
        </p:nvSpPr>
        <p:spPr>
          <a:xfrm>
            <a:off x="762000" y="5829300"/>
            <a:ext cx="106489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 i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rPr sz="1200" b="0" i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Ludwig's Angina.</a:t>
            </a:r>
          </a:p>
        </p:txBody>
      </p:sp>
    </p:spTree>
    <p:extLst>
      <p:ext uri="{BB962C8B-B14F-4D97-AF65-F5344CB8AC3E}">
        <p14:creationId xmlns:p14="http://schemas.microsoft.com/office/powerpoint/2010/main" val="809069488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 35">
            <a:extLst>
              <a:ext uri="{FF2B5EF4-FFF2-40B4-BE49-F238E27FC236}">
                <a16:creationId xmlns:a16="http://schemas.microsoft.com/office/drawing/2014/main" id="{9901BB6F-31E9-4335-8E3C-FC5A10CE2FA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066800"/>
          </a:xfrm>
          <a:prstGeom prst="rect">
            <a:avLst/>
          </a:prstGeom>
          <a:solidFill>
            <a:srgbClr val="028090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8080CDEE-AAF9-486F-A3B4-BE34755002A4}"/>
              </a:ext>
            </a:extLst>
          </p:cNvPr>
          <p:cNvSpPr>
            <a:spLocks noGrp="1"/>
          </p:cNvSpPr>
          <p:nvPr/>
        </p:nvSpPr>
        <p:spPr>
          <a:xfrm>
            <a:off x="457200" y="285750"/>
            <a:ext cx="533400" cy="533400"/>
          </a:xfrm>
          <a:prstGeom prst="ellipse">
            <a:avLst/>
          </a:prstGeom>
          <a:solidFill>
            <a:srgbClr val="00A896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A5769B8-5B2E-49C9-81A6-70AD6FF014FF}"/>
              </a:ext>
            </a:extLst>
          </p:cNvPr>
          <p:cNvSpPr>
            <a:spLocks noGrp="1"/>
          </p:cNvSpPr>
          <p:nvPr/>
        </p:nvSpPr>
        <p:spPr>
          <a:xfrm>
            <a:off x="457200" y="381000"/>
            <a:ext cx="5334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57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7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29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CF4FB13-FB89-4D69-9D6F-32655064F8A9}"/>
              </a:ext>
            </a:extLst>
          </p:cNvPr>
          <p:cNvSpPr>
            <a:spLocks noGrp="1"/>
          </p:cNvSpPr>
          <p:nvPr/>
        </p:nvSpPr>
        <p:spPr>
          <a:xfrm>
            <a:off x="1219200" y="209550"/>
            <a:ext cx="8382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400" b="1" i="0">
                <a:solidFill>
                  <a:srgbClr val="FFFFFF"/>
                </a:solidFill>
                <a:latin typeface="Cambria"/>
                <a:ea typeface="Cambria"/>
                <a:cs typeface="Cambria"/>
              </a:defRPr>
            </a:pPr>
            <a:r>
              <a:rPr sz="2400" b="1" i="0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Carpal tunnel syndrome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EFE0C2B-D5E0-4D1D-B77C-CF3C47A6A48C}"/>
              </a:ext>
            </a:extLst>
          </p:cNvPr>
          <p:cNvSpPr>
            <a:spLocks noGrp="1"/>
          </p:cNvSpPr>
          <p:nvPr/>
        </p:nvSpPr>
        <p:spPr>
          <a:xfrm>
            <a:off x="1219200" y="666750"/>
            <a:ext cx="8382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125" b="0" i="1">
                <a:solidFill>
                  <a:srgbClr val="E6F5F3"/>
                </a:solidFill>
                <a:latin typeface="Calibri"/>
                <a:ea typeface="Calibri"/>
                <a:cs typeface="Calibri"/>
              </a:defRPr>
            </a:pPr>
            <a:r>
              <a:rPr sz="1125" b="0" i="1">
                <a:solidFill>
                  <a:srgbClr val="E6F5F3"/>
                </a:solidFill>
                <a:latin typeface="Calibri"/>
                <a:ea typeface="Calibri"/>
                <a:cs typeface="Calibri"/>
              </a:rPr>
              <a:t>4 times asked | 4 Write Notes | 0 Short Answers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30B17FB7-7245-497D-B49D-F49D4A602272}"/>
              </a:ext>
            </a:extLst>
          </p:cNvPr>
          <p:cNvSpPr>
            <a:spLocks noGrp="1"/>
          </p:cNvSpPr>
          <p:nvPr/>
        </p:nvSpPr>
        <p:spPr>
          <a:xfrm>
            <a:off x="9886950" y="381000"/>
            <a:ext cx="1714500" cy="285750"/>
          </a:xfrm>
          <a:prstGeom prst="roundRect">
            <a:avLst>
              <a:gd name="adj" fmla="val 40000"/>
            </a:avLst>
          </a:prstGeom>
          <a:solidFill>
            <a:srgbClr val="016B78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Rank 29/55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116AFBA-9ED5-4D7E-B9FE-BF4A7024630A}"/>
              </a:ext>
            </a:extLst>
          </p:cNvPr>
          <p:cNvSpPr>
            <a:spLocks noGrp="1"/>
          </p:cNvSpPr>
          <p:nvPr/>
        </p:nvSpPr>
        <p:spPr>
          <a:xfrm>
            <a:off x="552450" y="1200150"/>
            <a:ext cx="4000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1" i="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pPr>
            <a:r>
              <a:rPr sz="1275" b="1" i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Highlighted asked questions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5AD334EE-41D9-4E62-B1E0-0F7B0769FD73}"/>
              </a:ext>
            </a:extLst>
          </p:cNvPr>
          <p:cNvSpPr>
            <a:spLocks noGrp="1"/>
          </p:cNvSpPr>
          <p:nvPr/>
        </p:nvSpPr>
        <p:spPr>
          <a:xfrm>
            <a:off x="552450" y="1562100"/>
            <a:ext cx="11087100" cy="1066800"/>
          </a:xfrm>
          <a:prstGeom prst="roundRect">
            <a:avLst>
              <a:gd name="adj" fmla="val 7143"/>
            </a:avLst>
          </a:prstGeom>
          <a:solidFill>
            <a:srgbClr val="FFF8D6"/>
          </a:solidFill>
          <a:ln w="9525">
            <a:solidFill>
              <a:srgbClr val="F2DF9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2680FDA-CDDC-4D0D-9786-8ACEBFD245DD}"/>
              </a:ext>
            </a:extLst>
          </p:cNvPr>
          <p:cNvSpPr>
            <a:spLocks noGrp="1"/>
          </p:cNvSpPr>
          <p:nvPr/>
        </p:nvSpPr>
        <p:spPr>
          <a:xfrm>
            <a:off x="552450" y="1562100"/>
            <a:ext cx="76200" cy="1066800"/>
          </a:xfrm>
          <a:prstGeom prst="rect">
            <a:avLst/>
          </a:prstGeom>
          <a:solidFill>
            <a:srgbClr val="F6C343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4DF2C5C0-229B-4840-B8FF-A3F19817D6EE}"/>
              </a:ext>
            </a:extLst>
          </p:cNvPr>
          <p:cNvSpPr>
            <a:spLocks noGrp="1"/>
          </p:cNvSpPr>
          <p:nvPr/>
        </p:nvSpPr>
        <p:spPr>
          <a:xfrm>
            <a:off x="762000" y="1733550"/>
            <a:ext cx="990600" cy="285750"/>
          </a:xfrm>
          <a:prstGeom prst="roundRect">
            <a:avLst>
              <a:gd name="adj" fmla="val 40000"/>
            </a:avLst>
          </a:prstGeom>
          <a:solidFill>
            <a:srgbClr val="02809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MAR 2021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44FC2B1E-2E1C-4816-BB96-A1B9F1AE5F92}"/>
              </a:ext>
            </a:extLst>
          </p:cNvPr>
          <p:cNvSpPr>
            <a:spLocks noGrp="1"/>
          </p:cNvSpPr>
          <p:nvPr/>
        </p:nvSpPr>
        <p:spPr>
          <a:xfrm>
            <a:off x="1885950" y="1733550"/>
            <a:ext cx="1219200" cy="285750"/>
          </a:xfrm>
          <a:prstGeom prst="roundRect">
            <a:avLst>
              <a:gd name="adj" fmla="val 40000"/>
            </a:avLst>
          </a:prstGeom>
          <a:solidFill>
            <a:srgbClr val="02809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Write Notes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3C2EDCF0-689E-4004-8029-3517A12801DA}"/>
              </a:ext>
            </a:extLst>
          </p:cNvPr>
          <p:cNvSpPr>
            <a:spLocks noGrp="1"/>
          </p:cNvSpPr>
          <p:nvPr/>
        </p:nvSpPr>
        <p:spPr>
          <a:xfrm>
            <a:off x="3238500" y="1733550"/>
            <a:ext cx="514350" cy="285750"/>
          </a:xfrm>
          <a:prstGeom prst="roundRect">
            <a:avLst>
              <a:gd name="adj" fmla="val 40000"/>
            </a:avLst>
          </a:prstGeom>
          <a:solidFill>
            <a:srgbClr val="7C6A0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Q4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6F1EEDF-8FDC-44CE-9E25-6D92EDDB5B78}"/>
              </a:ext>
            </a:extLst>
          </p:cNvPr>
          <p:cNvSpPr>
            <a:spLocks noGrp="1"/>
          </p:cNvSpPr>
          <p:nvPr/>
        </p:nvSpPr>
        <p:spPr>
          <a:xfrm>
            <a:off x="10763250" y="1733550"/>
            <a:ext cx="666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pPr>
            <a:r>
              <a: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1 of 4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100C322-F655-48D4-AB12-FE03C1C8B0F3}"/>
              </a:ext>
            </a:extLst>
          </p:cNvPr>
          <p:cNvSpPr>
            <a:spLocks noGrp="1"/>
          </p:cNvSpPr>
          <p:nvPr/>
        </p:nvSpPr>
        <p:spPr>
          <a:xfrm>
            <a:off x="762000" y="2114550"/>
            <a:ext cx="106489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 i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rPr sz="1200" b="0" i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Carpel Tunnel syndrome.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02B42EF1-8DC4-4E2F-B9D5-A562C882C354}"/>
              </a:ext>
            </a:extLst>
          </p:cNvPr>
          <p:cNvSpPr>
            <a:spLocks noGrp="1"/>
          </p:cNvSpPr>
          <p:nvPr/>
        </p:nvSpPr>
        <p:spPr>
          <a:xfrm>
            <a:off x="552450" y="2800350"/>
            <a:ext cx="11087100" cy="1066800"/>
          </a:xfrm>
          <a:prstGeom prst="roundRect">
            <a:avLst>
              <a:gd name="adj" fmla="val 7143"/>
            </a:avLst>
          </a:prstGeom>
          <a:solidFill>
            <a:srgbClr val="FFF8D6"/>
          </a:solidFill>
          <a:ln w="9525">
            <a:solidFill>
              <a:srgbClr val="F2DF9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08A559C-4838-4A6D-AF06-09DA0A04AB17}"/>
              </a:ext>
            </a:extLst>
          </p:cNvPr>
          <p:cNvSpPr>
            <a:spLocks noGrp="1"/>
          </p:cNvSpPr>
          <p:nvPr/>
        </p:nvSpPr>
        <p:spPr>
          <a:xfrm>
            <a:off x="552450" y="2800350"/>
            <a:ext cx="76200" cy="1066800"/>
          </a:xfrm>
          <a:prstGeom prst="rect">
            <a:avLst/>
          </a:prstGeom>
          <a:solidFill>
            <a:srgbClr val="F6C343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3F8264D-3184-4592-B9FD-0D1F43D3C60B}"/>
              </a:ext>
            </a:extLst>
          </p:cNvPr>
          <p:cNvSpPr>
            <a:spLocks noGrp="1"/>
          </p:cNvSpPr>
          <p:nvPr/>
        </p:nvSpPr>
        <p:spPr>
          <a:xfrm>
            <a:off x="762000" y="2971800"/>
            <a:ext cx="990600" cy="285750"/>
          </a:xfrm>
          <a:prstGeom prst="roundRect">
            <a:avLst>
              <a:gd name="adj" fmla="val 40000"/>
            </a:avLst>
          </a:prstGeom>
          <a:solidFill>
            <a:srgbClr val="02809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MAY 2022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1FBAC608-9EC1-45E1-89E6-4F696C9C32C8}"/>
              </a:ext>
            </a:extLst>
          </p:cNvPr>
          <p:cNvSpPr>
            <a:spLocks noGrp="1"/>
          </p:cNvSpPr>
          <p:nvPr/>
        </p:nvSpPr>
        <p:spPr>
          <a:xfrm>
            <a:off x="1885950" y="2971800"/>
            <a:ext cx="1219200" cy="285750"/>
          </a:xfrm>
          <a:prstGeom prst="roundRect">
            <a:avLst>
              <a:gd name="adj" fmla="val 40000"/>
            </a:avLst>
          </a:prstGeom>
          <a:solidFill>
            <a:srgbClr val="02809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Write Notes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98DD6AB3-ECF2-4349-BF63-A4DA927C403A}"/>
              </a:ext>
            </a:extLst>
          </p:cNvPr>
          <p:cNvSpPr>
            <a:spLocks noGrp="1"/>
          </p:cNvSpPr>
          <p:nvPr/>
        </p:nvSpPr>
        <p:spPr>
          <a:xfrm>
            <a:off x="3238500" y="2971800"/>
            <a:ext cx="514350" cy="285750"/>
          </a:xfrm>
          <a:prstGeom prst="roundRect">
            <a:avLst>
              <a:gd name="adj" fmla="val 40000"/>
            </a:avLst>
          </a:prstGeom>
          <a:solidFill>
            <a:srgbClr val="7C6A0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Q7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73106FE-620D-49E2-ACFC-73095AA95001}"/>
              </a:ext>
            </a:extLst>
          </p:cNvPr>
          <p:cNvSpPr>
            <a:spLocks noGrp="1"/>
          </p:cNvSpPr>
          <p:nvPr/>
        </p:nvSpPr>
        <p:spPr>
          <a:xfrm>
            <a:off x="10763250" y="2971800"/>
            <a:ext cx="666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pPr>
            <a:r>
              <a: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2 of 4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8F8B8B4-DBB9-45B3-9277-1CC151294578}"/>
              </a:ext>
            </a:extLst>
          </p:cNvPr>
          <p:cNvSpPr>
            <a:spLocks noGrp="1"/>
          </p:cNvSpPr>
          <p:nvPr/>
        </p:nvSpPr>
        <p:spPr>
          <a:xfrm>
            <a:off x="762000" y="3352800"/>
            <a:ext cx="106489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 i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rPr sz="1200" b="0" i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Carpel Tunnel syndrome.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01679789-0D92-480E-A8D3-DB79A9B63199}"/>
              </a:ext>
            </a:extLst>
          </p:cNvPr>
          <p:cNvSpPr>
            <a:spLocks noGrp="1"/>
          </p:cNvSpPr>
          <p:nvPr/>
        </p:nvSpPr>
        <p:spPr>
          <a:xfrm>
            <a:off x="552450" y="4038600"/>
            <a:ext cx="11087100" cy="1066800"/>
          </a:xfrm>
          <a:prstGeom prst="roundRect">
            <a:avLst>
              <a:gd name="adj" fmla="val 7143"/>
            </a:avLst>
          </a:prstGeom>
          <a:solidFill>
            <a:srgbClr val="FFF8D6"/>
          </a:solidFill>
          <a:ln w="9525">
            <a:solidFill>
              <a:srgbClr val="F2DF9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E1C9381-3EE8-4BA7-A280-F71E2B3B6C7F}"/>
              </a:ext>
            </a:extLst>
          </p:cNvPr>
          <p:cNvSpPr>
            <a:spLocks noGrp="1"/>
          </p:cNvSpPr>
          <p:nvPr/>
        </p:nvSpPr>
        <p:spPr>
          <a:xfrm>
            <a:off x="552450" y="4038600"/>
            <a:ext cx="76200" cy="1066800"/>
          </a:xfrm>
          <a:prstGeom prst="rect">
            <a:avLst/>
          </a:prstGeom>
          <a:solidFill>
            <a:srgbClr val="F6C343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F47D517A-3961-402D-9EC5-DB9699AF0684}"/>
              </a:ext>
            </a:extLst>
          </p:cNvPr>
          <p:cNvSpPr>
            <a:spLocks noGrp="1"/>
          </p:cNvSpPr>
          <p:nvPr/>
        </p:nvSpPr>
        <p:spPr>
          <a:xfrm>
            <a:off x="762000" y="4210050"/>
            <a:ext cx="990600" cy="285750"/>
          </a:xfrm>
          <a:prstGeom prst="roundRect">
            <a:avLst>
              <a:gd name="adj" fmla="val 40000"/>
            </a:avLst>
          </a:prstGeom>
          <a:solidFill>
            <a:srgbClr val="02809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MAR 2023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4F857E53-F5F0-4639-A48F-2AB1D7F3374C}"/>
              </a:ext>
            </a:extLst>
          </p:cNvPr>
          <p:cNvSpPr>
            <a:spLocks noGrp="1"/>
          </p:cNvSpPr>
          <p:nvPr/>
        </p:nvSpPr>
        <p:spPr>
          <a:xfrm>
            <a:off x="1885950" y="4210050"/>
            <a:ext cx="1219200" cy="285750"/>
          </a:xfrm>
          <a:prstGeom prst="roundRect">
            <a:avLst>
              <a:gd name="adj" fmla="val 40000"/>
            </a:avLst>
          </a:prstGeom>
          <a:solidFill>
            <a:srgbClr val="02809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Write Notes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AA5510B1-D710-4651-8527-287B1385373A}"/>
              </a:ext>
            </a:extLst>
          </p:cNvPr>
          <p:cNvSpPr>
            <a:spLocks noGrp="1"/>
          </p:cNvSpPr>
          <p:nvPr/>
        </p:nvSpPr>
        <p:spPr>
          <a:xfrm>
            <a:off x="3238500" y="4210050"/>
            <a:ext cx="514350" cy="285750"/>
          </a:xfrm>
          <a:prstGeom prst="roundRect">
            <a:avLst>
              <a:gd name="adj" fmla="val 40000"/>
            </a:avLst>
          </a:prstGeom>
          <a:solidFill>
            <a:srgbClr val="7C6A0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Q1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96F158E-F462-4B64-AC48-86DD35AC9866}"/>
              </a:ext>
            </a:extLst>
          </p:cNvPr>
          <p:cNvSpPr>
            <a:spLocks noGrp="1"/>
          </p:cNvSpPr>
          <p:nvPr/>
        </p:nvSpPr>
        <p:spPr>
          <a:xfrm>
            <a:off x="10763250" y="4210050"/>
            <a:ext cx="666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pPr>
            <a:r>
              <a: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3 of 4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734CDF55-AFDE-4451-8D73-9D2D527941F7}"/>
              </a:ext>
            </a:extLst>
          </p:cNvPr>
          <p:cNvSpPr>
            <a:spLocks noGrp="1"/>
          </p:cNvSpPr>
          <p:nvPr/>
        </p:nvSpPr>
        <p:spPr>
          <a:xfrm>
            <a:off x="762000" y="4591050"/>
            <a:ext cx="106489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 i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rPr sz="1200" b="0" i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Carpel Tunnel syndrome.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259CEF8F-0D3C-48BB-BCB3-028EDC61653E}"/>
              </a:ext>
            </a:extLst>
          </p:cNvPr>
          <p:cNvSpPr>
            <a:spLocks noGrp="1"/>
          </p:cNvSpPr>
          <p:nvPr/>
        </p:nvSpPr>
        <p:spPr>
          <a:xfrm>
            <a:off x="552450" y="5276850"/>
            <a:ext cx="11087100" cy="1066800"/>
          </a:xfrm>
          <a:prstGeom prst="roundRect">
            <a:avLst>
              <a:gd name="adj" fmla="val 7143"/>
            </a:avLst>
          </a:prstGeom>
          <a:solidFill>
            <a:srgbClr val="FFF8D6"/>
          </a:solidFill>
          <a:ln w="9525">
            <a:solidFill>
              <a:srgbClr val="F2DF9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475AFDCE-6567-49D9-A602-7BF9E591A4BB}"/>
              </a:ext>
            </a:extLst>
          </p:cNvPr>
          <p:cNvSpPr>
            <a:spLocks noGrp="1"/>
          </p:cNvSpPr>
          <p:nvPr/>
        </p:nvSpPr>
        <p:spPr>
          <a:xfrm>
            <a:off x="552450" y="5276850"/>
            <a:ext cx="76200" cy="1066800"/>
          </a:xfrm>
          <a:prstGeom prst="rect">
            <a:avLst/>
          </a:prstGeom>
          <a:solidFill>
            <a:srgbClr val="F6C343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B53E3FCC-133B-4908-A96E-B229B3C5F5AF}"/>
              </a:ext>
            </a:extLst>
          </p:cNvPr>
          <p:cNvSpPr>
            <a:spLocks noGrp="1"/>
          </p:cNvSpPr>
          <p:nvPr/>
        </p:nvSpPr>
        <p:spPr>
          <a:xfrm>
            <a:off x="762000" y="5448300"/>
            <a:ext cx="990600" cy="285750"/>
          </a:xfrm>
          <a:prstGeom prst="roundRect">
            <a:avLst>
              <a:gd name="adj" fmla="val 40000"/>
            </a:avLst>
          </a:prstGeom>
          <a:solidFill>
            <a:srgbClr val="02809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AUG 2025</a:t>
            </a: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9847AC83-D23A-46B0-8DB8-6D065B918210}"/>
              </a:ext>
            </a:extLst>
          </p:cNvPr>
          <p:cNvSpPr>
            <a:spLocks noGrp="1"/>
          </p:cNvSpPr>
          <p:nvPr/>
        </p:nvSpPr>
        <p:spPr>
          <a:xfrm>
            <a:off x="1885950" y="5448300"/>
            <a:ext cx="1219200" cy="285750"/>
          </a:xfrm>
          <a:prstGeom prst="roundRect">
            <a:avLst>
              <a:gd name="adj" fmla="val 40000"/>
            </a:avLst>
          </a:prstGeom>
          <a:solidFill>
            <a:srgbClr val="02809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Write Notes</a:t>
            </a: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5775FA47-DE86-4B29-A5D9-8D6F4031D592}"/>
              </a:ext>
            </a:extLst>
          </p:cNvPr>
          <p:cNvSpPr>
            <a:spLocks noGrp="1"/>
          </p:cNvSpPr>
          <p:nvPr/>
        </p:nvSpPr>
        <p:spPr>
          <a:xfrm>
            <a:off x="3238500" y="5448300"/>
            <a:ext cx="514350" cy="285750"/>
          </a:xfrm>
          <a:prstGeom prst="roundRect">
            <a:avLst>
              <a:gd name="adj" fmla="val 40000"/>
            </a:avLst>
          </a:prstGeom>
          <a:solidFill>
            <a:srgbClr val="7C6A0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Q4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85ACDD6E-66A6-4804-977D-509566622F56}"/>
              </a:ext>
            </a:extLst>
          </p:cNvPr>
          <p:cNvSpPr>
            <a:spLocks noGrp="1"/>
          </p:cNvSpPr>
          <p:nvPr/>
        </p:nvSpPr>
        <p:spPr>
          <a:xfrm>
            <a:off x="10763250" y="5448300"/>
            <a:ext cx="666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pPr>
            <a:r>
              <a: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4 of 4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1441B225-F58A-4D9D-B70C-20CA9B2B9778}"/>
              </a:ext>
            </a:extLst>
          </p:cNvPr>
          <p:cNvSpPr>
            <a:spLocks noGrp="1"/>
          </p:cNvSpPr>
          <p:nvPr/>
        </p:nvSpPr>
        <p:spPr>
          <a:xfrm>
            <a:off x="762000" y="5829300"/>
            <a:ext cx="106489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 i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rPr sz="1200" b="0" i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Carpel Tunnel Syndrome.</a:t>
            </a:r>
          </a:p>
        </p:txBody>
      </p:sp>
    </p:spTree>
    <p:extLst>
      <p:ext uri="{BB962C8B-B14F-4D97-AF65-F5344CB8AC3E}">
        <p14:creationId xmlns:p14="http://schemas.microsoft.com/office/powerpoint/2010/main" val="842053224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 35">
            <a:extLst>
              <a:ext uri="{FF2B5EF4-FFF2-40B4-BE49-F238E27FC236}">
                <a16:creationId xmlns:a16="http://schemas.microsoft.com/office/drawing/2014/main" id="{63FE0349-B0C2-4F51-8A1C-BEE255B4D76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066800"/>
          </a:xfrm>
          <a:prstGeom prst="rect">
            <a:avLst/>
          </a:prstGeom>
          <a:solidFill>
            <a:srgbClr val="028090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2F41288F-D853-4717-8A31-3C8E642A2FEF}"/>
              </a:ext>
            </a:extLst>
          </p:cNvPr>
          <p:cNvSpPr>
            <a:spLocks noGrp="1"/>
          </p:cNvSpPr>
          <p:nvPr/>
        </p:nvSpPr>
        <p:spPr>
          <a:xfrm>
            <a:off x="457200" y="285750"/>
            <a:ext cx="533400" cy="533400"/>
          </a:xfrm>
          <a:prstGeom prst="ellipse">
            <a:avLst/>
          </a:prstGeom>
          <a:solidFill>
            <a:srgbClr val="00A896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C5A5FAD-FBB0-48C3-A1F2-B5ACD18006EE}"/>
              </a:ext>
            </a:extLst>
          </p:cNvPr>
          <p:cNvSpPr>
            <a:spLocks noGrp="1"/>
          </p:cNvSpPr>
          <p:nvPr/>
        </p:nvSpPr>
        <p:spPr>
          <a:xfrm>
            <a:off x="457200" y="381000"/>
            <a:ext cx="5334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57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7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30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D5C6487-2D32-4ACC-928A-338A5A4164C4}"/>
              </a:ext>
            </a:extLst>
          </p:cNvPr>
          <p:cNvSpPr>
            <a:spLocks noGrp="1"/>
          </p:cNvSpPr>
          <p:nvPr/>
        </p:nvSpPr>
        <p:spPr>
          <a:xfrm>
            <a:off x="1219200" y="209550"/>
            <a:ext cx="8382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400" b="1" i="0">
                <a:solidFill>
                  <a:srgbClr val="FFFFFF"/>
                </a:solidFill>
                <a:latin typeface="Cambria"/>
                <a:ea typeface="Cambria"/>
                <a:cs typeface="Cambria"/>
              </a:defRPr>
            </a:pPr>
            <a:r>
              <a:rPr sz="2400" b="1" i="0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Cellulitis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CEF98FF-3311-433A-B144-F498EB62D2F0}"/>
              </a:ext>
            </a:extLst>
          </p:cNvPr>
          <p:cNvSpPr>
            <a:spLocks noGrp="1"/>
          </p:cNvSpPr>
          <p:nvPr/>
        </p:nvSpPr>
        <p:spPr>
          <a:xfrm>
            <a:off x="1219200" y="666750"/>
            <a:ext cx="8382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125" b="0" i="1">
                <a:solidFill>
                  <a:srgbClr val="E6F5F3"/>
                </a:solidFill>
                <a:latin typeface="Calibri"/>
                <a:ea typeface="Calibri"/>
                <a:cs typeface="Calibri"/>
              </a:defRPr>
            </a:pPr>
            <a:r>
              <a:rPr sz="1125" b="0" i="1">
                <a:solidFill>
                  <a:srgbClr val="E6F5F3"/>
                </a:solidFill>
                <a:latin typeface="Calibri"/>
                <a:ea typeface="Calibri"/>
                <a:cs typeface="Calibri"/>
              </a:rPr>
              <a:t>4 times asked | 2 Write Notes | 2 Short Answers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25F75CBD-6D75-4844-9970-9554C8C4D4BE}"/>
              </a:ext>
            </a:extLst>
          </p:cNvPr>
          <p:cNvSpPr>
            <a:spLocks noGrp="1"/>
          </p:cNvSpPr>
          <p:nvPr/>
        </p:nvSpPr>
        <p:spPr>
          <a:xfrm>
            <a:off x="9886950" y="381000"/>
            <a:ext cx="1714500" cy="285750"/>
          </a:xfrm>
          <a:prstGeom prst="roundRect">
            <a:avLst>
              <a:gd name="adj" fmla="val 40000"/>
            </a:avLst>
          </a:prstGeom>
          <a:solidFill>
            <a:srgbClr val="016B78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Rank 30/55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84A830C-1F1A-4DA2-AA51-ECA3FE04A6D1}"/>
              </a:ext>
            </a:extLst>
          </p:cNvPr>
          <p:cNvSpPr>
            <a:spLocks noGrp="1"/>
          </p:cNvSpPr>
          <p:nvPr/>
        </p:nvSpPr>
        <p:spPr>
          <a:xfrm>
            <a:off x="552450" y="1200150"/>
            <a:ext cx="4000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1" i="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pPr>
            <a:r>
              <a:rPr sz="1275" b="1" i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Highlighted asked questions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BE4B081C-5243-44A2-8874-642E5E5590BC}"/>
              </a:ext>
            </a:extLst>
          </p:cNvPr>
          <p:cNvSpPr>
            <a:spLocks noGrp="1"/>
          </p:cNvSpPr>
          <p:nvPr/>
        </p:nvSpPr>
        <p:spPr>
          <a:xfrm>
            <a:off x="552450" y="1562100"/>
            <a:ext cx="11087100" cy="1066800"/>
          </a:xfrm>
          <a:prstGeom prst="roundRect">
            <a:avLst>
              <a:gd name="adj" fmla="val 7143"/>
            </a:avLst>
          </a:prstGeom>
          <a:solidFill>
            <a:srgbClr val="FFF8D6"/>
          </a:solidFill>
          <a:ln w="9525">
            <a:solidFill>
              <a:srgbClr val="F2DF9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B63A08B-55FF-4E81-9FD9-6EE23C75ACA9}"/>
              </a:ext>
            </a:extLst>
          </p:cNvPr>
          <p:cNvSpPr>
            <a:spLocks noGrp="1"/>
          </p:cNvSpPr>
          <p:nvPr/>
        </p:nvSpPr>
        <p:spPr>
          <a:xfrm>
            <a:off x="552450" y="1562100"/>
            <a:ext cx="76200" cy="1066800"/>
          </a:xfrm>
          <a:prstGeom prst="rect">
            <a:avLst/>
          </a:prstGeom>
          <a:solidFill>
            <a:srgbClr val="F6C343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F4428A8C-6AC9-4F17-8931-DD919E0EF4B3}"/>
              </a:ext>
            </a:extLst>
          </p:cNvPr>
          <p:cNvSpPr>
            <a:spLocks noGrp="1"/>
          </p:cNvSpPr>
          <p:nvPr/>
        </p:nvSpPr>
        <p:spPr>
          <a:xfrm>
            <a:off x="762000" y="1733550"/>
            <a:ext cx="990600" cy="285750"/>
          </a:xfrm>
          <a:prstGeom prst="roundRect">
            <a:avLst>
              <a:gd name="adj" fmla="val 40000"/>
            </a:avLst>
          </a:prstGeom>
          <a:solidFill>
            <a:srgbClr val="02809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MAR 2021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0EA0D56F-523D-4574-9BE5-094E02AB3E1E}"/>
              </a:ext>
            </a:extLst>
          </p:cNvPr>
          <p:cNvSpPr>
            <a:spLocks noGrp="1"/>
          </p:cNvSpPr>
          <p:nvPr/>
        </p:nvSpPr>
        <p:spPr>
          <a:xfrm>
            <a:off x="1885950" y="1733550"/>
            <a:ext cx="1219200" cy="285750"/>
          </a:xfrm>
          <a:prstGeom prst="roundRect">
            <a:avLst>
              <a:gd name="adj" fmla="val 40000"/>
            </a:avLst>
          </a:prstGeom>
          <a:solidFill>
            <a:srgbClr val="02809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Write Notes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473A8774-7869-4002-8E28-1A9DC868943F}"/>
              </a:ext>
            </a:extLst>
          </p:cNvPr>
          <p:cNvSpPr>
            <a:spLocks noGrp="1"/>
          </p:cNvSpPr>
          <p:nvPr/>
        </p:nvSpPr>
        <p:spPr>
          <a:xfrm>
            <a:off x="3238500" y="1733550"/>
            <a:ext cx="514350" cy="285750"/>
          </a:xfrm>
          <a:prstGeom prst="roundRect">
            <a:avLst>
              <a:gd name="adj" fmla="val 40000"/>
            </a:avLst>
          </a:prstGeom>
          <a:solidFill>
            <a:srgbClr val="7C6A0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Q9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27B58EF-C14F-40A2-BBC5-7A8D102CF4E3}"/>
              </a:ext>
            </a:extLst>
          </p:cNvPr>
          <p:cNvSpPr>
            <a:spLocks noGrp="1"/>
          </p:cNvSpPr>
          <p:nvPr/>
        </p:nvSpPr>
        <p:spPr>
          <a:xfrm>
            <a:off x="10763250" y="1733550"/>
            <a:ext cx="666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pPr>
            <a:r>
              <a: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1 of 4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F7691C1-FC84-4E8A-A01E-A601A8A72A38}"/>
              </a:ext>
            </a:extLst>
          </p:cNvPr>
          <p:cNvSpPr>
            <a:spLocks noGrp="1"/>
          </p:cNvSpPr>
          <p:nvPr/>
        </p:nvSpPr>
        <p:spPr>
          <a:xfrm>
            <a:off x="762000" y="2114550"/>
            <a:ext cx="106489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 i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rPr sz="1200" b="0" i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Two remedies for cellulitis.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4EFAB8B3-6192-4244-8CAF-03AE6FFCE273}"/>
              </a:ext>
            </a:extLst>
          </p:cNvPr>
          <p:cNvSpPr>
            <a:spLocks noGrp="1"/>
          </p:cNvSpPr>
          <p:nvPr/>
        </p:nvSpPr>
        <p:spPr>
          <a:xfrm>
            <a:off x="552450" y="2800350"/>
            <a:ext cx="11087100" cy="1066800"/>
          </a:xfrm>
          <a:prstGeom prst="roundRect">
            <a:avLst>
              <a:gd name="adj" fmla="val 7143"/>
            </a:avLst>
          </a:prstGeom>
          <a:solidFill>
            <a:srgbClr val="FFF8D6"/>
          </a:solidFill>
          <a:ln w="9525">
            <a:solidFill>
              <a:srgbClr val="F2DF9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90D3462-7848-4B7E-9299-2E99364062DA}"/>
              </a:ext>
            </a:extLst>
          </p:cNvPr>
          <p:cNvSpPr>
            <a:spLocks noGrp="1"/>
          </p:cNvSpPr>
          <p:nvPr/>
        </p:nvSpPr>
        <p:spPr>
          <a:xfrm>
            <a:off x="552450" y="2800350"/>
            <a:ext cx="76200" cy="1066800"/>
          </a:xfrm>
          <a:prstGeom prst="rect">
            <a:avLst/>
          </a:prstGeom>
          <a:solidFill>
            <a:srgbClr val="F6C343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4ABFEFC-7E63-45DC-B108-1066D0CB15FB}"/>
              </a:ext>
            </a:extLst>
          </p:cNvPr>
          <p:cNvSpPr>
            <a:spLocks noGrp="1"/>
          </p:cNvSpPr>
          <p:nvPr/>
        </p:nvSpPr>
        <p:spPr>
          <a:xfrm>
            <a:off x="762000" y="2971800"/>
            <a:ext cx="990600" cy="285750"/>
          </a:xfrm>
          <a:prstGeom prst="roundRect">
            <a:avLst>
              <a:gd name="adj" fmla="val 40000"/>
            </a:avLst>
          </a:prstGeom>
          <a:solidFill>
            <a:srgbClr val="02809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FEB 2022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FF0C98F7-4F6E-4944-ACCF-7B75FE617D78}"/>
              </a:ext>
            </a:extLst>
          </p:cNvPr>
          <p:cNvSpPr>
            <a:spLocks noGrp="1"/>
          </p:cNvSpPr>
          <p:nvPr/>
        </p:nvSpPr>
        <p:spPr>
          <a:xfrm>
            <a:off x="1885950" y="2971800"/>
            <a:ext cx="1219200" cy="285750"/>
          </a:xfrm>
          <a:prstGeom prst="roundRect">
            <a:avLst>
              <a:gd name="adj" fmla="val 40000"/>
            </a:avLst>
          </a:prstGeom>
          <a:solidFill>
            <a:srgbClr val="2563A8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Short Answers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0C112A31-7957-4A1F-AD75-64DF2C7E29CF}"/>
              </a:ext>
            </a:extLst>
          </p:cNvPr>
          <p:cNvSpPr>
            <a:spLocks noGrp="1"/>
          </p:cNvSpPr>
          <p:nvPr/>
        </p:nvSpPr>
        <p:spPr>
          <a:xfrm>
            <a:off x="3238500" y="2971800"/>
            <a:ext cx="514350" cy="285750"/>
          </a:xfrm>
          <a:prstGeom prst="roundRect">
            <a:avLst>
              <a:gd name="adj" fmla="val 40000"/>
            </a:avLst>
          </a:prstGeom>
          <a:solidFill>
            <a:srgbClr val="7C6A0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Q5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4453D95-9B7D-4089-A63F-1EE4BC0A8EEA}"/>
              </a:ext>
            </a:extLst>
          </p:cNvPr>
          <p:cNvSpPr>
            <a:spLocks noGrp="1"/>
          </p:cNvSpPr>
          <p:nvPr/>
        </p:nvSpPr>
        <p:spPr>
          <a:xfrm>
            <a:off x="10763250" y="2971800"/>
            <a:ext cx="666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pPr>
            <a:r>
              <a: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2 of 4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8680CF2-4A93-4A0B-965D-95D44DCBDBF0}"/>
              </a:ext>
            </a:extLst>
          </p:cNvPr>
          <p:cNvSpPr>
            <a:spLocks noGrp="1"/>
          </p:cNvSpPr>
          <p:nvPr/>
        </p:nvSpPr>
        <p:spPr>
          <a:xfrm>
            <a:off x="762000" y="3352800"/>
            <a:ext cx="106489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 i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rPr sz="1200" b="0" i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Cellulitis.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685DBFE8-8131-4F22-8779-2DA17B432548}"/>
              </a:ext>
            </a:extLst>
          </p:cNvPr>
          <p:cNvSpPr>
            <a:spLocks noGrp="1"/>
          </p:cNvSpPr>
          <p:nvPr/>
        </p:nvSpPr>
        <p:spPr>
          <a:xfrm>
            <a:off x="552450" y="4038600"/>
            <a:ext cx="11087100" cy="1066800"/>
          </a:xfrm>
          <a:prstGeom prst="roundRect">
            <a:avLst>
              <a:gd name="adj" fmla="val 7143"/>
            </a:avLst>
          </a:prstGeom>
          <a:solidFill>
            <a:srgbClr val="FFF8D6"/>
          </a:solidFill>
          <a:ln w="9525">
            <a:solidFill>
              <a:srgbClr val="F2DF9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04131BE-E665-4270-B493-82ADCBFC194A}"/>
              </a:ext>
            </a:extLst>
          </p:cNvPr>
          <p:cNvSpPr>
            <a:spLocks noGrp="1"/>
          </p:cNvSpPr>
          <p:nvPr/>
        </p:nvSpPr>
        <p:spPr>
          <a:xfrm>
            <a:off x="552450" y="4038600"/>
            <a:ext cx="76200" cy="1066800"/>
          </a:xfrm>
          <a:prstGeom prst="rect">
            <a:avLst/>
          </a:prstGeom>
          <a:solidFill>
            <a:srgbClr val="F6C343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D33DD9A8-013D-45E8-9125-FDB207667DDD}"/>
              </a:ext>
            </a:extLst>
          </p:cNvPr>
          <p:cNvSpPr>
            <a:spLocks noGrp="1"/>
          </p:cNvSpPr>
          <p:nvPr/>
        </p:nvSpPr>
        <p:spPr>
          <a:xfrm>
            <a:off x="762000" y="4210050"/>
            <a:ext cx="990600" cy="285750"/>
          </a:xfrm>
          <a:prstGeom prst="roundRect">
            <a:avLst>
              <a:gd name="adj" fmla="val 40000"/>
            </a:avLst>
          </a:prstGeom>
          <a:solidFill>
            <a:srgbClr val="02809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OCT 2022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0737D659-041A-4213-B8A8-B6B0A8E6EDFE}"/>
              </a:ext>
            </a:extLst>
          </p:cNvPr>
          <p:cNvSpPr>
            <a:spLocks noGrp="1"/>
          </p:cNvSpPr>
          <p:nvPr/>
        </p:nvSpPr>
        <p:spPr>
          <a:xfrm>
            <a:off x="1885950" y="4210050"/>
            <a:ext cx="1219200" cy="285750"/>
          </a:xfrm>
          <a:prstGeom prst="roundRect">
            <a:avLst>
              <a:gd name="adj" fmla="val 40000"/>
            </a:avLst>
          </a:prstGeom>
          <a:solidFill>
            <a:srgbClr val="2563A8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Short Answers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06F4791D-9282-447C-904A-3BD783F13EFB}"/>
              </a:ext>
            </a:extLst>
          </p:cNvPr>
          <p:cNvSpPr>
            <a:spLocks noGrp="1"/>
          </p:cNvSpPr>
          <p:nvPr/>
        </p:nvSpPr>
        <p:spPr>
          <a:xfrm>
            <a:off x="3238500" y="4210050"/>
            <a:ext cx="514350" cy="285750"/>
          </a:xfrm>
          <a:prstGeom prst="roundRect">
            <a:avLst>
              <a:gd name="adj" fmla="val 40000"/>
            </a:avLst>
          </a:prstGeom>
          <a:solidFill>
            <a:srgbClr val="7C6A0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Q10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D5C3AA8-612B-4674-8F78-0A3D3E804F24}"/>
              </a:ext>
            </a:extLst>
          </p:cNvPr>
          <p:cNvSpPr>
            <a:spLocks noGrp="1"/>
          </p:cNvSpPr>
          <p:nvPr/>
        </p:nvSpPr>
        <p:spPr>
          <a:xfrm>
            <a:off x="10763250" y="4210050"/>
            <a:ext cx="666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pPr>
            <a:r>
              <a: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3 of 4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02C27B4C-9C60-4A25-B4E1-A56BBF473C13}"/>
              </a:ext>
            </a:extLst>
          </p:cNvPr>
          <p:cNvSpPr>
            <a:spLocks noGrp="1"/>
          </p:cNvSpPr>
          <p:nvPr/>
        </p:nvSpPr>
        <p:spPr>
          <a:xfrm>
            <a:off x="762000" y="4591050"/>
            <a:ext cx="106489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 i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rPr sz="1200" b="0" i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Cellulitis- write two drugs.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70A623AC-B18E-4EEA-933E-F5D8280B9165}"/>
              </a:ext>
            </a:extLst>
          </p:cNvPr>
          <p:cNvSpPr>
            <a:spLocks noGrp="1"/>
          </p:cNvSpPr>
          <p:nvPr/>
        </p:nvSpPr>
        <p:spPr>
          <a:xfrm>
            <a:off x="552450" y="5276850"/>
            <a:ext cx="11087100" cy="1066800"/>
          </a:xfrm>
          <a:prstGeom prst="roundRect">
            <a:avLst>
              <a:gd name="adj" fmla="val 7143"/>
            </a:avLst>
          </a:prstGeom>
          <a:solidFill>
            <a:srgbClr val="FFF8D6"/>
          </a:solidFill>
          <a:ln w="9525">
            <a:solidFill>
              <a:srgbClr val="F2DF9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C1067E6F-DE3B-4FC0-8F11-3FAD328B08AF}"/>
              </a:ext>
            </a:extLst>
          </p:cNvPr>
          <p:cNvSpPr>
            <a:spLocks noGrp="1"/>
          </p:cNvSpPr>
          <p:nvPr/>
        </p:nvSpPr>
        <p:spPr>
          <a:xfrm>
            <a:off x="552450" y="5276850"/>
            <a:ext cx="76200" cy="1066800"/>
          </a:xfrm>
          <a:prstGeom prst="rect">
            <a:avLst/>
          </a:prstGeom>
          <a:solidFill>
            <a:srgbClr val="F6C343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1E4997A6-568D-40CF-80C1-3131EA09E683}"/>
              </a:ext>
            </a:extLst>
          </p:cNvPr>
          <p:cNvSpPr>
            <a:spLocks noGrp="1"/>
          </p:cNvSpPr>
          <p:nvPr/>
        </p:nvSpPr>
        <p:spPr>
          <a:xfrm>
            <a:off x="762000" y="5448300"/>
            <a:ext cx="990600" cy="285750"/>
          </a:xfrm>
          <a:prstGeom prst="roundRect">
            <a:avLst>
              <a:gd name="adj" fmla="val 40000"/>
            </a:avLst>
          </a:prstGeom>
          <a:solidFill>
            <a:srgbClr val="02809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SEP 2023</a:t>
            </a: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F499C7B3-70A0-4644-9FEE-A72C2AE9A99D}"/>
              </a:ext>
            </a:extLst>
          </p:cNvPr>
          <p:cNvSpPr>
            <a:spLocks noGrp="1"/>
          </p:cNvSpPr>
          <p:nvPr/>
        </p:nvSpPr>
        <p:spPr>
          <a:xfrm>
            <a:off x="1885950" y="5448300"/>
            <a:ext cx="1219200" cy="285750"/>
          </a:xfrm>
          <a:prstGeom prst="roundRect">
            <a:avLst>
              <a:gd name="adj" fmla="val 40000"/>
            </a:avLst>
          </a:prstGeom>
          <a:solidFill>
            <a:srgbClr val="02809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Write Notes</a:t>
            </a: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323D2EAA-76DC-4664-8C46-09543B04CB30}"/>
              </a:ext>
            </a:extLst>
          </p:cNvPr>
          <p:cNvSpPr>
            <a:spLocks noGrp="1"/>
          </p:cNvSpPr>
          <p:nvPr/>
        </p:nvSpPr>
        <p:spPr>
          <a:xfrm>
            <a:off x="3238500" y="5448300"/>
            <a:ext cx="514350" cy="285750"/>
          </a:xfrm>
          <a:prstGeom prst="roundRect">
            <a:avLst>
              <a:gd name="adj" fmla="val 40000"/>
            </a:avLst>
          </a:prstGeom>
          <a:solidFill>
            <a:srgbClr val="7C6A0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Q7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0C9DA102-FF57-4937-A824-69F0AC2CD538}"/>
              </a:ext>
            </a:extLst>
          </p:cNvPr>
          <p:cNvSpPr>
            <a:spLocks noGrp="1"/>
          </p:cNvSpPr>
          <p:nvPr/>
        </p:nvSpPr>
        <p:spPr>
          <a:xfrm>
            <a:off x="10763250" y="5448300"/>
            <a:ext cx="666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pPr>
            <a:r>
              <a: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4 of 4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EC94AF3C-A80A-4D64-90BD-1031E38A1D4D}"/>
              </a:ext>
            </a:extLst>
          </p:cNvPr>
          <p:cNvSpPr>
            <a:spLocks noGrp="1"/>
          </p:cNvSpPr>
          <p:nvPr/>
        </p:nvSpPr>
        <p:spPr>
          <a:xfrm>
            <a:off x="762000" y="5829300"/>
            <a:ext cx="106489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 i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rPr sz="1200" b="0" i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Apis mel and Ars alb in Cellulitis.</a:t>
            </a:r>
          </a:p>
        </p:txBody>
      </p:sp>
    </p:spTree>
    <p:extLst>
      <p:ext uri="{BB962C8B-B14F-4D97-AF65-F5344CB8AC3E}">
        <p14:creationId xmlns:p14="http://schemas.microsoft.com/office/powerpoint/2010/main" val="1125355905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 35">
            <a:extLst>
              <a:ext uri="{FF2B5EF4-FFF2-40B4-BE49-F238E27FC236}">
                <a16:creationId xmlns:a16="http://schemas.microsoft.com/office/drawing/2014/main" id="{44F40DE0-0214-469D-9C31-50C8176205C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066800"/>
          </a:xfrm>
          <a:prstGeom prst="rect">
            <a:avLst/>
          </a:prstGeom>
          <a:solidFill>
            <a:srgbClr val="028090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1D4ACA86-89A7-4A12-88E9-7313F466222F}"/>
              </a:ext>
            </a:extLst>
          </p:cNvPr>
          <p:cNvSpPr>
            <a:spLocks noGrp="1"/>
          </p:cNvSpPr>
          <p:nvPr/>
        </p:nvSpPr>
        <p:spPr>
          <a:xfrm>
            <a:off x="457200" y="285750"/>
            <a:ext cx="533400" cy="533400"/>
          </a:xfrm>
          <a:prstGeom prst="ellipse">
            <a:avLst/>
          </a:prstGeom>
          <a:solidFill>
            <a:srgbClr val="00A896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A52809F-866C-4ECD-9BC9-2C3F5AE29FDB}"/>
              </a:ext>
            </a:extLst>
          </p:cNvPr>
          <p:cNvSpPr>
            <a:spLocks noGrp="1"/>
          </p:cNvSpPr>
          <p:nvPr/>
        </p:nvSpPr>
        <p:spPr>
          <a:xfrm>
            <a:off x="457200" y="381000"/>
            <a:ext cx="5334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57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7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31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82703A0-2C25-452D-ADFC-A4403ABCAF80}"/>
              </a:ext>
            </a:extLst>
          </p:cNvPr>
          <p:cNvSpPr>
            <a:spLocks noGrp="1"/>
          </p:cNvSpPr>
          <p:nvPr/>
        </p:nvSpPr>
        <p:spPr>
          <a:xfrm>
            <a:off x="1219200" y="209550"/>
            <a:ext cx="8382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400" b="1" i="0">
                <a:solidFill>
                  <a:srgbClr val="FFFFFF"/>
                </a:solidFill>
                <a:latin typeface="Cambria"/>
                <a:ea typeface="Cambria"/>
                <a:cs typeface="Cambria"/>
              </a:defRPr>
            </a:pPr>
            <a:r>
              <a:rPr sz="2400" b="1" i="0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Cervical rib and cervical spondylosis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84DBBC8-3D93-41F2-BC67-33BC5FB11371}"/>
              </a:ext>
            </a:extLst>
          </p:cNvPr>
          <p:cNvSpPr>
            <a:spLocks noGrp="1"/>
          </p:cNvSpPr>
          <p:nvPr/>
        </p:nvSpPr>
        <p:spPr>
          <a:xfrm>
            <a:off x="1219200" y="666750"/>
            <a:ext cx="8382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125" b="0" i="1">
                <a:solidFill>
                  <a:srgbClr val="E6F5F3"/>
                </a:solidFill>
                <a:latin typeface="Calibri"/>
                <a:ea typeface="Calibri"/>
                <a:cs typeface="Calibri"/>
              </a:defRPr>
            </a:pPr>
            <a:r>
              <a:rPr sz="1125" b="0" i="1">
                <a:solidFill>
                  <a:srgbClr val="E6F5F3"/>
                </a:solidFill>
                <a:latin typeface="Calibri"/>
                <a:ea typeface="Calibri"/>
                <a:cs typeface="Calibri"/>
              </a:rPr>
              <a:t>4 times asked | 2 Write Notes | 2 Short Answers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92540A0B-41FE-437E-98BE-0CE4AA343C74}"/>
              </a:ext>
            </a:extLst>
          </p:cNvPr>
          <p:cNvSpPr>
            <a:spLocks noGrp="1"/>
          </p:cNvSpPr>
          <p:nvPr/>
        </p:nvSpPr>
        <p:spPr>
          <a:xfrm>
            <a:off x="9886950" y="381000"/>
            <a:ext cx="1714500" cy="285750"/>
          </a:xfrm>
          <a:prstGeom prst="roundRect">
            <a:avLst>
              <a:gd name="adj" fmla="val 40000"/>
            </a:avLst>
          </a:prstGeom>
          <a:solidFill>
            <a:srgbClr val="016B78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Rank 31/55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6DC0D49-5F5A-480C-90C9-7A23A292F824}"/>
              </a:ext>
            </a:extLst>
          </p:cNvPr>
          <p:cNvSpPr>
            <a:spLocks noGrp="1"/>
          </p:cNvSpPr>
          <p:nvPr/>
        </p:nvSpPr>
        <p:spPr>
          <a:xfrm>
            <a:off x="552450" y="1200150"/>
            <a:ext cx="4000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1" i="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pPr>
            <a:r>
              <a:rPr sz="1275" b="1" i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Highlighted asked questions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6E3E2847-4712-495F-ADBB-45EDC66CAAC3}"/>
              </a:ext>
            </a:extLst>
          </p:cNvPr>
          <p:cNvSpPr>
            <a:spLocks noGrp="1"/>
          </p:cNvSpPr>
          <p:nvPr/>
        </p:nvSpPr>
        <p:spPr>
          <a:xfrm>
            <a:off x="552450" y="1562100"/>
            <a:ext cx="11087100" cy="1066800"/>
          </a:xfrm>
          <a:prstGeom prst="roundRect">
            <a:avLst>
              <a:gd name="adj" fmla="val 7143"/>
            </a:avLst>
          </a:prstGeom>
          <a:solidFill>
            <a:srgbClr val="FFF8D6"/>
          </a:solidFill>
          <a:ln w="9525">
            <a:solidFill>
              <a:srgbClr val="F2DF9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C31167C-16BC-414D-878B-CEE79F5CC4C8}"/>
              </a:ext>
            </a:extLst>
          </p:cNvPr>
          <p:cNvSpPr>
            <a:spLocks noGrp="1"/>
          </p:cNvSpPr>
          <p:nvPr/>
        </p:nvSpPr>
        <p:spPr>
          <a:xfrm>
            <a:off x="552450" y="1562100"/>
            <a:ext cx="76200" cy="1066800"/>
          </a:xfrm>
          <a:prstGeom prst="rect">
            <a:avLst/>
          </a:prstGeom>
          <a:solidFill>
            <a:srgbClr val="F6C343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197BD0F8-B30B-4EB9-B3F2-2999C63F61D8}"/>
              </a:ext>
            </a:extLst>
          </p:cNvPr>
          <p:cNvSpPr>
            <a:spLocks noGrp="1"/>
          </p:cNvSpPr>
          <p:nvPr/>
        </p:nvSpPr>
        <p:spPr>
          <a:xfrm>
            <a:off x="762000" y="1733550"/>
            <a:ext cx="990600" cy="285750"/>
          </a:xfrm>
          <a:prstGeom prst="roundRect">
            <a:avLst>
              <a:gd name="adj" fmla="val 40000"/>
            </a:avLst>
          </a:prstGeom>
          <a:solidFill>
            <a:srgbClr val="02809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MAY 2022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66858170-5D3D-4EDA-A888-BB061CD89A90}"/>
              </a:ext>
            </a:extLst>
          </p:cNvPr>
          <p:cNvSpPr>
            <a:spLocks noGrp="1"/>
          </p:cNvSpPr>
          <p:nvPr/>
        </p:nvSpPr>
        <p:spPr>
          <a:xfrm>
            <a:off x="1885950" y="1733550"/>
            <a:ext cx="1219200" cy="285750"/>
          </a:xfrm>
          <a:prstGeom prst="roundRect">
            <a:avLst>
              <a:gd name="adj" fmla="val 40000"/>
            </a:avLst>
          </a:prstGeom>
          <a:solidFill>
            <a:srgbClr val="2563A8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Short Answers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FAF22522-494C-46A2-BCEA-87B6A84CB7EB}"/>
              </a:ext>
            </a:extLst>
          </p:cNvPr>
          <p:cNvSpPr>
            <a:spLocks noGrp="1"/>
          </p:cNvSpPr>
          <p:nvPr/>
        </p:nvSpPr>
        <p:spPr>
          <a:xfrm>
            <a:off x="3238500" y="1733550"/>
            <a:ext cx="514350" cy="285750"/>
          </a:xfrm>
          <a:prstGeom prst="roundRect">
            <a:avLst>
              <a:gd name="adj" fmla="val 40000"/>
            </a:avLst>
          </a:prstGeom>
          <a:solidFill>
            <a:srgbClr val="7C6A0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Q5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DFB1319-4DB4-4364-85B5-4AF98996702F}"/>
              </a:ext>
            </a:extLst>
          </p:cNvPr>
          <p:cNvSpPr>
            <a:spLocks noGrp="1"/>
          </p:cNvSpPr>
          <p:nvPr/>
        </p:nvSpPr>
        <p:spPr>
          <a:xfrm>
            <a:off x="10763250" y="1733550"/>
            <a:ext cx="666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pPr>
            <a:r>
              <a: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1 of 4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FCC22C9-6A21-4705-89FD-EF2BF6E744FB}"/>
              </a:ext>
            </a:extLst>
          </p:cNvPr>
          <p:cNvSpPr>
            <a:spLocks noGrp="1"/>
          </p:cNvSpPr>
          <p:nvPr/>
        </p:nvSpPr>
        <p:spPr>
          <a:xfrm>
            <a:off x="762000" y="2114550"/>
            <a:ext cx="106489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 i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rPr sz="1200" b="0" i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Cervical Rib.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D2E9C7DD-EB12-48DC-BCEB-D7DE3A01F5B2}"/>
              </a:ext>
            </a:extLst>
          </p:cNvPr>
          <p:cNvSpPr>
            <a:spLocks noGrp="1"/>
          </p:cNvSpPr>
          <p:nvPr/>
        </p:nvSpPr>
        <p:spPr>
          <a:xfrm>
            <a:off x="552450" y="2800350"/>
            <a:ext cx="11087100" cy="1066800"/>
          </a:xfrm>
          <a:prstGeom prst="roundRect">
            <a:avLst>
              <a:gd name="adj" fmla="val 7143"/>
            </a:avLst>
          </a:prstGeom>
          <a:solidFill>
            <a:srgbClr val="FFF8D6"/>
          </a:solidFill>
          <a:ln w="9525">
            <a:solidFill>
              <a:srgbClr val="F2DF9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C5ADA75-37FC-4A26-BD0B-7B242D898556}"/>
              </a:ext>
            </a:extLst>
          </p:cNvPr>
          <p:cNvSpPr>
            <a:spLocks noGrp="1"/>
          </p:cNvSpPr>
          <p:nvPr/>
        </p:nvSpPr>
        <p:spPr>
          <a:xfrm>
            <a:off x="552450" y="2800350"/>
            <a:ext cx="76200" cy="1066800"/>
          </a:xfrm>
          <a:prstGeom prst="rect">
            <a:avLst/>
          </a:prstGeom>
          <a:solidFill>
            <a:srgbClr val="F6C343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E5D09A29-6084-47AD-BC07-29FA837AAA9F}"/>
              </a:ext>
            </a:extLst>
          </p:cNvPr>
          <p:cNvSpPr>
            <a:spLocks noGrp="1"/>
          </p:cNvSpPr>
          <p:nvPr/>
        </p:nvSpPr>
        <p:spPr>
          <a:xfrm>
            <a:off x="762000" y="2971800"/>
            <a:ext cx="990600" cy="285750"/>
          </a:xfrm>
          <a:prstGeom prst="roundRect">
            <a:avLst>
              <a:gd name="adj" fmla="val 40000"/>
            </a:avLst>
          </a:prstGeom>
          <a:solidFill>
            <a:srgbClr val="02809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SEP 2023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B05DE066-D59E-4B3F-A550-178B08D2E42B}"/>
              </a:ext>
            </a:extLst>
          </p:cNvPr>
          <p:cNvSpPr>
            <a:spLocks noGrp="1"/>
          </p:cNvSpPr>
          <p:nvPr/>
        </p:nvSpPr>
        <p:spPr>
          <a:xfrm>
            <a:off x="1885950" y="2971800"/>
            <a:ext cx="1219200" cy="285750"/>
          </a:xfrm>
          <a:prstGeom prst="roundRect">
            <a:avLst>
              <a:gd name="adj" fmla="val 40000"/>
            </a:avLst>
          </a:prstGeom>
          <a:solidFill>
            <a:srgbClr val="02809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Write Notes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D6DB46AB-CC97-4C73-803B-CB5AA44DF246}"/>
              </a:ext>
            </a:extLst>
          </p:cNvPr>
          <p:cNvSpPr>
            <a:spLocks noGrp="1"/>
          </p:cNvSpPr>
          <p:nvPr/>
        </p:nvSpPr>
        <p:spPr>
          <a:xfrm>
            <a:off x="3238500" y="2971800"/>
            <a:ext cx="514350" cy="285750"/>
          </a:xfrm>
          <a:prstGeom prst="roundRect">
            <a:avLst>
              <a:gd name="adj" fmla="val 40000"/>
            </a:avLst>
          </a:prstGeom>
          <a:solidFill>
            <a:srgbClr val="7C6A0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Q9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3794ABC-2110-4318-BC75-29307DBEFE97}"/>
              </a:ext>
            </a:extLst>
          </p:cNvPr>
          <p:cNvSpPr>
            <a:spLocks noGrp="1"/>
          </p:cNvSpPr>
          <p:nvPr/>
        </p:nvSpPr>
        <p:spPr>
          <a:xfrm>
            <a:off x="10763250" y="2971800"/>
            <a:ext cx="666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pPr>
            <a:r>
              <a: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2 of 4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BBD7D21-D8D5-43B5-AA2A-6218A0A83D29}"/>
              </a:ext>
            </a:extLst>
          </p:cNvPr>
          <p:cNvSpPr>
            <a:spLocks noGrp="1"/>
          </p:cNvSpPr>
          <p:nvPr/>
        </p:nvSpPr>
        <p:spPr>
          <a:xfrm>
            <a:off x="762000" y="3352800"/>
            <a:ext cx="106489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 i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rPr sz="1200" b="0" i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Cal.carb and Lycopdium in Cervical spondylosis.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2A8FA80B-3C00-4E62-AB7C-86C5AFC8514D}"/>
              </a:ext>
            </a:extLst>
          </p:cNvPr>
          <p:cNvSpPr>
            <a:spLocks noGrp="1"/>
          </p:cNvSpPr>
          <p:nvPr/>
        </p:nvSpPr>
        <p:spPr>
          <a:xfrm>
            <a:off x="552450" y="4038600"/>
            <a:ext cx="11087100" cy="1066800"/>
          </a:xfrm>
          <a:prstGeom prst="roundRect">
            <a:avLst>
              <a:gd name="adj" fmla="val 7143"/>
            </a:avLst>
          </a:prstGeom>
          <a:solidFill>
            <a:srgbClr val="FFF8D6"/>
          </a:solidFill>
          <a:ln w="9525">
            <a:solidFill>
              <a:srgbClr val="F2DF9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FE55D1D-4F43-4E42-978D-A220FC38EE7A}"/>
              </a:ext>
            </a:extLst>
          </p:cNvPr>
          <p:cNvSpPr>
            <a:spLocks noGrp="1"/>
          </p:cNvSpPr>
          <p:nvPr/>
        </p:nvSpPr>
        <p:spPr>
          <a:xfrm>
            <a:off x="552450" y="4038600"/>
            <a:ext cx="76200" cy="1066800"/>
          </a:xfrm>
          <a:prstGeom prst="rect">
            <a:avLst/>
          </a:prstGeom>
          <a:solidFill>
            <a:srgbClr val="F6C343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CA04A3FD-1705-47FB-9708-54DD52206C42}"/>
              </a:ext>
            </a:extLst>
          </p:cNvPr>
          <p:cNvSpPr>
            <a:spLocks noGrp="1"/>
          </p:cNvSpPr>
          <p:nvPr/>
        </p:nvSpPr>
        <p:spPr>
          <a:xfrm>
            <a:off x="762000" y="4210050"/>
            <a:ext cx="990600" cy="285750"/>
          </a:xfrm>
          <a:prstGeom prst="roundRect">
            <a:avLst>
              <a:gd name="adj" fmla="val 40000"/>
            </a:avLst>
          </a:prstGeom>
          <a:solidFill>
            <a:srgbClr val="02809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AUG 2024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2F1CB2B2-3CAF-435F-9E7C-55522A14B9D3}"/>
              </a:ext>
            </a:extLst>
          </p:cNvPr>
          <p:cNvSpPr>
            <a:spLocks noGrp="1"/>
          </p:cNvSpPr>
          <p:nvPr/>
        </p:nvSpPr>
        <p:spPr>
          <a:xfrm>
            <a:off x="1885950" y="4210050"/>
            <a:ext cx="1219200" cy="285750"/>
          </a:xfrm>
          <a:prstGeom prst="roundRect">
            <a:avLst>
              <a:gd name="adj" fmla="val 40000"/>
            </a:avLst>
          </a:prstGeom>
          <a:solidFill>
            <a:srgbClr val="02809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Write Notes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8D0461E4-A792-49C0-91B5-DC0FB0E5A013}"/>
              </a:ext>
            </a:extLst>
          </p:cNvPr>
          <p:cNvSpPr>
            <a:spLocks noGrp="1"/>
          </p:cNvSpPr>
          <p:nvPr/>
        </p:nvSpPr>
        <p:spPr>
          <a:xfrm>
            <a:off x="3238500" y="4210050"/>
            <a:ext cx="514350" cy="285750"/>
          </a:xfrm>
          <a:prstGeom prst="roundRect">
            <a:avLst>
              <a:gd name="adj" fmla="val 40000"/>
            </a:avLst>
          </a:prstGeom>
          <a:solidFill>
            <a:srgbClr val="7C6A0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Q3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E59420EE-B05D-4355-B397-778C38209B20}"/>
              </a:ext>
            </a:extLst>
          </p:cNvPr>
          <p:cNvSpPr>
            <a:spLocks noGrp="1"/>
          </p:cNvSpPr>
          <p:nvPr/>
        </p:nvSpPr>
        <p:spPr>
          <a:xfrm>
            <a:off x="10763250" y="4210050"/>
            <a:ext cx="666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pPr>
            <a:r>
              <a: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3 of 4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0D1EE3B-4CDE-4E58-83CE-F220C7E8F2DE}"/>
              </a:ext>
            </a:extLst>
          </p:cNvPr>
          <p:cNvSpPr>
            <a:spLocks noGrp="1"/>
          </p:cNvSpPr>
          <p:nvPr/>
        </p:nvSpPr>
        <p:spPr>
          <a:xfrm>
            <a:off x="762000" y="4591050"/>
            <a:ext cx="106489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 i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rPr sz="1200" b="0" i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What is Cervical rib?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9A68FAA6-1057-4900-BB13-98E5230996F3}"/>
              </a:ext>
            </a:extLst>
          </p:cNvPr>
          <p:cNvSpPr>
            <a:spLocks noGrp="1"/>
          </p:cNvSpPr>
          <p:nvPr/>
        </p:nvSpPr>
        <p:spPr>
          <a:xfrm>
            <a:off x="552450" y="5276850"/>
            <a:ext cx="11087100" cy="1066800"/>
          </a:xfrm>
          <a:prstGeom prst="roundRect">
            <a:avLst>
              <a:gd name="adj" fmla="val 7143"/>
            </a:avLst>
          </a:prstGeom>
          <a:solidFill>
            <a:srgbClr val="FFF8D6"/>
          </a:solidFill>
          <a:ln w="9525">
            <a:solidFill>
              <a:srgbClr val="F2DF9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191C8D3E-7249-4AE4-9F2D-8A2192F0DD96}"/>
              </a:ext>
            </a:extLst>
          </p:cNvPr>
          <p:cNvSpPr>
            <a:spLocks noGrp="1"/>
          </p:cNvSpPr>
          <p:nvPr/>
        </p:nvSpPr>
        <p:spPr>
          <a:xfrm>
            <a:off x="552450" y="5276850"/>
            <a:ext cx="76200" cy="1066800"/>
          </a:xfrm>
          <a:prstGeom prst="rect">
            <a:avLst/>
          </a:prstGeom>
          <a:solidFill>
            <a:srgbClr val="F6C343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B4EFF35F-716E-47F9-AD5F-FDC76B7C1756}"/>
              </a:ext>
            </a:extLst>
          </p:cNvPr>
          <p:cNvSpPr>
            <a:spLocks noGrp="1"/>
          </p:cNvSpPr>
          <p:nvPr/>
        </p:nvSpPr>
        <p:spPr>
          <a:xfrm>
            <a:off x="762000" y="5448300"/>
            <a:ext cx="990600" cy="285750"/>
          </a:xfrm>
          <a:prstGeom prst="roundRect">
            <a:avLst>
              <a:gd name="adj" fmla="val 40000"/>
            </a:avLst>
          </a:prstGeom>
          <a:solidFill>
            <a:srgbClr val="02809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MAR 2025</a:t>
            </a: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82C630A1-DA15-412E-B835-1BD35123AD65}"/>
              </a:ext>
            </a:extLst>
          </p:cNvPr>
          <p:cNvSpPr>
            <a:spLocks noGrp="1"/>
          </p:cNvSpPr>
          <p:nvPr/>
        </p:nvSpPr>
        <p:spPr>
          <a:xfrm>
            <a:off x="1885950" y="5448300"/>
            <a:ext cx="1219200" cy="285750"/>
          </a:xfrm>
          <a:prstGeom prst="roundRect">
            <a:avLst>
              <a:gd name="adj" fmla="val 40000"/>
            </a:avLst>
          </a:prstGeom>
          <a:solidFill>
            <a:srgbClr val="2563A8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Short Answers</a:t>
            </a: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C3B2FE5D-8B7A-4F42-B973-03B341545BBE}"/>
              </a:ext>
            </a:extLst>
          </p:cNvPr>
          <p:cNvSpPr>
            <a:spLocks noGrp="1"/>
          </p:cNvSpPr>
          <p:nvPr/>
        </p:nvSpPr>
        <p:spPr>
          <a:xfrm>
            <a:off x="3238500" y="5448300"/>
            <a:ext cx="514350" cy="285750"/>
          </a:xfrm>
          <a:prstGeom prst="roundRect">
            <a:avLst>
              <a:gd name="adj" fmla="val 40000"/>
            </a:avLst>
          </a:prstGeom>
          <a:solidFill>
            <a:srgbClr val="7C6A0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Q7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A9EFBC65-D8F0-43A5-AC08-453C638D83C2}"/>
              </a:ext>
            </a:extLst>
          </p:cNvPr>
          <p:cNvSpPr>
            <a:spLocks noGrp="1"/>
          </p:cNvSpPr>
          <p:nvPr/>
        </p:nvSpPr>
        <p:spPr>
          <a:xfrm>
            <a:off x="10763250" y="5448300"/>
            <a:ext cx="666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pPr>
            <a:r>
              <a: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4 of 4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C6F68B1D-8282-4774-BE12-BF6011F514C9}"/>
              </a:ext>
            </a:extLst>
          </p:cNvPr>
          <p:cNvSpPr>
            <a:spLocks noGrp="1"/>
          </p:cNvSpPr>
          <p:nvPr/>
        </p:nvSpPr>
        <p:spPr>
          <a:xfrm>
            <a:off x="762000" y="5829300"/>
            <a:ext cx="106489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 i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rPr sz="1200" b="0" i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Lycopodium - Cervical Spondylosis.</a:t>
            </a:r>
          </a:p>
        </p:txBody>
      </p:sp>
    </p:spTree>
    <p:extLst>
      <p:ext uri="{BB962C8B-B14F-4D97-AF65-F5344CB8AC3E}">
        <p14:creationId xmlns:p14="http://schemas.microsoft.com/office/powerpoint/2010/main" val="975804053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 35">
            <a:extLst>
              <a:ext uri="{FF2B5EF4-FFF2-40B4-BE49-F238E27FC236}">
                <a16:creationId xmlns:a16="http://schemas.microsoft.com/office/drawing/2014/main" id="{107DBC10-CF1F-4C96-AE95-CA2C330A7EE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066800"/>
          </a:xfrm>
          <a:prstGeom prst="rect">
            <a:avLst/>
          </a:prstGeom>
          <a:solidFill>
            <a:srgbClr val="028090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849A4A3D-4D7A-4911-B833-FB31B8A42610}"/>
              </a:ext>
            </a:extLst>
          </p:cNvPr>
          <p:cNvSpPr>
            <a:spLocks noGrp="1"/>
          </p:cNvSpPr>
          <p:nvPr/>
        </p:nvSpPr>
        <p:spPr>
          <a:xfrm>
            <a:off x="457200" y="285750"/>
            <a:ext cx="533400" cy="533400"/>
          </a:xfrm>
          <a:prstGeom prst="ellipse">
            <a:avLst/>
          </a:prstGeom>
          <a:solidFill>
            <a:srgbClr val="00A896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A91620D-AB6C-4A9A-8AC7-980B5B67497D}"/>
              </a:ext>
            </a:extLst>
          </p:cNvPr>
          <p:cNvSpPr>
            <a:spLocks noGrp="1"/>
          </p:cNvSpPr>
          <p:nvPr/>
        </p:nvSpPr>
        <p:spPr>
          <a:xfrm>
            <a:off x="457200" y="381000"/>
            <a:ext cx="5334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57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7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32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27826E6-B78C-4BA5-9B75-92879E620947}"/>
              </a:ext>
            </a:extLst>
          </p:cNvPr>
          <p:cNvSpPr>
            <a:spLocks noGrp="1"/>
          </p:cNvSpPr>
          <p:nvPr/>
        </p:nvSpPr>
        <p:spPr>
          <a:xfrm>
            <a:off x="1219200" y="209550"/>
            <a:ext cx="8382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400" b="1" i="0">
                <a:solidFill>
                  <a:srgbClr val="FFFFFF"/>
                </a:solidFill>
                <a:latin typeface="Cambria"/>
                <a:ea typeface="Cambria"/>
                <a:cs typeface="Cambria"/>
              </a:defRPr>
            </a:pPr>
            <a:r>
              <a:rPr sz="2400" b="1" i="0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Fistula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CFAA9D1-845B-4BC8-B1F4-79D9EE094FCC}"/>
              </a:ext>
            </a:extLst>
          </p:cNvPr>
          <p:cNvSpPr>
            <a:spLocks noGrp="1"/>
          </p:cNvSpPr>
          <p:nvPr/>
        </p:nvSpPr>
        <p:spPr>
          <a:xfrm>
            <a:off x="1219200" y="666750"/>
            <a:ext cx="8382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125" b="0" i="1">
                <a:solidFill>
                  <a:srgbClr val="E6F5F3"/>
                </a:solidFill>
                <a:latin typeface="Calibri"/>
                <a:ea typeface="Calibri"/>
                <a:cs typeface="Calibri"/>
              </a:defRPr>
            </a:pPr>
            <a:r>
              <a:rPr sz="1125" b="0" i="1">
                <a:solidFill>
                  <a:srgbClr val="E6F5F3"/>
                </a:solidFill>
                <a:latin typeface="Calibri"/>
                <a:ea typeface="Calibri"/>
                <a:cs typeface="Calibri"/>
              </a:rPr>
              <a:t>4 times asked | 4 Write Notes | 0 Short Answers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D7E71B55-2CAB-4F4B-9E09-CBA11EF9FB21}"/>
              </a:ext>
            </a:extLst>
          </p:cNvPr>
          <p:cNvSpPr>
            <a:spLocks noGrp="1"/>
          </p:cNvSpPr>
          <p:nvPr/>
        </p:nvSpPr>
        <p:spPr>
          <a:xfrm>
            <a:off x="9886950" y="381000"/>
            <a:ext cx="1714500" cy="285750"/>
          </a:xfrm>
          <a:prstGeom prst="roundRect">
            <a:avLst>
              <a:gd name="adj" fmla="val 40000"/>
            </a:avLst>
          </a:prstGeom>
          <a:solidFill>
            <a:srgbClr val="016B78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Rank 32/55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D971630-14EF-4C4A-9A83-67D587C853EB}"/>
              </a:ext>
            </a:extLst>
          </p:cNvPr>
          <p:cNvSpPr>
            <a:spLocks noGrp="1"/>
          </p:cNvSpPr>
          <p:nvPr/>
        </p:nvSpPr>
        <p:spPr>
          <a:xfrm>
            <a:off x="552450" y="1200150"/>
            <a:ext cx="4000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1" i="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pPr>
            <a:r>
              <a:rPr sz="1275" b="1" i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Highlighted asked questions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893A1633-96DD-4162-B626-B107853BFFED}"/>
              </a:ext>
            </a:extLst>
          </p:cNvPr>
          <p:cNvSpPr>
            <a:spLocks noGrp="1"/>
          </p:cNvSpPr>
          <p:nvPr/>
        </p:nvSpPr>
        <p:spPr>
          <a:xfrm>
            <a:off x="552450" y="1562100"/>
            <a:ext cx="11087100" cy="1066800"/>
          </a:xfrm>
          <a:prstGeom prst="roundRect">
            <a:avLst>
              <a:gd name="adj" fmla="val 7143"/>
            </a:avLst>
          </a:prstGeom>
          <a:solidFill>
            <a:srgbClr val="FFF8D6"/>
          </a:solidFill>
          <a:ln w="9525">
            <a:solidFill>
              <a:srgbClr val="F2DF9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7E76072-45B8-409C-B315-F47877933981}"/>
              </a:ext>
            </a:extLst>
          </p:cNvPr>
          <p:cNvSpPr>
            <a:spLocks noGrp="1"/>
          </p:cNvSpPr>
          <p:nvPr/>
        </p:nvSpPr>
        <p:spPr>
          <a:xfrm>
            <a:off x="552450" y="1562100"/>
            <a:ext cx="76200" cy="1066800"/>
          </a:xfrm>
          <a:prstGeom prst="rect">
            <a:avLst/>
          </a:prstGeom>
          <a:solidFill>
            <a:srgbClr val="F6C343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B023D92D-8F43-4EBF-A25C-6EB3F4805D10}"/>
              </a:ext>
            </a:extLst>
          </p:cNvPr>
          <p:cNvSpPr>
            <a:spLocks noGrp="1"/>
          </p:cNvSpPr>
          <p:nvPr/>
        </p:nvSpPr>
        <p:spPr>
          <a:xfrm>
            <a:off x="762000" y="1733550"/>
            <a:ext cx="990600" cy="285750"/>
          </a:xfrm>
          <a:prstGeom prst="roundRect">
            <a:avLst>
              <a:gd name="adj" fmla="val 40000"/>
            </a:avLst>
          </a:prstGeom>
          <a:solidFill>
            <a:srgbClr val="02809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OCT 2018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4C11D096-7402-476B-A5A6-B589A204DAEA}"/>
              </a:ext>
            </a:extLst>
          </p:cNvPr>
          <p:cNvSpPr>
            <a:spLocks noGrp="1"/>
          </p:cNvSpPr>
          <p:nvPr/>
        </p:nvSpPr>
        <p:spPr>
          <a:xfrm>
            <a:off x="1885950" y="1733550"/>
            <a:ext cx="1219200" cy="285750"/>
          </a:xfrm>
          <a:prstGeom prst="roundRect">
            <a:avLst>
              <a:gd name="adj" fmla="val 40000"/>
            </a:avLst>
          </a:prstGeom>
          <a:solidFill>
            <a:srgbClr val="02809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Write Notes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7E9B98C8-E654-4FFF-B9C8-6DF67F397043}"/>
              </a:ext>
            </a:extLst>
          </p:cNvPr>
          <p:cNvSpPr>
            <a:spLocks noGrp="1"/>
          </p:cNvSpPr>
          <p:nvPr/>
        </p:nvSpPr>
        <p:spPr>
          <a:xfrm>
            <a:off x="3238500" y="1733550"/>
            <a:ext cx="514350" cy="285750"/>
          </a:xfrm>
          <a:prstGeom prst="roundRect">
            <a:avLst>
              <a:gd name="adj" fmla="val 40000"/>
            </a:avLst>
          </a:prstGeom>
          <a:solidFill>
            <a:srgbClr val="7C6A0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Q9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CDCBCCC-3E64-4F4F-9C83-93C66BD48576}"/>
              </a:ext>
            </a:extLst>
          </p:cNvPr>
          <p:cNvSpPr>
            <a:spLocks noGrp="1"/>
          </p:cNvSpPr>
          <p:nvPr/>
        </p:nvSpPr>
        <p:spPr>
          <a:xfrm>
            <a:off x="10763250" y="1733550"/>
            <a:ext cx="666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pPr>
            <a:r>
              <a: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1 of 4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3FA6704-FD1B-4571-A4F0-D14DE781D6D8}"/>
              </a:ext>
            </a:extLst>
          </p:cNvPr>
          <p:cNvSpPr>
            <a:spLocks noGrp="1"/>
          </p:cNvSpPr>
          <p:nvPr/>
        </p:nvSpPr>
        <p:spPr>
          <a:xfrm>
            <a:off x="762000" y="2114550"/>
            <a:ext cx="106489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 i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rPr sz="1200" b="0" i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Silicea and Flouric acid in Fistula.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E5A703B8-7D37-4547-B100-1130314927E8}"/>
              </a:ext>
            </a:extLst>
          </p:cNvPr>
          <p:cNvSpPr>
            <a:spLocks noGrp="1"/>
          </p:cNvSpPr>
          <p:nvPr/>
        </p:nvSpPr>
        <p:spPr>
          <a:xfrm>
            <a:off x="552450" y="2800350"/>
            <a:ext cx="11087100" cy="1066800"/>
          </a:xfrm>
          <a:prstGeom prst="roundRect">
            <a:avLst>
              <a:gd name="adj" fmla="val 7143"/>
            </a:avLst>
          </a:prstGeom>
          <a:solidFill>
            <a:srgbClr val="FFF8D6"/>
          </a:solidFill>
          <a:ln w="9525">
            <a:solidFill>
              <a:srgbClr val="F2DF9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62B8248-C860-45FD-B441-B9A6A2E518EB}"/>
              </a:ext>
            </a:extLst>
          </p:cNvPr>
          <p:cNvSpPr>
            <a:spLocks noGrp="1"/>
          </p:cNvSpPr>
          <p:nvPr/>
        </p:nvSpPr>
        <p:spPr>
          <a:xfrm>
            <a:off x="552450" y="2800350"/>
            <a:ext cx="76200" cy="1066800"/>
          </a:xfrm>
          <a:prstGeom prst="rect">
            <a:avLst/>
          </a:prstGeom>
          <a:solidFill>
            <a:srgbClr val="F6C343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E1C2B7D2-004E-43A8-9A58-61844AF60241}"/>
              </a:ext>
            </a:extLst>
          </p:cNvPr>
          <p:cNvSpPr>
            <a:spLocks noGrp="1"/>
          </p:cNvSpPr>
          <p:nvPr/>
        </p:nvSpPr>
        <p:spPr>
          <a:xfrm>
            <a:off x="762000" y="2971800"/>
            <a:ext cx="990600" cy="285750"/>
          </a:xfrm>
          <a:prstGeom prst="roundRect">
            <a:avLst>
              <a:gd name="adj" fmla="val 40000"/>
            </a:avLst>
          </a:prstGeom>
          <a:solidFill>
            <a:srgbClr val="02809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OCT 2019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2F0F368F-AB69-47EB-A28F-1CBD3474ECC9}"/>
              </a:ext>
            </a:extLst>
          </p:cNvPr>
          <p:cNvSpPr>
            <a:spLocks noGrp="1"/>
          </p:cNvSpPr>
          <p:nvPr/>
        </p:nvSpPr>
        <p:spPr>
          <a:xfrm>
            <a:off x="1885950" y="2971800"/>
            <a:ext cx="1219200" cy="285750"/>
          </a:xfrm>
          <a:prstGeom prst="roundRect">
            <a:avLst>
              <a:gd name="adj" fmla="val 40000"/>
            </a:avLst>
          </a:prstGeom>
          <a:solidFill>
            <a:srgbClr val="02809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Write Notes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B4924CC2-A2BE-4CD0-9ACC-F356C6D367A5}"/>
              </a:ext>
            </a:extLst>
          </p:cNvPr>
          <p:cNvSpPr>
            <a:spLocks noGrp="1"/>
          </p:cNvSpPr>
          <p:nvPr/>
        </p:nvSpPr>
        <p:spPr>
          <a:xfrm>
            <a:off x="3238500" y="2971800"/>
            <a:ext cx="514350" cy="285750"/>
          </a:xfrm>
          <a:prstGeom prst="roundRect">
            <a:avLst>
              <a:gd name="adj" fmla="val 40000"/>
            </a:avLst>
          </a:prstGeom>
          <a:solidFill>
            <a:srgbClr val="7C6A0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Q7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EC99943-D9E0-445E-8DF8-2731C058F249}"/>
              </a:ext>
            </a:extLst>
          </p:cNvPr>
          <p:cNvSpPr>
            <a:spLocks noGrp="1"/>
          </p:cNvSpPr>
          <p:nvPr/>
        </p:nvSpPr>
        <p:spPr>
          <a:xfrm>
            <a:off x="10763250" y="2971800"/>
            <a:ext cx="666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pPr>
            <a:r>
              <a: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2 of 4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85F07FF-02C7-4FA9-BAD1-5E0C49AF4B9A}"/>
              </a:ext>
            </a:extLst>
          </p:cNvPr>
          <p:cNvSpPr>
            <a:spLocks noGrp="1"/>
          </p:cNvSpPr>
          <p:nvPr/>
        </p:nvSpPr>
        <p:spPr>
          <a:xfrm>
            <a:off x="762000" y="3352800"/>
            <a:ext cx="106489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 i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rPr sz="1200" b="0" i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Silicea and Nitric acid in Fistula.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F83ECD87-D31F-4AC5-AE60-79254303DCC1}"/>
              </a:ext>
            </a:extLst>
          </p:cNvPr>
          <p:cNvSpPr>
            <a:spLocks noGrp="1"/>
          </p:cNvSpPr>
          <p:nvPr/>
        </p:nvSpPr>
        <p:spPr>
          <a:xfrm>
            <a:off x="552450" y="4038600"/>
            <a:ext cx="11087100" cy="1066800"/>
          </a:xfrm>
          <a:prstGeom prst="roundRect">
            <a:avLst>
              <a:gd name="adj" fmla="val 7143"/>
            </a:avLst>
          </a:prstGeom>
          <a:solidFill>
            <a:srgbClr val="FFF8D6"/>
          </a:solidFill>
          <a:ln w="9525">
            <a:solidFill>
              <a:srgbClr val="F2DF9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7C415FD-8221-4CC2-A5B4-460CACF16433}"/>
              </a:ext>
            </a:extLst>
          </p:cNvPr>
          <p:cNvSpPr>
            <a:spLocks noGrp="1"/>
          </p:cNvSpPr>
          <p:nvPr/>
        </p:nvSpPr>
        <p:spPr>
          <a:xfrm>
            <a:off x="552450" y="4038600"/>
            <a:ext cx="76200" cy="1066800"/>
          </a:xfrm>
          <a:prstGeom prst="rect">
            <a:avLst/>
          </a:prstGeom>
          <a:solidFill>
            <a:srgbClr val="F6C343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92318F12-9108-4BD6-A303-FAC40F8F57ED}"/>
              </a:ext>
            </a:extLst>
          </p:cNvPr>
          <p:cNvSpPr>
            <a:spLocks noGrp="1"/>
          </p:cNvSpPr>
          <p:nvPr/>
        </p:nvSpPr>
        <p:spPr>
          <a:xfrm>
            <a:off x="762000" y="4210050"/>
            <a:ext cx="990600" cy="285750"/>
          </a:xfrm>
          <a:prstGeom prst="roundRect">
            <a:avLst>
              <a:gd name="adj" fmla="val 40000"/>
            </a:avLst>
          </a:prstGeom>
          <a:solidFill>
            <a:srgbClr val="02809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MAY 2022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2AEEB72D-61D3-4583-BD52-02DE494EEBEF}"/>
              </a:ext>
            </a:extLst>
          </p:cNvPr>
          <p:cNvSpPr>
            <a:spLocks noGrp="1"/>
          </p:cNvSpPr>
          <p:nvPr/>
        </p:nvSpPr>
        <p:spPr>
          <a:xfrm>
            <a:off x="1885950" y="4210050"/>
            <a:ext cx="1219200" cy="285750"/>
          </a:xfrm>
          <a:prstGeom prst="roundRect">
            <a:avLst>
              <a:gd name="adj" fmla="val 40000"/>
            </a:avLst>
          </a:prstGeom>
          <a:solidFill>
            <a:srgbClr val="02809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Write Notes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674996F2-139B-45F5-9030-71D26F1F05CF}"/>
              </a:ext>
            </a:extLst>
          </p:cNvPr>
          <p:cNvSpPr>
            <a:spLocks noGrp="1"/>
          </p:cNvSpPr>
          <p:nvPr/>
        </p:nvSpPr>
        <p:spPr>
          <a:xfrm>
            <a:off x="3238500" y="4210050"/>
            <a:ext cx="514350" cy="285750"/>
          </a:xfrm>
          <a:prstGeom prst="roundRect">
            <a:avLst>
              <a:gd name="adj" fmla="val 40000"/>
            </a:avLst>
          </a:prstGeom>
          <a:solidFill>
            <a:srgbClr val="7C6A0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Q4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630BD4E-105B-4865-9B14-CFDB212AD2C9}"/>
              </a:ext>
            </a:extLst>
          </p:cNvPr>
          <p:cNvSpPr>
            <a:spLocks noGrp="1"/>
          </p:cNvSpPr>
          <p:nvPr/>
        </p:nvSpPr>
        <p:spPr>
          <a:xfrm>
            <a:off x="10763250" y="4210050"/>
            <a:ext cx="666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pPr>
            <a:r>
              <a: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3 of 4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71B4F90-37E8-4703-B76D-0407CAD8F5D5}"/>
              </a:ext>
            </a:extLst>
          </p:cNvPr>
          <p:cNvSpPr>
            <a:spLocks noGrp="1"/>
          </p:cNvSpPr>
          <p:nvPr/>
        </p:nvSpPr>
        <p:spPr>
          <a:xfrm>
            <a:off x="762000" y="4591050"/>
            <a:ext cx="106489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 i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rPr sz="1200" b="0" i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Define Fistula, write two drugs with indication.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0C56CEAB-A837-4746-8E95-4711132D747D}"/>
              </a:ext>
            </a:extLst>
          </p:cNvPr>
          <p:cNvSpPr>
            <a:spLocks noGrp="1"/>
          </p:cNvSpPr>
          <p:nvPr/>
        </p:nvSpPr>
        <p:spPr>
          <a:xfrm>
            <a:off x="552450" y="5276850"/>
            <a:ext cx="11087100" cy="1066800"/>
          </a:xfrm>
          <a:prstGeom prst="roundRect">
            <a:avLst>
              <a:gd name="adj" fmla="val 7143"/>
            </a:avLst>
          </a:prstGeom>
          <a:solidFill>
            <a:srgbClr val="FFF8D6"/>
          </a:solidFill>
          <a:ln w="9525">
            <a:solidFill>
              <a:srgbClr val="F2DF9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6830E432-A6E9-4513-A463-B7EB59ADBF34}"/>
              </a:ext>
            </a:extLst>
          </p:cNvPr>
          <p:cNvSpPr>
            <a:spLocks noGrp="1"/>
          </p:cNvSpPr>
          <p:nvPr/>
        </p:nvSpPr>
        <p:spPr>
          <a:xfrm>
            <a:off x="552450" y="5276850"/>
            <a:ext cx="76200" cy="1066800"/>
          </a:xfrm>
          <a:prstGeom prst="rect">
            <a:avLst/>
          </a:prstGeom>
          <a:solidFill>
            <a:srgbClr val="F6C343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8D325AF3-4763-46CF-A2CB-2215A2220255}"/>
              </a:ext>
            </a:extLst>
          </p:cNvPr>
          <p:cNvSpPr>
            <a:spLocks noGrp="1"/>
          </p:cNvSpPr>
          <p:nvPr/>
        </p:nvSpPr>
        <p:spPr>
          <a:xfrm>
            <a:off x="762000" y="5448300"/>
            <a:ext cx="990600" cy="285750"/>
          </a:xfrm>
          <a:prstGeom prst="roundRect">
            <a:avLst>
              <a:gd name="adj" fmla="val 40000"/>
            </a:avLst>
          </a:prstGeom>
          <a:solidFill>
            <a:srgbClr val="02809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AUG 2024</a:t>
            </a: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E6742BAB-FB8C-4335-B7C9-B3235C6E6D02}"/>
              </a:ext>
            </a:extLst>
          </p:cNvPr>
          <p:cNvSpPr>
            <a:spLocks noGrp="1"/>
          </p:cNvSpPr>
          <p:nvPr/>
        </p:nvSpPr>
        <p:spPr>
          <a:xfrm>
            <a:off x="1885950" y="5448300"/>
            <a:ext cx="1219200" cy="285750"/>
          </a:xfrm>
          <a:prstGeom prst="roundRect">
            <a:avLst>
              <a:gd name="adj" fmla="val 40000"/>
            </a:avLst>
          </a:prstGeom>
          <a:solidFill>
            <a:srgbClr val="02809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Write Notes</a:t>
            </a: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275424EC-8245-49D3-AC2E-240A7C63EEA3}"/>
              </a:ext>
            </a:extLst>
          </p:cNvPr>
          <p:cNvSpPr>
            <a:spLocks noGrp="1"/>
          </p:cNvSpPr>
          <p:nvPr/>
        </p:nvSpPr>
        <p:spPr>
          <a:xfrm>
            <a:off x="3238500" y="5448300"/>
            <a:ext cx="514350" cy="285750"/>
          </a:xfrm>
          <a:prstGeom prst="roundRect">
            <a:avLst>
              <a:gd name="adj" fmla="val 40000"/>
            </a:avLst>
          </a:prstGeom>
          <a:solidFill>
            <a:srgbClr val="7C6A0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Q5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78DA52FD-1571-4130-9694-964B9894737B}"/>
              </a:ext>
            </a:extLst>
          </p:cNvPr>
          <p:cNvSpPr>
            <a:spLocks noGrp="1"/>
          </p:cNvSpPr>
          <p:nvPr/>
        </p:nvSpPr>
        <p:spPr>
          <a:xfrm>
            <a:off x="10763250" y="5448300"/>
            <a:ext cx="666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pPr>
            <a:r>
              <a: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4 of 4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ECE444A8-DD0B-45EE-89AE-05A283FACB75}"/>
              </a:ext>
            </a:extLst>
          </p:cNvPr>
          <p:cNvSpPr>
            <a:spLocks noGrp="1"/>
          </p:cNvSpPr>
          <p:nvPr/>
        </p:nvSpPr>
        <p:spPr>
          <a:xfrm>
            <a:off x="762000" y="5829300"/>
            <a:ext cx="106489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 i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rPr sz="1200" b="0" i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Define Fistula. Write two drugs with indication.</a:t>
            </a:r>
          </a:p>
        </p:txBody>
      </p:sp>
    </p:spTree>
    <p:extLst>
      <p:ext uri="{BB962C8B-B14F-4D97-AF65-F5344CB8AC3E}">
        <p14:creationId xmlns:p14="http://schemas.microsoft.com/office/powerpoint/2010/main" val="1922157590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 35">
            <a:extLst>
              <a:ext uri="{FF2B5EF4-FFF2-40B4-BE49-F238E27FC236}">
                <a16:creationId xmlns:a16="http://schemas.microsoft.com/office/drawing/2014/main" id="{4554E617-8056-45A5-A2C1-2DF491FA0EE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066800"/>
          </a:xfrm>
          <a:prstGeom prst="rect">
            <a:avLst/>
          </a:prstGeom>
          <a:solidFill>
            <a:srgbClr val="028090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E817418D-BBE8-4DCB-B9B3-E543CAC5A986}"/>
              </a:ext>
            </a:extLst>
          </p:cNvPr>
          <p:cNvSpPr>
            <a:spLocks noGrp="1"/>
          </p:cNvSpPr>
          <p:nvPr/>
        </p:nvSpPr>
        <p:spPr>
          <a:xfrm>
            <a:off x="457200" y="285750"/>
            <a:ext cx="533400" cy="533400"/>
          </a:xfrm>
          <a:prstGeom prst="ellipse">
            <a:avLst/>
          </a:prstGeom>
          <a:solidFill>
            <a:srgbClr val="00A896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E93FC08-68F9-492E-88E4-11CB7EBDD3EB}"/>
              </a:ext>
            </a:extLst>
          </p:cNvPr>
          <p:cNvSpPr>
            <a:spLocks noGrp="1"/>
          </p:cNvSpPr>
          <p:nvPr/>
        </p:nvSpPr>
        <p:spPr>
          <a:xfrm>
            <a:off x="457200" y="381000"/>
            <a:ext cx="5334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57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7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33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7973442-CE9B-4156-A148-EA824CFE2867}"/>
              </a:ext>
            </a:extLst>
          </p:cNvPr>
          <p:cNvSpPr>
            <a:spLocks noGrp="1"/>
          </p:cNvSpPr>
          <p:nvPr/>
        </p:nvSpPr>
        <p:spPr>
          <a:xfrm>
            <a:off x="1219200" y="209550"/>
            <a:ext cx="8382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400" b="1" i="0">
                <a:solidFill>
                  <a:srgbClr val="FFFFFF"/>
                </a:solidFill>
                <a:latin typeface="Cambria"/>
                <a:ea typeface="Cambria"/>
                <a:cs typeface="Cambria"/>
              </a:defRPr>
            </a:pPr>
            <a:r>
              <a:rPr sz="2400" b="1" i="0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Hodgkin and lymphomas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4717F76-818E-4D94-A3CF-9111173AB9F2}"/>
              </a:ext>
            </a:extLst>
          </p:cNvPr>
          <p:cNvSpPr>
            <a:spLocks noGrp="1"/>
          </p:cNvSpPr>
          <p:nvPr/>
        </p:nvSpPr>
        <p:spPr>
          <a:xfrm>
            <a:off x="1219200" y="666750"/>
            <a:ext cx="8382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125" b="0" i="1">
                <a:solidFill>
                  <a:srgbClr val="E6F5F3"/>
                </a:solidFill>
                <a:latin typeface="Calibri"/>
                <a:ea typeface="Calibri"/>
                <a:cs typeface="Calibri"/>
              </a:defRPr>
            </a:pPr>
            <a:r>
              <a:rPr sz="1125" b="0" i="1">
                <a:solidFill>
                  <a:srgbClr val="E6F5F3"/>
                </a:solidFill>
                <a:latin typeface="Calibri"/>
                <a:ea typeface="Calibri"/>
                <a:cs typeface="Calibri"/>
              </a:rPr>
              <a:t>4 times asked | 4 Write Notes | 0 Short Answers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A0309364-4FB5-43A4-AE7A-BF708233B8C8}"/>
              </a:ext>
            </a:extLst>
          </p:cNvPr>
          <p:cNvSpPr>
            <a:spLocks noGrp="1"/>
          </p:cNvSpPr>
          <p:nvPr/>
        </p:nvSpPr>
        <p:spPr>
          <a:xfrm>
            <a:off x="9886950" y="381000"/>
            <a:ext cx="1714500" cy="285750"/>
          </a:xfrm>
          <a:prstGeom prst="roundRect">
            <a:avLst>
              <a:gd name="adj" fmla="val 40000"/>
            </a:avLst>
          </a:prstGeom>
          <a:solidFill>
            <a:srgbClr val="016B78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Rank 33/55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C81D39B-5154-4870-897B-16A3986BDB44}"/>
              </a:ext>
            </a:extLst>
          </p:cNvPr>
          <p:cNvSpPr>
            <a:spLocks noGrp="1"/>
          </p:cNvSpPr>
          <p:nvPr/>
        </p:nvSpPr>
        <p:spPr>
          <a:xfrm>
            <a:off x="552450" y="1200150"/>
            <a:ext cx="4000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1" i="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pPr>
            <a:r>
              <a:rPr sz="1275" b="1" i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Highlighted asked questions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B0BFF51F-5343-429F-A658-9AF76CA32CF3}"/>
              </a:ext>
            </a:extLst>
          </p:cNvPr>
          <p:cNvSpPr>
            <a:spLocks noGrp="1"/>
          </p:cNvSpPr>
          <p:nvPr/>
        </p:nvSpPr>
        <p:spPr>
          <a:xfrm>
            <a:off x="552450" y="1562100"/>
            <a:ext cx="11087100" cy="1066800"/>
          </a:xfrm>
          <a:prstGeom prst="roundRect">
            <a:avLst>
              <a:gd name="adj" fmla="val 7143"/>
            </a:avLst>
          </a:prstGeom>
          <a:solidFill>
            <a:srgbClr val="FFF8D6"/>
          </a:solidFill>
          <a:ln w="9525">
            <a:solidFill>
              <a:srgbClr val="F2DF9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DE08C41-BCDB-4E1B-9580-2AA48A728B82}"/>
              </a:ext>
            </a:extLst>
          </p:cNvPr>
          <p:cNvSpPr>
            <a:spLocks noGrp="1"/>
          </p:cNvSpPr>
          <p:nvPr/>
        </p:nvSpPr>
        <p:spPr>
          <a:xfrm>
            <a:off x="552450" y="1562100"/>
            <a:ext cx="76200" cy="1066800"/>
          </a:xfrm>
          <a:prstGeom prst="rect">
            <a:avLst/>
          </a:prstGeom>
          <a:solidFill>
            <a:srgbClr val="F6C343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4D8D3A95-C3F3-4552-A4EB-CD81A31159AF}"/>
              </a:ext>
            </a:extLst>
          </p:cNvPr>
          <p:cNvSpPr>
            <a:spLocks noGrp="1"/>
          </p:cNvSpPr>
          <p:nvPr/>
        </p:nvSpPr>
        <p:spPr>
          <a:xfrm>
            <a:off x="762000" y="1733550"/>
            <a:ext cx="990600" cy="285750"/>
          </a:xfrm>
          <a:prstGeom prst="roundRect">
            <a:avLst>
              <a:gd name="adj" fmla="val 40000"/>
            </a:avLst>
          </a:prstGeom>
          <a:solidFill>
            <a:srgbClr val="02809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SEP 2021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DDF1FB5E-07BB-4D85-8650-BACF417738BC}"/>
              </a:ext>
            </a:extLst>
          </p:cNvPr>
          <p:cNvSpPr>
            <a:spLocks noGrp="1"/>
          </p:cNvSpPr>
          <p:nvPr/>
        </p:nvSpPr>
        <p:spPr>
          <a:xfrm>
            <a:off x="1885950" y="1733550"/>
            <a:ext cx="1219200" cy="285750"/>
          </a:xfrm>
          <a:prstGeom prst="roundRect">
            <a:avLst>
              <a:gd name="adj" fmla="val 40000"/>
            </a:avLst>
          </a:prstGeom>
          <a:solidFill>
            <a:srgbClr val="02809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Write Notes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47CFE8B7-8667-4C93-B5C6-B528A9D57B4E}"/>
              </a:ext>
            </a:extLst>
          </p:cNvPr>
          <p:cNvSpPr>
            <a:spLocks noGrp="1"/>
          </p:cNvSpPr>
          <p:nvPr/>
        </p:nvSpPr>
        <p:spPr>
          <a:xfrm>
            <a:off x="3238500" y="1733550"/>
            <a:ext cx="514350" cy="285750"/>
          </a:xfrm>
          <a:prstGeom prst="roundRect">
            <a:avLst>
              <a:gd name="adj" fmla="val 40000"/>
            </a:avLst>
          </a:prstGeom>
          <a:solidFill>
            <a:srgbClr val="7C6A0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Q5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4D747EC-D9FE-446D-82C3-4A817D92EB80}"/>
              </a:ext>
            </a:extLst>
          </p:cNvPr>
          <p:cNvSpPr>
            <a:spLocks noGrp="1"/>
          </p:cNvSpPr>
          <p:nvPr/>
        </p:nvSpPr>
        <p:spPr>
          <a:xfrm>
            <a:off x="10763250" y="1733550"/>
            <a:ext cx="666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pPr>
            <a:r>
              <a: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1 of 4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D4F9795-ECC6-449B-8163-2043F88AA248}"/>
              </a:ext>
            </a:extLst>
          </p:cNvPr>
          <p:cNvSpPr>
            <a:spLocks noGrp="1"/>
          </p:cNvSpPr>
          <p:nvPr/>
        </p:nvSpPr>
        <p:spPr>
          <a:xfrm>
            <a:off x="762000" y="2114550"/>
            <a:ext cx="106489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 i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rPr sz="1200" b="0" i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Hodgkin's lymphoma.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E7CF71D7-45A6-455F-ADA8-EE55EB895D59}"/>
              </a:ext>
            </a:extLst>
          </p:cNvPr>
          <p:cNvSpPr>
            <a:spLocks noGrp="1"/>
          </p:cNvSpPr>
          <p:nvPr/>
        </p:nvSpPr>
        <p:spPr>
          <a:xfrm>
            <a:off x="552450" y="2800350"/>
            <a:ext cx="11087100" cy="1066800"/>
          </a:xfrm>
          <a:prstGeom prst="roundRect">
            <a:avLst>
              <a:gd name="adj" fmla="val 7143"/>
            </a:avLst>
          </a:prstGeom>
          <a:solidFill>
            <a:srgbClr val="FFF8D6"/>
          </a:solidFill>
          <a:ln w="9525">
            <a:solidFill>
              <a:srgbClr val="F2DF9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C5E7C1D-E836-4512-A862-7652EB36D7D4}"/>
              </a:ext>
            </a:extLst>
          </p:cNvPr>
          <p:cNvSpPr>
            <a:spLocks noGrp="1"/>
          </p:cNvSpPr>
          <p:nvPr/>
        </p:nvSpPr>
        <p:spPr>
          <a:xfrm>
            <a:off x="552450" y="2800350"/>
            <a:ext cx="76200" cy="1066800"/>
          </a:xfrm>
          <a:prstGeom prst="rect">
            <a:avLst/>
          </a:prstGeom>
          <a:solidFill>
            <a:srgbClr val="F6C343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AFFC4B7C-FF82-498A-A608-94982016A90D}"/>
              </a:ext>
            </a:extLst>
          </p:cNvPr>
          <p:cNvSpPr>
            <a:spLocks noGrp="1"/>
          </p:cNvSpPr>
          <p:nvPr/>
        </p:nvSpPr>
        <p:spPr>
          <a:xfrm>
            <a:off x="762000" y="2971800"/>
            <a:ext cx="990600" cy="285750"/>
          </a:xfrm>
          <a:prstGeom prst="roundRect">
            <a:avLst>
              <a:gd name="adj" fmla="val 40000"/>
            </a:avLst>
          </a:prstGeom>
          <a:solidFill>
            <a:srgbClr val="02809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SEP 2023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B56BC4A5-6BD8-4803-9793-8F98E3FF1C1A}"/>
              </a:ext>
            </a:extLst>
          </p:cNvPr>
          <p:cNvSpPr>
            <a:spLocks noGrp="1"/>
          </p:cNvSpPr>
          <p:nvPr/>
        </p:nvSpPr>
        <p:spPr>
          <a:xfrm>
            <a:off x="1885950" y="2971800"/>
            <a:ext cx="1219200" cy="285750"/>
          </a:xfrm>
          <a:prstGeom prst="roundRect">
            <a:avLst>
              <a:gd name="adj" fmla="val 40000"/>
            </a:avLst>
          </a:prstGeom>
          <a:solidFill>
            <a:srgbClr val="02809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Write Notes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2B523696-403D-418C-8C3A-1EBC8EA1A867}"/>
              </a:ext>
            </a:extLst>
          </p:cNvPr>
          <p:cNvSpPr>
            <a:spLocks noGrp="1"/>
          </p:cNvSpPr>
          <p:nvPr/>
        </p:nvSpPr>
        <p:spPr>
          <a:xfrm>
            <a:off x="3238500" y="2971800"/>
            <a:ext cx="514350" cy="285750"/>
          </a:xfrm>
          <a:prstGeom prst="roundRect">
            <a:avLst>
              <a:gd name="adj" fmla="val 40000"/>
            </a:avLst>
          </a:prstGeom>
          <a:solidFill>
            <a:srgbClr val="7C6A0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Q4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C11B67C-7617-4C31-8C9D-F082903243A5}"/>
              </a:ext>
            </a:extLst>
          </p:cNvPr>
          <p:cNvSpPr>
            <a:spLocks noGrp="1"/>
          </p:cNvSpPr>
          <p:nvPr/>
        </p:nvSpPr>
        <p:spPr>
          <a:xfrm>
            <a:off x="10763250" y="2971800"/>
            <a:ext cx="666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pPr>
            <a:r>
              <a: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2 of 4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88655B7-D087-4F1D-8345-0E2001E5AB7D}"/>
              </a:ext>
            </a:extLst>
          </p:cNvPr>
          <p:cNvSpPr>
            <a:spLocks noGrp="1"/>
          </p:cNvSpPr>
          <p:nvPr/>
        </p:nvSpPr>
        <p:spPr>
          <a:xfrm>
            <a:off x="762000" y="3352800"/>
            <a:ext cx="106489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 i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rPr sz="1200" b="0" i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Clinical features and D/D of Hodgkins lymphoma.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C66C18FA-78CA-4DC5-93CD-9E1DD9B8AE5B}"/>
              </a:ext>
            </a:extLst>
          </p:cNvPr>
          <p:cNvSpPr>
            <a:spLocks noGrp="1"/>
          </p:cNvSpPr>
          <p:nvPr/>
        </p:nvSpPr>
        <p:spPr>
          <a:xfrm>
            <a:off x="552450" y="4038600"/>
            <a:ext cx="11087100" cy="1066800"/>
          </a:xfrm>
          <a:prstGeom prst="roundRect">
            <a:avLst>
              <a:gd name="adj" fmla="val 7143"/>
            </a:avLst>
          </a:prstGeom>
          <a:solidFill>
            <a:srgbClr val="FFF8D6"/>
          </a:solidFill>
          <a:ln w="9525">
            <a:solidFill>
              <a:srgbClr val="F2DF9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D36F5D1-1DD6-4567-B6E4-11499A2F47E7}"/>
              </a:ext>
            </a:extLst>
          </p:cNvPr>
          <p:cNvSpPr>
            <a:spLocks noGrp="1"/>
          </p:cNvSpPr>
          <p:nvPr/>
        </p:nvSpPr>
        <p:spPr>
          <a:xfrm>
            <a:off x="552450" y="4038600"/>
            <a:ext cx="76200" cy="1066800"/>
          </a:xfrm>
          <a:prstGeom prst="rect">
            <a:avLst/>
          </a:prstGeom>
          <a:solidFill>
            <a:srgbClr val="F6C343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6E27627D-FC72-4EA7-BD57-428D61F04171}"/>
              </a:ext>
            </a:extLst>
          </p:cNvPr>
          <p:cNvSpPr>
            <a:spLocks noGrp="1"/>
          </p:cNvSpPr>
          <p:nvPr/>
        </p:nvSpPr>
        <p:spPr>
          <a:xfrm>
            <a:off x="762000" y="4210050"/>
            <a:ext cx="990600" cy="285750"/>
          </a:xfrm>
          <a:prstGeom prst="roundRect">
            <a:avLst>
              <a:gd name="adj" fmla="val 40000"/>
            </a:avLst>
          </a:prstGeom>
          <a:solidFill>
            <a:srgbClr val="02809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AUG 2025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6D911F6D-76CA-463C-9B43-C21D14F119AA}"/>
              </a:ext>
            </a:extLst>
          </p:cNvPr>
          <p:cNvSpPr>
            <a:spLocks noGrp="1"/>
          </p:cNvSpPr>
          <p:nvPr/>
        </p:nvSpPr>
        <p:spPr>
          <a:xfrm>
            <a:off x="1885950" y="4210050"/>
            <a:ext cx="1219200" cy="285750"/>
          </a:xfrm>
          <a:prstGeom prst="roundRect">
            <a:avLst>
              <a:gd name="adj" fmla="val 40000"/>
            </a:avLst>
          </a:prstGeom>
          <a:solidFill>
            <a:srgbClr val="02809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Write Notes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F3CBF96F-6EAA-4015-B597-0A1A091D0C3D}"/>
              </a:ext>
            </a:extLst>
          </p:cNvPr>
          <p:cNvSpPr>
            <a:spLocks noGrp="1"/>
          </p:cNvSpPr>
          <p:nvPr/>
        </p:nvSpPr>
        <p:spPr>
          <a:xfrm>
            <a:off x="3238500" y="4210050"/>
            <a:ext cx="514350" cy="285750"/>
          </a:xfrm>
          <a:prstGeom prst="roundRect">
            <a:avLst>
              <a:gd name="adj" fmla="val 40000"/>
            </a:avLst>
          </a:prstGeom>
          <a:solidFill>
            <a:srgbClr val="7C6A0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Q6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3AF6B75-ED0C-45B1-9A92-BF411FCD2B0E}"/>
              </a:ext>
            </a:extLst>
          </p:cNvPr>
          <p:cNvSpPr>
            <a:spLocks noGrp="1"/>
          </p:cNvSpPr>
          <p:nvPr/>
        </p:nvSpPr>
        <p:spPr>
          <a:xfrm>
            <a:off x="10763250" y="4210050"/>
            <a:ext cx="666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pPr>
            <a:r>
              <a: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3 of 4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63357338-C193-4FAC-A04A-0CB52234F4BA}"/>
              </a:ext>
            </a:extLst>
          </p:cNvPr>
          <p:cNvSpPr>
            <a:spLocks noGrp="1"/>
          </p:cNvSpPr>
          <p:nvPr/>
        </p:nvSpPr>
        <p:spPr>
          <a:xfrm>
            <a:off x="762000" y="4591050"/>
            <a:ext cx="106489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 i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rPr sz="1200" b="0" i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Hodgkin's lymphoma - write two drugs with indications.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8CA82966-63A5-484E-BEDE-F2B3B454A9D4}"/>
              </a:ext>
            </a:extLst>
          </p:cNvPr>
          <p:cNvSpPr>
            <a:spLocks noGrp="1"/>
          </p:cNvSpPr>
          <p:nvPr/>
        </p:nvSpPr>
        <p:spPr>
          <a:xfrm>
            <a:off x="552450" y="5276850"/>
            <a:ext cx="11087100" cy="1066800"/>
          </a:xfrm>
          <a:prstGeom prst="roundRect">
            <a:avLst>
              <a:gd name="adj" fmla="val 7143"/>
            </a:avLst>
          </a:prstGeom>
          <a:solidFill>
            <a:srgbClr val="FFF8D6"/>
          </a:solidFill>
          <a:ln w="9525">
            <a:solidFill>
              <a:srgbClr val="F2DF9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A7AC37D6-2714-42FB-98C7-3B44C8B8544D}"/>
              </a:ext>
            </a:extLst>
          </p:cNvPr>
          <p:cNvSpPr>
            <a:spLocks noGrp="1"/>
          </p:cNvSpPr>
          <p:nvPr/>
        </p:nvSpPr>
        <p:spPr>
          <a:xfrm>
            <a:off x="552450" y="5276850"/>
            <a:ext cx="76200" cy="1066800"/>
          </a:xfrm>
          <a:prstGeom prst="rect">
            <a:avLst/>
          </a:prstGeom>
          <a:solidFill>
            <a:srgbClr val="F6C343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3E9CF780-3262-444C-859B-47CC55D17304}"/>
              </a:ext>
            </a:extLst>
          </p:cNvPr>
          <p:cNvSpPr>
            <a:spLocks noGrp="1"/>
          </p:cNvSpPr>
          <p:nvPr/>
        </p:nvSpPr>
        <p:spPr>
          <a:xfrm>
            <a:off x="762000" y="5448300"/>
            <a:ext cx="990600" cy="285750"/>
          </a:xfrm>
          <a:prstGeom prst="roundRect">
            <a:avLst>
              <a:gd name="adj" fmla="val 40000"/>
            </a:avLst>
          </a:prstGeom>
          <a:solidFill>
            <a:srgbClr val="02809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OCT 2025</a:t>
            </a: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6E1C2559-65F1-475E-B6CD-3E4A85B68A64}"/>
              </a:ext>
            </a:extLst>
          </p:cNvPr>
          <p:cNvSpPr>
            <a:spLocks noGrp="1"/>
          </p:cNvSpPr>
          <p:nvPr/>
        </p:nvSpPr>
        <p:spPr>
          <a:xfrm>
            <a:off x="1885950" y="5448300"/>
            <a:ext cx="1219200" cy="285750"/>
          </a:xfrm>
          <a:prstGeom prst="roundRect">
            <a:avLst>
              <a:gd name="adj" fmla="val 40000"/>
            </a:avLst>
          </a:prstGeom>
          <a:solidFill>
            <a:srgbClr val="02809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Write Notes</a:t>
            </a: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1B4588F9-E6AE-4C9E-83D6-6089F23F9149}"/>
              </a:ext>
            </a:extLst>
          </p:cNvPr>
          <p:cNvSpPr>
            <a:spLocks noGrp="1"/>
          </p:cNvSpPr>
          <p:nvPr/>
        </p:nvSpPr>
        <p:spPr>
          <a:xfrm>
            <a:off x="3238500" y="5448300"/>
            <a:ext cx="514350" cy="285750"/>
          </a:xfrm>
          <a:prstGeom prst="roundRect">
            <a:avLst>
              <a:gd name="adj" fmla="val 40000"/>
            </a:avLst>
          </a:prstGeom>
          <a:solidFill>
            <a:srgbClr val="7C6A0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Q5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5DC8D681-B66E-4150-B4EF-85BD0627ECC6}"/>
              </a:ext>
            </a:extLst>
          </p:cNvPr>
          <p:cNvSpPr>
            <a:spLocks noGrp="1"/>
          </p:cNvSpPr>
          <p:nvPr/>
        </p:nvSpPr>
        <p:spPr>
          <a:xfrm>
            <a:off x="10763250" y="5448300"/>
            <a:ext cx="666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pPr>
            <a:r>
              <a: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4 of 4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FC641BC0-31CA-4BB0-AF7D-07839E35A77A}"/>
              </a:ext>
            </a:extLst>
          </p:cNvPr>
          <p:cNvSpPr>
            <a:spLocks noGrp="1"/>
          </p:cNvSpPr>
          <p:nvPr/>
        </p:nvSpPr>
        <p:spPr>
          <a:xfrm>
            <a:off x="762000" y="5829300"/>
            <a:ext cx="106489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 i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rPr sz="1200" b="0" i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Non-Hodgkin's lymphoma - two drugs with indications.</a:t>
            </a:r>
          </a:p>
        </p:txBody>
      </p:sp>
    </p:spTree>
    <p:extLst>
      <p:ext uri="{BB962C8B-B14F-4D97-AF65-F5344CB8AC3E}">
        <p14:creationId xmlns:p14="http://schemas.microsoft.com/office/powerpoint/2010/main" val="1686358359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 35">
            <a:extLst>
              <a:ext uri="{FF2B5EF4-FFF2-40B4-BE49-F238E27FC236}">
                <a16:creationId xmlns:a16="http://schemas.microsoft.com/office/drawing/2014/main" id="{A8340A17-5FBF-4D3B-A0D6-A7542DE9DCE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066800"/>
          </a:xfrm>
          <a:prstGeom prst="rect">
            <a:avLst/>
          </a:prstGeom>
          <a:solidFill>
            <a:srgbClr val="028090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96C5F159-8AC7-43A8-8AEA-9AFEB22A3CE8}"/>
              </a:ext>
            </a:extLst>
          </p:cNvPr>
          <p:cNvSpPr>
            <a:spLocks noGrp="1"/>
          </p:cNvSpPr>
          <p:nvPr/>
        </p:nvSpPr>
        <p:spPr>
          <a:xfrm>
            <a:off x="457200" y="285750"/>
            <a:ext cx="533400" cy="533400"/>
          </a:xfrm>
          <a:prstGeom prst="ellipse">
            <a:avLst/>
          </a:prstGeom>
          <a:solidFill>
            <a:srgbClr val="00A896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5F885D1-0A31-4401-A7A6-E09AC592FA25}"/>
              </a:ext>
            </a:extLst>
          </p:cNvPr>
          <p:cNvSpPr>
            <a:spLocks noGrp="1"/>
          </p:cNvSpPr>
          <p:nvPr/>
        </p:nvSpPr>
        <p:spPr>
          <a:xfrm>
            <a:off x="457200" y="381000"/>
            <a:ext cx="5334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57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7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34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A710F55-B689-47A2-B20E-F589B1E0DF1D}"/>
              </a:ext>
            </a:extLst>
          </p:cNvPr>
          <p:cNvSpPr>
            <a:spLocks noGrp="1"/>
          </p:cNvSpPr>
          <p:nvPr/>
        </p:nvSpPr>
        <p:spPr>
          <a:xfrm>
            <a:off x="1219200" y="209550"/>
            <a:ext cx="8382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400" b="1" i="0">
                <a:solidFill>
                  <a:srgbClr val="FFFFFF"/>
                </a:solidFill>
                <a:latin typeface="Cambria"/>
                <a:ea typeface="Cambria"/>
                <a:cs typeface="Cambria"/>
              </a:defRPr>
            </a:pPr>
            <a:r>
              <a:rPr sz="2400" b="1" i="0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Neurofibroma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572F960-9EEE-4676-AE15-A1933ED05425}"/>
              </a:ext>
            </a:extLst>
          </p:cNvPr>
          <p:cNvSpPr>
            <a:spLocks noGrp="1"/>
          </p:cNvSpPr>
          <p:nvPr/>
        </p:nvSpPr>
        <p:spPr>
          <a:xfrm>
            <a:off x="1219200" y="666750"/>
            <a:ext cx="8382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125" b="0" i="1">
                <a:solidFill>
                  <a:srgbClr val="E6F5F3"/>
                </a:solidFill>
                <a:latin typeface="Calibri"/>
                <a:ea typeface="Calibri"/>
                <a:cs typeface="Calibri"/>
              </a:defRPr>
            </a:pPr>
            <a:r>
              <a:rPr sz="1125" b="0" i="1">
                <a:solidFill>
                  <a:srgbClr val="E6F5F3"/>
                </a:solidFill>
                <a:latin typeface="Calibri"/>
                <a:ea typeface="Calibri"/>
                <a:cs typeface="Calibri"/>
              </a:rPr>
              <a:t>4 times asked | 4 Write Notes | 0 Short Answers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C8B884B6-0CB2-4FE0-8A2D-EBFC2A7AC4B0}"/>
              </a:ext>
            </a:extLst>
          </p:cNvPr>
          <p:cNvSpPr>
            <a:spLocks noGrp="1"/>
          </p:cNvSpPr>
          <p:nvPr/>
        </p:nvSpPr>
        <p:spPr>
          <a:xfrm>
            <a:off x="9886950" y="381000"/>
            <a:ext cx="1714500" cy="285750"/>
          </a:xfrm>
          <a:prstGeom prst="roundRect">
            <a:avLst>
              <a:gd name="adj" fmla="val 40000"/>
            </a:avLst>
          </a:prstGeom>
          <a:solidFill>
            <a:srgbClr val="016B78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Rank 34/55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115E794-CD56-4235-8A11-E696A8C4578E}"/>
              </a:ext>
            </a:extLst>
          </p:cNvPr>
          <p:cNvSpPr>
            <a:spLocks noGrp="1"/>
          </p:cNvSpPr>
          <p:nvPr/>
        </p:nvSpPr>
        <p:spPr>
          <a:xfrm>
            <a:off x="552450" y="1200150"/>
            <a:ext cx="4000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1" i="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pPr>
            <a:r>
              <a:rPr sz="1275" b="1" i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Highlighted asked questions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19111C07-E763-40C7-99D8-FD87CB1B900D}"/>
              </a:ext>
            </a:extLst>
          </p:cNvPr>
          <p:cNvSpPr>
            <a:spLocks noGrp="1"/>
          </p:cNvSpPr>
          <p:nvPr/>
        </p:nvSpPr>
        <p:spPr>
          <a:xfrm>
            <a:off x="552450" y="1562100"/>
            <a:ext cx="11087100" cy="1066800"/>
          </a:xfrm>
          <a:prstGeom prst="roundRect">
            <a:avLst>
              <a:gd name="adj" fmla="val 7143"/>
            </a:avLst>
          </a:prstGeom>
          <a:solidFill>
            <a:srgbClr val="FFF8D6"/>
          </a:solidFill>
          <a:ln w="9525">
            <a:solidFill>
              <a:srgbClr val="F2DF9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3A41C5C-8414-4DE5-BCA5-829A4B35DAC1}"/>
              </a:ext>
            </a:extLst>
          </p:cNvPr>
          <p:cNvSpPr>
            <a:spLocks noGrp="1"/>
          </p:cNvSpPr>
          <p:nvPr/>
        </p:nvSpPr>
        <p:spPr>
          <a:xfrm>
            <a:off x="552450" y="1562100"/>
            <a:ext cx="76200" cy="1066800"/>
          </a:xfrm>
          <a:prstGeom prst="rect">
            <a:avLst/>
          </a:prstGeom>
          <a:solidFill>
            <a:srgbClr val="F6C343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E1BEEE27-28C8-49DD-8AE5-EE040D37EA21}"/>
              </a:ext>
            </a:extLst>
          </p:cNvPr>
          <p:cNvSpPr>
            <a:spLocks noGrp="1"/>
          </p:cNvSpPr>
          <p:nvPr/>
        </p:nvSpPr>
        <p:spPr>
          <a:xfrm>
            <a:off x="762000" y="1733550"/>
            <a:ext cx="990600" cy="285750"/>
          </a:xfrm>
          <a:prstGeom prst="roundRect">
            <a:avLst>
              <a:gd name="adj" fmla="val 40000"/>
            </a:avLst>
          </a:prstGeom>
          <a:solidFill>
            <a:srgbClr val="02809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OCT 2018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49013863-AE61-48E7-9207-18EA301BB51C}"/>
              </a:ext>
            </a:extLst>
          </p:cNvPr>
          <p:cNvSpPr>
            <a:spLocks noGrp="1"/>
          </p:cNvSpPr>
          <p:nvPr/>
        </p:nvSpPr>
        <p:spPr>
          <a:xfrm>
            <a:off x="1885950" y="1733550"/>
            <a:ext cx="1219200" cy="285750"/>
          </a:xfrm>
          <a:prstGeom prst="roundRect">
            <a:avLst>
              <a:gd name="adj" fmla="val 40000"/>
            </a:avLst>
          </a:prstGeom>
          <a:solidFill>
            <a:srgbClr val="02809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Write Notes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15176246-9E32-40DC-94FB-4350BFD241BC}"/>
              </a:ext>
            </a:extLst>
          </p:cNvPr>
          <p:cNvSpPr>
            <a:spLocks noGrp="1"/>
          </p:cNvSpPr>
          <p:nvPr/>
        </p:nvSpPr>
        <p:spPr>
          <a:xfrm>
            <a:off x="3238500" y="1733550"/>
            <a:ext cx="514350" cy="285750"/>
          </a:xfrm>
          <a:prstGeom prst="roundRect">
            <a:avLst>
              <a:gd name="adj" fmla="val 40000"/>
            </a:avLst>
          </a:prstGeom>
          <a:solidFill>
            <a:srgbClr val="7C6A0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Q2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3704333-D95E-4B1D-9431-97F6B7B8C280}"/>
              </a:ext>
            </a:extLst>
          </p:cNvPr>
          <p:cNvSpPr>
            <a:spLocks noGrp="1"/>
          </p:cNvSpPr>
          <p:nvPr/>
        </p:nvSpPr>
        <p:spPr>
          <a:xfrm>
            <a:off x="10763250" y="1733550"/>
            <a:ext cx="666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pPr>
            <a:r>
              <a: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1 of 4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B6C62C0-DA38-44E0-8BB6-474E25348033}"/>
              </a:ext>
            </a:extLst>
          </p:cNvPr>
          <p:cNvSpPr>
            <a:spLocks noGrp="1"/>
          </p:cNvSpPr>
          <p:nvPr/>
        </p:nvSpPr>
        <p:spPr>
          <a:xfrm>
            <a:off x="762000" y="2114550"/>
            <a:ext cx="106489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 i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rPr sz="1200" b="0" i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Define Neurofibroma. Write in detail about different types of Neurofibroma.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D6928B37-54B5-447B-A9F6-E3D15689DD9E}"/>
              </a:ext>
            </a:extLst>
          </p:cNvPr>
          <p:cNvSpPr>
            <a:spLocks noGrp="1"/>
          </p:cNvSpPr>
          <p:nvPr/>
        </p:nvSpPr>
        <p:spPr>
          <a:xfrm>
            <a:off x="552450" y="2800350"/>
            <a:ext cx="11087100" cy="1066800"/>
          </a:xfrm>
          <a:prstGeom prst="roundRect">
            <a:avLst>
              <a:gd name="adj" fmla="val 7143"/>
            </a:avLst>
          </a:prstGeom>
          <a:solidFill>
            <a:srgbClr val="FFF8D6"/>
          </a:solidFill>
          <a:ln w="9525">
            <a:solidFill>
              <a:srgbClr val="F2DF9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8691AC7-404D-47E5-9665-4C29C82392FE}"/>
              </a:ext>
            </a:extLst>
          </p:cNvPr>
          <p:cNvSpPr>
            <a:spLocks noGrp="1"/>
          </p:cNvSpPr>
          <p:nvPr/>
        </p:nvSpPr>
        <p:spPr>
          <a:xfrm>
            <a:off x="552450" y="2800350"/>
            <a:ext cx="76200" cy="1066800"/>
          </a:xfrm>
          <a:prstGeom prst="rect">
            <a:avLst/>
          </a:prstGeom>
          <a:solidFill>
            <a:srgbClr val="F6C343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4D2ED40E-891E-4425-8428-4E122BD45990}"/>
              </a:ext>
            </a:extLst>
          </p:cNvPr>
          <p:cNvSpPr>
            <a:spLocks noGrp="1"/>
          </p:cNvSpPr>
          <p:nvPr/>
        </p:nvSpPr>
        <p:spPr>
          <a:xfrm>
            <a:off x="762000" y="2971800"/>
            <a:ext cx="990600" cy="285750"/>
          </a:xfrm>
          <a:prstGeom prst="roundRect">
            <a:avLst>
              <a:gd name="adj" fmla="val 40000"/>
            </a:avLst>
          </a:prstGeom>
          <a:solidFill>
            <a:srgbClr val="02809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SEP 2021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00022856-E142-4F63-AB95-06D86C3EFCDE}"/>
              </a:ext>
            </a:extLst>
          </p:cNvPr>
          <p:cNvSpPr>
            <a:spLocks noGrp="1"/>
          </p:cNvSpPr>
          <p:nvPr/>
        </p:nvSpPr>
        <p:spPr>
          <a:xfrm>
            <a:off x="1885950" y="2971800"/>
            <a:ext cx="1219200" cy="285750"/>
          </a:xfrm>
          <a:prstGeom prst="roundRect">
            <a:avLst>
              <a:gd name="adj" fmla="val 40000"/>
            </a:avLst>
          </a:prstGeom>
          <a:solidFill>
            <a:srgbClr val="02809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Write Notes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5D515B60-334B-458C-8F9B-5C4CA55DB33E}"/>
              </a:ext>
            </a:extLst>
          </p:cNvPr>
          <p:cNvSpPr>
            <a:spLocks noGrp="1"/>
          </p:cNvSpPr>
          <p:nvPr/>
        </p:nvSpPr>
        <p:spPr>
          <a:xfrm>
            <a:off x="3238500" y="2971800"/>
            <a:ext cx="514350" cy="285750"/>
          </a:xfrm>
          <a:prstGeom prst="roundRect">
            <a:avLst>
              <a:gd name="adj" fmla="val 40000"/>
            </a:avLst>
          </a:prstGeom>
          <a:solidFill>
            <a:srgbClr val="7C6A0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Q1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346853A-8D57-41A0-A533-C526B68EF426}"/>
              </a:ext>
            </a:extLst>
          </p:cNvPr>
          <p:cNvSpPr>
            <a:spLocks noGrp="1"/>
          </p:cNvSpPr>
          <p:nvPr/>
        </p:nvSpPr>
        <p:spPr>
          <a:xfrm>
            <a:off x="10763250" y="2971800"/>
            <a:ext cx="666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pPr>
            <a:r>
              <a: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2 of 4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B4AF307-6E39-4606-8329-E5FA33DC0AF3}"/>
              </a:ext>
            </a:extLst>
          </p:cNvPr>
          <p:cNvSpPr>
            <a:spLocks noGrp="1"/>
          </p:cNvSpPr>
          <p:nvPr/>
        </p:nvSpPr>
        <p:spPr>
          <a:xfrm>
            <a:off x="762000" y="3352800"/>
            <a:ext cx="106489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 i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rPr sz="1200" b="0" i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Neurofibroma.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2E2576DE-A059-4CFD-AA59-9B1ED428AA7F}"/>
              </a:ext>
            </a:extLst>
          </p:cNvPr>
          <p:cNvSpPr>
            <a:spLocks noGrp="1"/>
          </p:cNvSpPr>
          <p:nvPr/>
        </p:nvSpPr>
        <p:spPr>
          <a:xfrm>
            <a:off x="552450" y="4038600"/>
            <a:ext cx="11087100" cy="1066800"/>
          </a:xfrm>
          <a:prstGeom prst="roundRect">
            <a:avLst>
              <a:gd name="adj" fmla="val 7143"/>
            </a:avLst>
          </a:prstGeom>
          <a:solidFill>
            <a:srgbClr val="FFF8D6"/>
          </a:solidFill>
          <a:ln w="9525">
            <a:solidFill>
              <a:srgbClr val="F2DF9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BE3ACF1-7B6C-4CF4-A7AE-6E2CC9F45665}"/>
              </a:ext>
            </a:extLst>
          </p:cNvPr>
          <p:cNvSpPr>
            <a:spLocks noGrp="1"/>
          </p:cNvSpPr>
          <p:nvPr/>
        </p:nvSpPr>
        <p:spPr>
          <a:xfrm>
            <a:off x="552450" y="4038600"/>
            <a:ext cx="76200" cy="1066800"/>
          </a:xfrm>
          <a:prstGeom prst="rect">
            <a:avLst/>
          </a:prstGeom>
          <a:solidFill>
            <a:srgbClr val="F6C343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AEA4740F-1713-443C-B18C-01EAFD0D2FAA}"/>
              </a:ext>
            </a:extLst>
          </p:cNvPr>
          <p:cNvSpPr>
            <a:spLocks noGrp="1"/>
          </p:cNvSpPr>
          <p:nvPr/>
        </p:nvSpPr>
        <p:spPr>
          <a:xfrm>
            <a:off x="762000" y="4210050"/>
            <a:ext cx="990600" cy="285750"/>
          </a:xfrm>
          <a:prstGeom prst="roundRect">
            <a:avLst>
              <a:gd name="adj" fmla="val 40000"/>
            </a:avLst>
          </a:prstGeom>
          <a:solidFill>
            <a:srgbClr val="02809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MAY 2022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9951DE9F-86A1-4859-9D29-BB1985B3151E}"/>
              </a:ext>
            </a:extLst>
          </p:cNvPr>
          <p:cNvSpPr>
            <a:spLocks noGrp="1"/>
          </p:cNvSpPr>
          <p:nvPr/>
        </p:nvSpPr>
        <p:spPr>
          <a:xfrm>
            <a:off x="1885950" y="4210050"/>
            <a:ext cx="1219200" cy="285750"/>
          </a:xfrm>
          <a:prstGeom prst="roundRect">
            <a:avLst>
              <a:gd name="adj" fmla="val 40000"/>
            </a:avLst>
          </a:prstGeom>
          <a:solidFill>
            <a:srgbClr val="02809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Write Notes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A26064D2-430B-4E14-A3E1-89502603BA72}"/>
              </a:ext>
            </a:extLst>
          </p:cNvPr>
          <p:cNvSpPr>
            <a:spLocks noGrp="1"/>
          </p:cNvSpPr>
          <p:nvPr/>
        </p:nvSpPr>
        <p:spPr>
          <a:xfrm>
            <a:off x="3238500" y="4210050"/>
            <a:ext cx="514350" cy="285750"/>
          </a:xfrm>
          <a:prstGeom prst="roundRect">
            <a:avLst>
              <a:gd name="adj" fmla="val 40000"/>
            </a:avLst>
          </a:prstGeom>
          <a:solidFill>
            <a:srgbClr val="7C6A0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Q9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E174BB56-526F-4D56-846B-7D0C64E92230}"/>
              </a:ext>
            </a:extLst>
          </p:cNvPr>
          <p:cNvSpPr>
            <a:spLocks noGrp="1"/>
          </p:cNvSpPr>
          <p:nvPr/>
        </p:nvSpPr>
        <p:spPr>
          <a:xfrm>
            <a:off x="10763250" y="4210050"/>
            <a:ext cx="666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pPr>
            <a:r>
              <a: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3 of 4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C49A21D8-00FE-45B6-B571-D1601213AB63}"/>
              </a:ext>
            </a:extLst>
          </p:cNvPr>
          <p:cNvSpPr>
            <a:spLocks noGrp="1"/>
          </p:cNvSpPr>
          <p:nvPr/>
        </p:nvSpPr>
        <p:spPr>
          <a:xfrm>
            <a:off x="762000" y="4591050"/>
            <a:ext cx="106489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 i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rPr sz="1200" b="0" i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Neurofibroma.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96CEAB87-9958-4EE1-AEC0-22218EA1B5DE}"/>
              </a:ext>
            </a:extLst>
          </p:cNvPr>
          <p:cNvSpPr>
            <a:spLocks noGrp="1"/>
          </p:cNvSpPr>
          <p:nvPr/>
        </p:nvSpPr>
        <p:spPr>
          <a:xfrm>
            <a:off x="552450" y="5276850"/>
            <a:ext cx="11087100" cy="1066800"/>
          </a:xfrm>
          <a:prstGeom prst="roundRect">
            <a:avLst>
              <a:gd name="adj" fmla="val 7143"/>
            </a:avLst>
          </a:prstGeom>
          <a:solidFill>
            <a:srgbClr val="FFF8D6"/>
          </a:solidFill>
          <a:ln w="9525">
            <a:solidFill>
              <a:srgbClr val="F2DF9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84117742-3708-4890-97AA-76D307EA2623}"/>
              </a:ext>
            </a:extLst>
          </p:cNvPr>
          <p:cNvSpPr>
            <a:spLocks noGrp="1"/>
          </p:cNvSpPr>
          <p:nvPr/>
        </p:nvSpPr>
        <p:spPr>
          <a:xfrm>
            <a:off x="552450" y="5276850"/>
            <a:ext cx="76200" cy="1066800"/>
          </a:xfrm>
          <a:prstGeom prst="rect">
            <a:avLst/>
          </a:prstGeom>
          <a:solidFill>
            <a:srgbClr val="F6C343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7153F52A-C21D-4908-B1F5-BC789DF90454}"/>
              </a:ext>
            </a:extLst>
          </p:cNvPr>
          <p:cNvSpPr>
            <a:spLocks noGrp="1"/>
          </p:cNvSpPr>
          <p:nvPr/>
        </p:nvSpPr>
        <p:spPr>
          <a:xfrm>
            <a:off x="762000" y="5448300"/>
            <a:ext cx="990600" cy="285750"/>
          </a:xfrm>
          <a:prstGeom prst="roundRect">
            <a:avLst>
              <a:gd name="adj" fmla="val 40000"/>
            </a:avLst>
          </a:prstGeom>
          <a:solidFill>
            <a:srgbClr val="02809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AUG 2025</a:t>
            </a: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E4C6E0F5-5879-4D88-A9E3-9F9611932B5C}"/>
              </a:ext>
            </a:extLst>
          </p:cNvPr>
          <p:cNvSpPr>
            <a:spLocks noGrp="1"/>
          </p:cNvSpPr>
          <p:nvPr/>
        </p:nvSpPr>
        <p:spPr>
          <a:xfrm>
            <a:off x="1885950" y="5448300"/>
            <a:ext cx="1219200" cy="285750"/>
          </a:xfrm>
          <a:prstGeom prst="roundRect">
            <a:avLst>
              <a:gd name="adj" fmla="val 40000"/>
            </a:avLst>
          </a:prstGeom>
          <a:solidFill>
            <a:srgbClr val="02809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Write Notes</a:t>
            </a: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87CF8AEA-0011-4815-9F91-95C265C362E8}"/>
              </a:ext>
            </a:extLst>
          </p:cNvPr>
          <p:cNvSpPr>
            <a:spLocks noGrp="1"/>
          </p:cNvSpPr>
          <p:nvPr/>
        </p:nvSpPr>
        <p:spPr>
          <a:xfrm>
            <a:off x="3238500" y="5448300"/>
            <a:ext cx="514350" cy="285750"/>
          </a:xfrm>
          <a:prstGeom prst="roundRect">
            <a:avLst>
              <a:gd name="adj" fmla="val 40000"/>
            </a:avLst>
          </a:prstGeom>
          <a:solidFill>
            <a:srgbClr val="7C6A0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Q10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2B7F29F0-0E31-4595-9BF9-76B2359EEF31}"/>
              </a:ext>
            </a:extLst>
          </p:cNvPr>
          <p:cNvSpPr>
            <a:spLocks noGrp="1"/>
          </p:cNvSpPr>
          <p:nvPr/>
        </p:nvSpPr>
        <p:spPr>
          <a:xfrm>
            <a:off x="10763250" y="5448300"/>
            <a:ext cx="666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pPr>
            <a:r>
              <a: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4 of 4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F81B9DA8-FD0E-450D-A295-008356B7399D}"/>
              </a:ext>
            </a:extLst>
          </p:cNvPr>
          <p:cNvSpPr>
            <a:spLocks noGrp="1"/>
          </p:cNvSpPr>
          <p:nvPr/>
        </p:nvSpPr>
        <p:spPr>
          <a:xfrm>
            <a:off x="762000" y="5829300"/>
            <a:ext cx="106489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 i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rPr sz="1200" b="0" i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Explain Neurofibroma.</a:t>
            </a:r>
          </a:p>
        </p:txBody>
      </p:sp>
    </p:spTree>
    <p:extLst>
      <p:ext uri="{BB962C8B-B14F-4D97-AF65-F5344CB8AC3E}">
        <p14:creationId xmlns:p14="http://schemas.microsoft.com/office/powerpoint/2010/main" val="1213907132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 35">
            <a:extLst>
              <a:ext uri="{FF2B5EF4-FFF2-40B4-BE49-F238E27FC236}">
                <a16:creationId xmlns:a16="http://schemas.microsoft.com/office/drawing/2014/main" id="{4249321C-AF45-4BA3-B547-47354050600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066800"/>
          </a:xfrm>
          <a:prstGeom prst="rect">
            <a:avLst/>
          </a:prstGeom>
          <a:solidFill>
            <a:srgbClr val="028090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56241980-B8A3-4B7D-A8D9-929C0FD05E29}"/>
              </a:ext>
            </a:extLst>
          </p:cNvPr>
          <p:cNvSpPr>
            <a:spLocks noGrp="1"/>
          </p:cNvSpPr>
          <p:nvPr/>
        </p:nvSpPr>
        <p:spPr>
          <a:xfrm>
            <a:off x="457200" y="285750"/>
            <a:ext cx="533400" cy="533400"/>
          </a:xfrm>
          <a:prstGeom prst="ellipse">
            <a:avLst/>
          </a:prstGeom>
          <a:solidFill>
            <a:srgbClr val="00A896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26369E4-46AE-4EDD-BC91-6A1C6B83669F}"/>
              </a:ext>
            </a:extLst>
          </p:cNvPr>
          <p:cNvSpPr>
            <a:spLocks noGrp="1"/>
          </p:cNvSpPr>
          <p:nvPr/>
        </p:nvSpPr>
        <p:spPr>
          <a:xfrm>
            <a:off x="457200" y="381000"/>
            <a:ext cx="5334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57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7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35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D8CA623-E496-4D30-A9B1-A00A4971621B}"/>
              </a:ext>
            </a:extLst>
          </p:cNvPr>
          <p:cNvSpPr>
            <a:spLocks noGrp="1"/>
          </p:cNvSpPr>
          <p:nvPr/>
        </p:nvSpPr>
        <p:spPr>
          <a:xfrm>
            <a:off x="1219200" y="209550"/>
            <a:ext cx="8382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400" b="1" i="0">
                <a:solidFill>
                  <a:srgbClr val="FFFFFF"/>
                </a:solidFill>
                <a:latin typeface="Cambria"/>
                <a:ea typeface="Cambria"/>
                <a:cs typeface="Cambria"/>
              </a:defRPr>
            </a:pPr>
            <a:r>
              <a:rPr sz="2400" b="1" i="0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Sebaceous cyst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A64726D-0F61-44AA-BB95-273B72B8ED4F}"/>
              </a:ext>
            </a:extLst>
          </p:cNvPr>
          <p:cNvSpPr>
            <a:spLocks noGrp="1"/>
          </p:cNvSpPr>
          <p:nvPr/>
        </p:nvSpPr>
        <p:spPr>
          <a:xfrm>
            <a:off x="1219200" y="666750"/>
            <a:ext cx="8382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125" b="0" i="1">
                <a:solidFill>
                  <a:srgbClr val="E6F5F3"/>
                </a:solidFill>
                <a:latin typeface="Calibri"/>
                <a:ea typeface="Calibri"/>
                <a:cs typeface="Calibri"/>
              </a:defRPr>
            </a:pPr>
            <a:r>
              <a:rPr sz="1125" b="0" i="1">
                <a:solidFill>
                  <a:srgbClr val="E6F5F3"/>
                </a:solidFill>
                <a:latin typeface="Calibri"/>
                <a:ea typeface="Calibri"/>
                <a:cs typeface="Calibri"/>
              </a:rPr>
              <a:t>4 times asked | 3 Write Notes | 1 Short Answers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E0889E08-9054-42C9-8A2F-F62A4E68B4D6}"/>
              </a:ext>
            </a:extLst>
          </p:cNvPr>
          <p:cNvSpPr>
            <a:spLocks noGrp="1"/>
          </p:cNvSpPr>
          <p:nvPr/>
        </p:nvSpPr>
        <p:spPr>
          <a:xfrm>
            <a:off x="9886950" y="381000"/>
            <a:ext cx="1714500" cy="285750"/>
          </a:xfrm>
          <a:prstGeom prst="roundRect">
            <a:avLst>
              <a:gd name="adj" fmla="val 40000"/>
            </a:avLst>
          </a:prstGeom>
          <a:solidFill>
            <a:srgbClr val="016B78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Rank 35/55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A172D17-7172-44AD-A831-77FCD321D89F}"/>
              </a:ext>
            </a:extLst>
          </p:cNvPr>
          <p:cNvSpPr>
            <a:spLocks noGrp="1"/>
          </p:cNvSpPr>
          <p:nvPr/>
        </p:nvSpPr>
        <p:spPr>
          <a:xfrm>
            <a:off x="552450" y="1200150"/>
            <a:ext cx="4000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1" i="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pPr>
            <a:r>
              <a:rPr sz="1275" b="1" i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Highlighted asked questions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A9AD1128-0D18-4F4A-A108-C76698FA9F69}"/>
              </a:ext>
            </a:extLst>
          </p:cNvPr>
          <p:cNvSpPr>
            <a:spLocks noGrp="1"/>
          </p:cNvSpPr>
          <p:nvPr/>
        </p:nvSpPr>
        <p:spPr>
          <a:xfrm>
            <a:off x="552450" y="1562100"/>
            <a:ext cx="11087100" cy="1066800"/>
          </a:xfrm>
          <a:prstGeom prst="roundRect">
            <a:avLst>
              <a:gd name="adj" fmla="val 7143"/>
            </a:avLst>
          </a:prstGeom>
          <a:solidFill>
            <a:srgbClr val="FFF8D6"/>
          </a:solidFill>
          <a:ln w="9525">
            <a:solidFill>
              <a:srgbClr val="F2DF9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8ADB5C4-2983-43DF-AD43-3E49E91126D5}"/>
              </a:ext>
            </a:extLst>
          </p:cNvPr>
          <p:cNvSpPr>
            <a:spLocks noGrp="1"/>
          </p:cNvSpPr>
          <p:nvPr/>
        </p:nvSpPr>
        <p:spPr>
          <a:xfrm>
            <a:off x="552450" y="1562100"/>
            <a:ext cx="76200" cy="1066800"/>
          </a:xfrm>
          <a:prstGeom prst="rect">
            <a:avLst/>
          </a:prstGeom>
          <a:solidFill>
            <a:srgbClr val="F6C343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D2E9972F-98AF-44C8-9B77-6F4C4A86683F}"/>
              </a:ext>
            </a:extLst>
          </p:cNvPr>
          <p:cNvSpPr>
            <a:spLocks noGrp="1"/>
          </p:cNvSpPr>
          <p:nvPr/>
        </p:nvSpPr>
        <p:spPr>
          <a:xfrm>
            <a:off x="762000" y="1733550"/>
            <a:ext cx="990600" cy="285750"/>
          </a:xfrm>
          <a:prstGeom prst="roundRect">
            <a:avLst>
              <a:gd name="adj" fmla="val 40000"/>
            </a:avLst>
          </a:prstGeom>
          <a:solidFill>
            <a:srgbClr val="02809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OCT 2018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C2FA05EA-8C82-4816-8440-9B8BDD9E6ABE}"/>
              </a:ext>
            </a:extLst>
          </p:cNvPr>
          <p:cNvSpPr>
            <a:spLocks noGrp="1"/>
          </p:cNvSpPr>
          <p:nvPr/>
        </p:nvSpPr>
        <p:spPr>
          <a:xfrm>
            <a:off x="1885950" y="1733550"/>
            <a:ext cx="1219200" cy="285750"/>
          </a:xfrm>
          <a:prstGeom prst="roundRect">
            <a:avLst>
              <a:gd name="adj" fmla="val 40000"/>
            </a:avLst>
          </a:prstGeom>
          <a:solidFill>
            <a:srgbClr val="02809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Write Notes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79C84F9F-2BDE-434D-8607-77E8F14B0020}"/>
              </a:ext>
            </a:extLst>
          </p:cNvPr>
          <p:cNvSpPr>
            <a:spLocks noGrp="1"/>
          </p:cNvSpPr>
          <p:nvPr/>
        </p:nvSpPr>
        <p:spPr>
          <a:xfrm>
            <a:off x="3238500" y="1733550"/>
            <a:ext cx="514350" cy="285750"/>
          </a:xfrm>
          <a:prstGeom prst="roundRect">
            <a:avLst>
              <a:gd name="adj" fmla="val 40000"/>
            </a:avLst>
          </a:prstGeom>
          <a:solidFill>
            <a:srgbClr val="7C6A0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Q1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72CF09C-978E-4E7E-A4C2-669F365EDE79}"/>
              </a:ext>
            </a:extLst>
          </p:cNvPr>
          <p:cNvSpPr>
            <a:spLocks noGrp="1"/>
          </p:cNvSpPr>
          <p:nvPr/>
        </p:nvSpPr>
        <p:spPr>
          <a:xfrm>
            <a:off x="10763250" y="1733550"/>
            <a:ext cx="666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pPr>
            <a:r>
              <a: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1 of 4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986AE14-60F5-416C-A412-12A2C54A8ADA}"/>
              </a:ext>
            </a:extLst>
          </p:cNvPr>
          <p:cNvSpPr>
            <a:spLocks noGrp="1"/>
          </p:cNvSpPr>
          <p:nvPr/>
        </p:nvSpPr>
        <p:spPr>
          <a:xfrm>
            <a:off x="762000" y="2114550"/>
            <a:ext cx="106489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 i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rPr sz="1200" b="0" i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Sebaceous Cyst.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73DFCDEE-DFF0-4495-B904-467825E35A0C}"/>
              </a:ext>
            </a:extLst>
          </p:cNvPr>
          <p:cNvSpPr>
            <a:spLocks noGrp="1"/>
          </p:cNvSpPr>
          <p:nvPr/>
        </p:nvSpPr>
        <p:spPr>
          <a:xfrm>
            <a:off x="552450" y="2800350"/>
            <a:ext cx="11087100" cy="1066800"/>
          </a:xfrm>
          <a:prstGeom prst="roundRect">
            <a:avLst>
              <a:gd name="adj" fmla="val 7143"/>
            </a:avLst>
          </a:prstGeom>
          <a:solidFill>
            <a:srgbClr val="FFF8D6"/>
          </a:solidFill>
          <a:ln w="9525">
            <a:solidFill>
              <a:srgbClr val="F2DF9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F772395-3968-4D57-99F8-A08452880293}"/>
              </a:ext>
            </a:extLst>
          </p:cNvPr>
          <p:cNvSpPr>
            <a:spLocks noGrp="1"/>
          </p:cNvSpPr>
          <p:nvPr/>
        </p:nvSpPr>
        <p:spPr>
          <a:xfrm>
            <a:off x="552450" y="2800350"/>
            <a:ext cx="76200" cy="1066800"/>
          </a:xfrm>
          <a:prstGeom prst="rect">
            <a:avLst/>
          </a:prstGeom>
          <a:solidFill>
            <a:srgbClr val="F6C343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DDA56BB8-0A61-494A-8392-BCD41B1205DC}"/>
              </a:ext>
            </a:extLst>
          </p:cNvPr>
          <p:cNvSpPr>
            <a:spLocks noGrp="1"/>
          </p:cNvSpPr>
          <p:nvPr/>
        </p:nvSpPr>
        <p:spPr>
          <a:xfrm>
            <a:off x="762000" y="2971800"/>
            <a:ext cx="990600" cy="285750"/>
          </a:xfrm>
          <a:prstGeom prst="roundRect">
            <a:avLst>
              <a:gd name="adj" fmla="val 40000"/>
            </a:avLst>
          </a:prstGeom>
          <a:solidFill>
            <a:srgbClr val="02809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FEB 2022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CE55ED07-FF72-4EF9-B96A-C97C424FCB26}"/>
              </a:ext>
            </a:extLst>
          </p:cNvPr>
          <p:cNvSpPr>
            <a:spLocks noGrp="1"/>
          </p:cNvSpPr>
          <p:nvPr/>
        </p:nvSpPr>
        <p:spPr>
          <a:xfrm>
            <a:off x="1885950" y="2971800"/>
            <a:ext cx="1219200" cy="285750"/>
          </a:xfrm>
          <a:prstGeom prst="roundRect">
            <a:avLst>
              <a:gd name="adj" fmla="val 40000"/>
            </a:avLst>
          </a:prstGeom>
          <a:solidFill>
            <a:srgbClr val="2563A8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Short Answers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DB0BDAD4-F3CD-42CC-9958-16A7717EDAA8}"/>
              </a:ext>
            </a:extLst>
          </p:cNvPr>
          <p:cNvSpPr>
            <a:spLocks noGrp="1"/>
          </p:cNvSpPr>
          <p:nvPr/>
        </p:nvSpPr>
        <p:spPr>
          <a:xfrm>
            <a:off x="3238500" y="2971800"/>
            <a:ext cx="514350" cy="285750"/>
          </a:xfrm>
          <a:prstGeom prst="roundRect">
            <a:avLst>
              <a:gd name="adj" fmla="val 40000"/>
            </a:avLst>
          </a:prstGeom>
          <a:solidFill>
            <a:srgbClr val="7C6A0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Q10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C973D53-6E6C-4CD6-85C4-D53FBCAC27C4}"/>
              </a:ext>
            </a:extLst>
          </p:cNvPr>
          <p:cNvSpPr>
            <a:spLocks noGrp="1"/>
          </p:cNvSpPr>
          <p:nvPr/>
        </p:nvSpPr>
        <p:spPr>
          <a:xfrm>
            <a:off x="10763250" y="2971800"/>
            <a:ext cx="666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pPr>
            <a:r>
              <a: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2 of 4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7414592-6378-4277-8AE2-19F988929F4D}"/>
              </a:ext>
            </a:extLst>
          </p:cNvPr>
          <p:cNvSpPr>
            <a:spLocks noGrp="1"/>
          </p:cNvSpPr>
          <p:nvPr/>
        </p:nvSpPr>
        <p:spPr>
          <a:xfrm>
            <a:off x="762000" y="3352800"/>
            <a:ext cx="106489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 i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rPr sz="1200" b="0" i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Graphites - Sebaceous cyst.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C9422B3C-B9D3-4A46-9AD4-FE596CDD898E}"/>
              </a:ext>
            </a:extLst>
          </p:cNvPr>
          <p:cNvSpPr>
            <a:spLocks noGrp="1"/>
          </p:cNvSpPr>
          <p:nvPr/>
        </p:nvSpPr>
        <p:spPr>
          <a:xfrm>
            <a:off x="552450" y="4038600"/>
            <a:ext cx="11087100" cy="1066800"/>
          </a:xfrm>
          <a:prstGeom prst="roundRect">
            <a:avLst>
              <a:gd name="adj" fmla="val 7143"/>
            </a:avLst>
          </a:prstGeom>
          <a:solidFill>
            <a:srgbClr val="FFF8D6"/>
          </a:solidFill>
          <a:ln w="9525">
            <a:solidFill>
              <a:srgbClr val="F2DF9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D60BED7-C51B-44D6-8AE1-71E02F210F3E}"/>
              </a:ext>
            </a:extLst>
          </p:cNvPr>
          <p:cNvSpPr>
            <a:spLocks noGrp="1"/>
          </p:cNvSpPr>
          <p:nvPr/>
        </p:nvSpPr>
        <p:spPr>
          <a:xfrm>
            <a:off x="552450" y="4038600"/>
            <a:ext cx="76200" cy="1066800"/>
          </a:xfrm>
          <a:prstGeom prst="rect">
            <a:avLst/>
          </a:prstGeom>
          <a:solidFill>
            <a:srgbClr val="F6C343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8781DF30-F5C1-4F22-9E0D-5DD0C777D0AD}"/>
              </a:ext>
            </a:extLst>
          </p:cNvPr>
          <p:cNvSpPr>
            <a:spLocks noGrp="1"/>
          </p:cNvSpPr>
          <p:nvPr/>
        </p:nvSpPr>
        <p:spPr>
          <a:xfrm>
            <a:off x="762000" y="4210050"/>
            <a:ext cx="990600" cy="285750"/>
          </a:xfrm>
          <a:prstGeom prst="roundRect">
            <a:avLst>
              <a:gd name="adj" fmla="val 40000"/>
            </a:avLst>
          </a:prstGeom>
          <a:solidFill>
            <a:srgbClr val="02809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MAY 2022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251F4997-E31C-4D81-B8BD-86F09D91D939}"/>
              </a:ext>
            </a:extLst>
          </p:cNvPr>
          <p:cNvSpPr>
            <a:spLocks noGrp="1"/>
          </p:cNvSpPr>
          <p:nvPr/>
        </p:nvSpPr>
        <p:spPr>
          <a:xfrm>
            <a:off x="1885950" y="4210050"/>
            <a:ext cx="1219200" cy="285750"/>
          </a:xfrm>
          <a:prstGeom prst="roundRect">
            <a:avLst>
              <a:gd name="adj" fmla="val 40000"/>
            </a:avLst>
          </a:prstGeom>
          <a:solidFill>
            <a:srgbClr val="02809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Write Notes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9E2099B0-8911-4188-B0A7-E881A12FBF8C}"/>
              </a:ext>
            </a:extLst>
          </p:cNvPr>
          <p:cNvSpPr>
            <a:spLocks noGrp="1"/>
          </p:cNvSpPr>
          <p:nvPr/>
        </p:nvSpPr>
        <p:spPr>
          <a:xfrm>
            <a:off x="3238500" y="4210050"/>
            <a:ext cx="514350" cy="285750"/>
          </a:xfrm>
          <a:prstGeom prst="roundRect">
            <a:avLst>
              <a:gd name="adj" fmla="val 40000"/>
            </a:avLst>
          </a:prstGeom>
          <a:solidFill>
            <a:srgbClr val="7C6A0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Q3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97D54E40-A728-4DFF-BD0D-5CBB809EEFC0}"/>
              </a:ext>
            </a:extLst>
          </p:cNvPr>
          <p:cNvSpPr>
            <a:spLocks noGrp="1"/>
          </p:cNvSpPr>
          <p:nvPr/>
        </p:nvSpPr>
        <p:spPr>
          <a:xfrm>
            <a:off x="10763250" y="4210050"/>
            <a:ext cx="666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pPr>
            <a:r>
              <a: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3 of 4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52DED36C-5881-484A-813F-CBA2FA0F0BA2}"/>
              </a:ext>
            </a:extLst>
          </p:cNvPr>
          <p:cNvSpPr>
            <a:spLocks noGrp="1"/>
          </p:cNvSpPr>
          <p:nvPr/>
        </p:nvSpPr>
        <p:spPr>
          <a:xfrm>
            <a:off x="762000" y="4591050"/>
            <a:ext cx="106489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 i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rPr sz="1200" b="0" i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Define Sebaceous cyst, write two drugs with indicatoin.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E0466173-E2F9-492A-B849-4B241C159734}"/>
              </a:ext>
            </a:extLst>
          </p:cNvPr>
          <p:cNvSpPr>
            <a:spLocks noGrp="1"/>
          </p:cNvSpPr>
          <p:nvPr/>
        </p:nvSpPr>
        <p:spPr>
          <a:xfrm>
            <a:off x="552450" y="5276850"/>
            <a:ext cx="11087100" cy="1066800"/>
          </a:xfrm>
          <a:prstGeom prst="roundRect">
            <a:avLst>
              <a:gd name="adj" fmla="val 7143"/>
            </a:avLst>
          </a:prstGeom>
          <a:solidFill>
            <a:srgbClr val="FFF8D6"/>
          </a:solidFill>
          <a:ln w="9525">
            <a:solidFill>
              <a:srgbClr val="F2DF9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C50D525B-143B-460C-9110-F297D420BEA3}"/>
              </a:ext>
            </a:extLst>
          </p:cNvPr>
          <p:cNvSpPr>
            <a:spLocks noGrp="1"/>
          </p:cNvSpPr>
          <p:nvPr/>
        </p:nvSpPr>
        <p:spPr>
          <a:xfrm>
            <a:off x="552450" y="5276850"/>
            <a:ext cx="76200" cy="1066800"/>
          </a:xfrm>
          <a:prstGeom prst="rect">
            <a:avLst/>
          </a:prstGeom>
          <a:solidFill>
            <a:srgbClr val="F6C343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8632F718-F1B5-4A78-9948-1499F68D6471}"/>
              </a:ext>
            </a:extLst>
          </p:cNvPr>
          <p:cNvSpPr>
            <a:spLocks noGrp="1"/>
          </p:cNvSpPr>
          <p:nvPr/>
        </p:nvSpPr>
        <p:spPr>
          <a:xfrm>
            <a:off x="762000" y="5448300"/>
            <a:ext cx="990600" cy="285750"/>
          </a:xfrm>
          <a:prstGeom prst="roundRect">
            <a:avLst>
              <a:gd name="adj" fmla="val 40000"/>
            </a:avLst>
          </a:prstGeom>
          <a:solidFill>
            <a:srgbClr val="02809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OCT 2025</a:t>
            </a: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24C2AC49-5BDC-4321-B891-B53FD8220F59}"/>
              </a:ext>
            </a:extLst>
          </p:cNvPr>
          <p:cNvSpPr>
            <a:spLocks noGrp="1"/>
          </p:cNvSpPr>
          <p:nvPr/>
        </p:nvSpPr>
        <p:spPr>
          <a:xfrm>
            <a:off x="1885950" y="5448300"/>
            <a:ext cx="1219200" cy="285750"/>
          </a:xfrm>
          <a:prstGeom prst="roundRect">
            <a:avLst>
              <a:gd name="adj" fmla="val 40000"/>
            </a:avLst>
          </a:prstGeom>
          <a:solidFill>
            <a:srgbClr val="02809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Write Notes</a:t>
            </a: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4BE48932-F81E-401F-8968-DD3D00950637}"/>
              </a:ext>
            </a:extLst>
          </p:cNvPr>
          <p:cNvSpPr>
            <a:spLocks noGrp="1"/>
          </p:cNvSpPr>
          <p:nvPr/>
        </p:nvSpPr>
        <p:spPr>
          <a:xfrm>
            <a:off x="3238500" y="5448300"/>
            <a:ext cx="514350" cy="285750"/>
          </a:xfrm>
          <a:prstGeom prst="roundRect">
            <a:avLst>
              <a:gd name="adj" fmla="val 40000"/>
            </a:avLst>
          </a:prstGeom>
          <a:solidFill>
            <a:srgbClr val="7C6A0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Q2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A12BB7A1-20B9-48A4-B713-69981B3A7861}"/>
              </a:ext>
            </a:extLst>
          </p:cNvPr>
          <p:cNvSpPr>
            <a:spLocks noGrp="1"/>
          </p:cNvSpPr>
          <p:nvPr/>
        </p:nvSpPr>
        <p:spPr>
          <a:xfrm>
            <a:off x="10763250" y="5448300"/>
            <a:ext cx="666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pPr>
            <a:r>
              <a: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4 of 4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C5E76BC0-4580-4C69-A497-F246CB733D1E}"/>
              </a:ext>
            </a:extLst>
          </p:cNvPr>
          <p:cNvSpPr>
            <a:spLocks noGrp="1"/>
          </p:cNvSpPr>
          <p:nvPr/>
        </p:nvSpPr>
        <p:spPr>
          <a:xfrm>
            <a:off x="762000" y="5829300"/>
            <a:ext cx="106489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 i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rPr sz="1200" b="0" i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Sebaceous cyst - two drugs with indications.</a:t>
            </a:r>
          </a:p>
        </p:txBody>
      </p:sp>
    </p:spTree>
    <p:extLst>
      <p:ext uri="{BB962C8B-B14F-4D97-AF65-F5344CB8AC3E}">
        <p14:creationId xmlns:p14="http://schemas.microsoft.com/office/powerpoint/2010/main" val="415373416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>
            <a:extLst>
              <a:ext uri="{FF2B5EF4-FFF2-40B4-BE49-F238E27FC236}">
                <a16:creationId xmlns:a16="http://schemas.microsoft.com/office/drawing/2014/main" id="{C9941CD5-75AB-4232-9A0E-4C33D0CEED3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066800"/>
          </a:xfrm>
          <a:prstGeom prst="rect">
            <a:avLst/>
          </a:prstGeom>
          <a:solidFill>
            <a:srgbClr val="028090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CC848C5F-DA25-43B1-B992-202E2F876DE8}"/>
              </a:ext>
            </a:extLst>
          </p:cNvPr>
          <p:cNvSpPr>
            <a:spLocks noGrp="1"/>
          </p:cNvSpPr>
          <p:nvPr/>
        </p:nvSpPr>
        <p:spPr>
          <a:xfrm>
            <a:off x="457200" y="285750"/>
            <a:ext cx="533400" cy="533400"/>
          </a:xfrm>
          <a:prstGeom prst="ellipse">
            <a:avLst/>
          </a:prstGeom>
          <a:solidFill>
            <a:srgbClr val="00A896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C7E4A39-D8A9-4A28-8D33-00F949618671}"/>
              </a:ext>
            </a:extLst>
          </p:cNvPr>
          <p:cNvSpPr>
            <a:spLocks noGrp="1"/>
          </p:cNvSpPr>
          <p:nvPr/>
        </p:nvSpPr>
        <p:spPr>
          <a:xfrm>
            <a:off x="457200" y="381000"/>
            <a:ext cx="5334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57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7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36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38469DE-6E34-4F94-89E5-5DB8528802F1}"/>
              </a:ext>
            </a:extLst>
          </p:cNvPr>
          <p:cNvSpPr>
            <a:spLocks noGrp="1"/>
          </p:cNvSpPr>
          <p:nvPr/>
        </p:nvSpPr>
        <p:spPr>
          <a:xfrm>
            <a:off x="1219200" y="209550"/>
            <a:ext cx="8382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400" b="1" i="0">
                <a:solidFill>
                  <a:srgbClr val="FFFFFF"/>
                </a:solidFill>
                <a:latin typeface="Cambria"/>
                <a:ea typeface="Cambria"/>
                <a:cs typeface="Cambria"/>
              </a:defRPr>
            </a:pPr>
            <a:r>
              <a:rPr sz="2400" b="1" i="0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Chyluria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02DC42D-FFF1-440F-A614-9AB6843C408D}"/>
              </a:ext>
            </a:extLst>
          </p:cNvPr>
          <p:cNvSpPr>
            <a:spLocks noGrp="1"/>
          </p:cNvSpPr>
          <p:nvPr/>
        </p:nvSpPr>
        <p:spPr>
          <a:xfrm>
            <a:off x="1219200" y="666750"/>
            <a:ext cx="8382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125" b="0" i="1">
                <a:solidFill>
                  <a:srgbClr val="E6F5F3"/>
                </a:solidFill>
                <a:latin typeface="Calibri"/>
                <a:ea typeface="Calibri"/>
                <a:cs typeface="Calibri"/>
              </a:defRPr>
            </a:pPr>
            <a:r>
              <a:rPr sz="1125" b="0" i="1">
                <a:solidFill>
                  <a:srgbClr val="E6F5F3"/>
                </a:solidFill>
                <a:latin typeface="Calibri"/>
                <a:ea typeface="Calibri"/>
                <a:cs typeface="Calibri"/>
              </a:rPr>
              <a:t>3 times asked | 0 Write Notes | 3 Short Answers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AC3F3C05-D3C4-4406-B0D8-1BA614242828}"/>
              </a:ext>
            </a:extLst>
          </p:cNvPr>
          <p:cNvSpPr>
            <a:spLocks noGrp="1"/>
          </p:cNvSpPr>
          <p:nvPr/>
        </p:nvSpPr>
        <p:spPr>
          <a:xfrm>
            <a:off x="9886950" y="381000"/>
            <a:ext cx="1714500" cy="285750"/>
          </a:xfrm>
          <a:prstGeom prst="roundRect">
            <a:avLst>
              <a:gd name="adj" fmla="val 40000"/>
            </a:avLst>
          </a:prstGeom>
          <a:solidFill>
            <a:srgbClr val="016B78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Rank 36/55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14DFAC7-B99B-4B2D-B6B6-28D1836889AE}"/>
              </a:ext>
            </a:extLst>
          </p:cNvPr>
          <p:cNvSpPr>
            <a:spLocks noGrp="1"/>
          </p:cNvSpPr>
          <p:nvPr/>
        </p:nvSpPr>
        <p:spPr>
          <a:xfrm>
            <a:off x="552450" y="1200150"/>
            <a:ext cx="4000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1" i="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pPr>
            <a:r>
              <a:rPr sz="1275" b="1" i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Highlighted asked questions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15FBB0E5-5C6C-42EF-906E-3D26F5BE68AC}"/>
              </a:ext>
            </a:extLst>
          </p:cNvPr>
          <p:cNvSpPr>
            <a:spLocks noGrp="1"/>
          </p:cNvSpPr>
          <p:nvPr/>
        </p:nvSpPr>
        <p:spPr>
          <a:xfrm>
            <a:off x="552450" y="1562100"/>
            <a:ext cx="11087100" cy="1066800"/>
          </a:xfrm>
          <a:prstGeom prst="roundRect">
            <a:avLst>
              <a:gd name="adj" fmla="val 7143"/>
            </a:avLst>
          </a:prstGeom>
          <a:solidFill>
            <a:srgbClr val="FFF8D6"/>
          </a:solidFill>
          <a:ln w="9525">
            <a:solidFill>
              <a:srgbClr val="F2DF9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49544CC-1B48-4F8A-8B5E-B78958DA01C1}"/>
              </a:ext>
            </a:extLst>
          </p:cNvPr>
          <p:cNvSpPr>
            <a:spLocks noGrp="1"/>
          </p:cNvSpPr>
          <p:nvPr/>
        </p:nvSpPr>
        <p:spPr>
          <a:xfrm>
            <a:off x="552450" y="1562100"/>
            <a:ext cx="76200" cy="1066800"/>
          </a:xfrm>
          <a:prstGeom prst="rect">
            <a:avLst/>
          </a:prstGeom>
          <a:solidFill>
            <a:srgbClr val="F6C343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9795C2EA-43EC-4D14-B22C-9466A80A4942}"/>
              </a:ext>
            </a:extLst>
          </p:cNvPr>
          <p:cNvSpPr>
            <a:spLocks noGrp="1"/>
          </p:cNvSpPr>
          <p:nvPr/>
        </p:nvSpPr>
        <p:spPr>
          <a:xfrm>
            <a:off x="762000" y="1733550"/>
            <a:ext cx="990600" cy="285750"/>
          </a:xfrm>
          <a:prstGeom prst="roundRect">
            <a:avLst>
              <a:gd name="adj" fmla="val 40000"/>
            </a:avLst>
          </a:prstGeom>
          <a:solidFill>
            <a:srgbClr val="02809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OCT 2019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C78C530D-1F25-40FC-B2C3-8D682DEC78C7}"/>
              </a:ext>
            </a:extLst>
          </p:cNvPr>
          <p:cNvSpPr>
            <a:spLocks noGrp="1"/>
          </p:cNvSpPr>
          <p:nvPr/>
        </p:nvSpPr>
        <p:spPr>
          <a:xfrm>
            <a:off x="1885950" y="1733550"/>
            <a:ext cx="1219200" cy="285750"/>
          </a:xfrm>
          <a:prstGeom prst="roundRect">
            <a:avLst>
              <a:gd name="adj" fmla="val 40000"/>
            </a:avLst>
          </a:prstGeom>
          <a:solidFill>
            <a:srgbClr val="2563A8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Short Answers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31C63702-890C-4207-A0B0-1FC57A894EFA}"/>
              </a:ext>
            </a:extLst>
          </p:cNvPr>
          <p:cNvSpPr>
            <a:spLocks noGrp="1"/>
          </p:cNvSpPr>
          <p:nvPr/>
        </p:nvSpPr>
        <p:spPr>
          <a:xfrm>
            <a:off x="3238500" y="1733550"/>
            <a:ext cx="514350" cy="285750"/>
          </a:xfrm>
          <a:prstGeom prst="roundRect">
            <a:avLst>
              <a:gd name="adj" fmla="val 40000"/>
            </a:avLst>
          </a:prstGeom>
          <a:solidFill>
            <a:srgbClr val="7C6A0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Q10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D3F8C26-E8E1-4B04-8524-FA82D9E36D1F}"/>
              </a:ext>
            </a:extLst>
          </p:cNvPr>
          <p:cNvSpPr>
            <a:spLocks noGrp="1"/>
          </p:cNvSpPr>
          <p:nvPr/>
        </p:nvSpPr>
        <p:spPr>
          <a:xfrm>
            <a:off x="10763250" y="1733550"/>
            <a:ext cx="666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pPr>
            <a:r>
              <a: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1 of 3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4BC9B43-6E69-4713-8DF8-770F03B622B3}"/>
              </a:ext>
            </a:extLst>
          </p:cNvPr>
          <p:cNvSpPr>
            <a:spLocks noGrp="1"/>
          </p:cNvSpPr>
          <p:nvPr/>
        </p:nvSpPr>
        <p:spPr>
          <a:xfrm>
            <a:off x="762000" y="2114550"/>
            <a:ext cx="106489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 i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rPr sz="1200" b="0" i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Mercurius-Chyluria.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25718A68-365A-48F6-8D12-5205894296B4}"/>
              </a:ext>
            </a:extLst>
          </p:cNvPr>
          <p:cNvSpPr>
            <a:spLocks noGrp="1"/>
          </p:cNvSpPr>
          <p:nvPr/>
        </p:nvSpPr>
        <p:spPr>
          <a:xfrm>
            <a:off x="552450" y="2800350"/>
            <a:ext cx="11087100" cy="1066800"/>
          </a:xfrm>
          <a:prstGeom prst="roundRect">
            <a:avLst>
              <a:gd name="adj" fmla="val 7143"/>
            </a:avLst>
          </a:prstGeom>
          <a:solidFill>
            <a:srgbClr val="FFF8D6"/>
          </a:solidFill>
          <a:ln w="9525">
            <a:solidFill>
              <a:srgbClr val="F2DF9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F260A4D-8C47-4C27-8398-51ED5E11D193}"/>
              </a:ext>
            </a:extLst>
          </p:cNvPr>
          <p:cNvSpPr>
            <a:spLocks noGrp="1"/>
          </p:cNvSpPr>
          <p:nvPr/>
        </p:nvSpPr>
        <p:spPr>
          <a:xfrm>
            <a:off x="552450" y="2800350"/>
            <a:ext cx="76200" cy="1066800"/>
          </a:xfrm>
          <a:prstGeom prst="rect">
            <a:avLst/>
          </a:prstGeom>
          <a:solidFill>
            <a:srgbClr val="F6C343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3165900F-A11C-4C06-A8DE-CB9792D8F92C}"/>
              </a:ext>
            </a:extLst>
          </p:cNvPr>
          <p:cNvSpPr>
            <a:spLocks noGrp="1"/>
          </p:cNvSpPr>
          <p:nvPr/>
        </p:nvSpPr>
        <p:spPr>
          <a:xfrm>
            <a:off x="762000" y="2971800"/>
            <a:ext cx="990600" cy="285750"/>
          </a:xfrm>
          <a:prstGeom prst="roundRect">
            <a:avLst>
              <a:gd name="adj" fmla="val 40000"/>
            </a:avLst>
          </a:prstGeom>
          <a:solidFill>
            <a:srgbClr val="02809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SEP 2021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43F037EC-B27D-42D9-9B26-74AA31BCF36E}"/>
              </a:ext>
            </a:extLst>
          </p:cNvPr>
          <p:cNvSpPr>
            <a:spLocks noGrp="1"/>
          </p:cNvSpPr>
          <p:nvPr/>
        </p:nvSpPr>
        <p:spPr>
          <a:xfrm>
            <a:off x="1885950" y="2971800"/>
            <a:ext cx="1219200" cy="285750"/>
          </a:xfrm>
          <a:prstGeom prst="roundRect">
            <a:avLst>
              <a:gd name="adj" fmla="val 40000"/>
            </a:avLst>
          </a:prstGeom>
          <a:solidFill>
            <a:srgbClr val="2563A8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Short Answers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A4BFDDA7-90BD-4650-937F-92E2063185D7}"/>
              </a:ext>
            </a:extLst>
          </p:cNvPr>
          <p:cNvSpPr>
            <a:spLocks noGrp="1"/>
          </p:cNvSpPr>
          <p:nvPr/>
        </p:nvSpPr>
        <p:spPr>
          <a:xfrm>
            <a:off x="3238500" y="2971800"/>
            <a:ext cx="514350" cy="285750"/>
          </a:xfrm>
          <a:prstGeom prst="roundRect">
            <a:avLst>
              <a:gd name="adj" fmla="val 40000"/>
            </a:avLst>
          </a:prstGeom>
          <a:solidFill>
            <a:srgbClr val="7C6A0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Q2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D1915EC-CA88-4E0A-9DD9-105B0C6951FB}"/>
              </a:ext>
            </a:extLst>
          </p:cNvPr>
          <p:cNvSpPr>
            <a:spLocks noGrp="1"/>
          </p:cNvSpPr>
          <p:nvPr/>
        </p:nvSpPr>
        <p:spPr>
          <a:xfrm>
            <a:off x="10763250" y="2971800"/>
            <a:ext cx="666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pPr>
            <a:r>
              <a: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2 of 3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E26FCA9-E718-499B-8A43-16D76684BEC1}"/>
              </a:ext>
            </a:extLst>
          </p:cNvPr>
          <p:cNvSpPr>
            <a:spLocks noGrp="1"/>
          </p:cNvSpPr>
          <p:nvPr/>
        </p:nvSpPr>
        <p:spPr>
          <a:xfrm>
            <a:off x="762000" y="3352800"/>
            <a:ext cx="106489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 i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rPr sz="1200" b="0" i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Chyluria.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230F592A-0BE1-421C-8AF7-CC0D90941680}"/>
              </a:ext>
            </a:extLst>
          </p:cNvPr>
          <p:cNvSpPr>
            <a:spLocks noGrp="1"/>
          </p:cNvSpPr>
          <p:nvPr/>
        </p:nvSpPr>
        <p:spPr>
          <a:xfrm>
            <a:off x="552450" y="4038600"/>
            <a:ext cx="11087100" cy="1066800"/>
          </a:xfrm>
          <a:prstGeom prst="roundRect">
            <a:avLst>
              <a:gd name="adj" fmla="val 7143"/>
            </a:avLst>
          </a:prstGeom>
          <a:solidFill>
            <a:srgbClr val="FFF8D6"/>
          </a:solidFill>
          <a:ln w="9525">
            <a:solidFill>
              <a:srgbClr val="F2DF9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65737DD-8D50-4F0B-9032-E403FB9E9E14}"/>
              </a:ext>
            </a:extLst>
          </p:cNvPr>
          <p:cNvSpPr>
            <a:spLocks noGrp="1"/>
          </p:cNvSpPr>
          <p:nvPr/>
        </p:nvSpPr>
        <p:spPr>
          <a:xfrm>
            <a:off x="552450" y="4038600"/>
            <a:ext cx="76200" cy="1066800"/>
          </a:xfrm>
          <a:prstGeom prst="rect">
            <a:avLst/>
          </a:prstGeom>
          <a:solidFill>
            <a:srgbClr val="F6C343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EBA44E86-6B7C-4D2A-8196-E81997DC0C75}"/>
              </a:ext>
            </a:extLst>
          </p:cNvPr>
          <p:cNvSpPr>
            <a:spLocks noGrp="1"/>
          </p:cNvSpPr>
          <p:nvPr/>
        </p:nvSpPr>
        <p:spPr>
          <a:xfrm>
            <a:off x="762000" y="4210050"/>
            <a:ext cx="990600" cy="285750"/>
          </a:xfrm>
          <a:prstGeom prst="roundRect">
            <a:avLst>
              <a:gd name="adj" fmla="val 40000"/>
            </a:avLst>
          </a:prstGeom>
          <a:solidFill>
            <a:srgbClr val="02809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AUG 2025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42C4BE3C-D340-42EE-8E4C-0A68F7406F70}"/>
              </a:ext>
            </a:extLst>
          </p:cNvPr>
          <p:cNvSpPr>
            <a:spLocks noGrp="1"/>
          </p:cNvSpPr>
          <p:nvPr/>
        </p:nvSpPr>
        <p:spPr>
          <a:xfrm>
            <a:off x="1885950" y="4210050"/>
            <a:ext cx="1219200" cy="285750"/>
          </a:xfrm>
          <a:prstGeom prst="roundRect">
            <a:avLst>
              <a:gd name="adj" fmla="val 40000"/>
            </a:avLst>
          </a:prstGeom>
          <a:solidFill>
            <a:srgbClr val="2563A8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Short Answers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2B475764-8C17-44FD-97A6-EAC84B19AFF3}"/>
              </a:ext>
            </a:extLst>
          </p:cNvPr>
          <p:cNvSpPr>
            <a:spLocks noGrp="1"/>
          </p:cNvSpPr>
          <p:nvPr/>
        </p:nvSpPr>
        <p:spPr>
          <a:xfrm>
            <a:off x="3238500" y="4210050"/>
            <a:ext cx="514350" cy="285750"/>
          </a:xfrm>
          <a:prstGeom prst="roundRect">
            <a:avLst>
              <a:gd name="adj" fmla="val 40000"/>
            </a:avLst>
          </a:prstGeom>
          <a:solidFill>
            <a:srgbClr val="7C6A0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Q3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6E99121-97EE-4258-8B06-566F6AE673B6}"/>
              </a:ext>
            </a:extLst>
          </p:cNvPr>
          <p:cNvSpPr>
            <a:spLocks noGrp="1"/>
          </p:cNvSpPr>
          <p:nvPr/>
        </p:nvSpPr>
        <p:spPr>
          <a:xfrm>
            <a:off x="10763250" y="4210050"/>
            <a:ext cx="666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pPr>
            <a:r>
              <a: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3 of 3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4E47930-CE70-45EE-B76C-CE0D5EEFBA2A}"/>
              </a:ext>
            </a:extLst>
          </p:cNvPr>
          <p:cNvSpPr>
            <a:spLocks noGrp="1"/>
          </p:cNvSpPr>
          <p:nvPr/>
        </p:nvSpPr>
        <p:spPr>
          <a:xfrm>
            <a:off x="762000" y="4591050"/>
            <a:ext cx="106489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 i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rPr sz="1200" b="0" i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Chyluria - Indications of Mercurius.</a:t>
            </a:r>
          </a:p>
        </p:txBody>
      </p:sp>
    </p:spTree>
    <p:extLst>
      <p:ext uri="{BB962C8B-B14F-4D97-AF65-F5344CB8AC3E}">
        <p14:creationId xmlns:p14="http://schemas.microsoft.com/office/powerpoint/2010/main" val="1281948985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>
            <a:extLst>
              <a:ext uri="{FF2B5EF4-FFF2-40B4-BE49-F238E27FC236}">
                <a16:creationId xmlns:a16="http://schemas.microsoft.com/office/drawing/2014/main" id="{7CF13E6B-8F96-4E64-8AD1-0438C47C1B2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066800"/>
          </a:xfrm>
          <a:prstGeom prst="rect">
            <a:avLst/>
          </a:prstGeom>
          <a:solidFill>
            <a:srgbClr val="028090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7501143E-78FE-4873-B69B-57A7C2FCD0DF}"/>
              </a:ext>
            </a:extLst>
          </p:cNvPr>
          <p:cNvSpPr>
            <a:spLocks noGrp="1"/>
          </p:cNvSpPr>
          <p:nvPr/>
        </p:nvSpPr>
        <p:spPr>
          <a:xfrm>
            <a:off x="457200" y="285750"/>
            <a:ext cx="533400" cy="533400"/>
          </a:xfrm>
          <a:prstGeom prst="ellipse">
            <a:avLst/>
          </a:prstGeom>
          <a:solidFill>
            <a:srgbClr val="00A896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A52CE27-3A13-425E-900D-1972A9852606}"/>
              </a:ext>
            </a:extLst>
          </p:cNvPr>
          <p:cNvSpPr>
            <a:spLocks noGrp="1"/>
          </p:cNvSpPr>
          <p:nvPr/>
        </p:nvSpPr>
        <p:spPr>
          <a:xfrm>
            <a:off x="457200" y="381000"/>
            <a:ext cx="5334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57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7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37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DA0C5FB-8AB5-4C21-8D91-1977BBB242D9}"/>
              </a:ext>
            </a:extLst>
          </p:cNvPr>
          <p:cNvSpPr>
            <a:spLocks noGrp="1"/>
          </p:cNvSpPr>
          <p:nvPr/>
        </p:nvSpPr>
        <p:spPr>
          <a:xfrm>
            <a:off x="1219200" y="209550"/>
            <a:ext cx="8382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400" b="1" i="0">
                <a:solidFill>
                  <a:srgbClr val="FFFFFF"/>
                </a:solidFill>
                <a:latin typeface="Cambria"/>
                <a:ea typeface="Cambria"/>
                <a:cs typeface="Cambria"/>
              </a:defRPr>
            </a:pPr>
            <a:r>
              <a:rPr sz="2400" b="1" i="0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Haemorrhage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D20E321-AAA5-4A80-83F7-73DBF5E50B5E}"/>
              </a:ext>
            </a:extLst>
          </p:cNvPr>
          <p:cNvSpPr>
            <a:spLocks noGrp="1"/>
          </p:cNvSpPr>
          <p:nvPr/>
        </p:nvSpPr>
        <p:spPr>
          <a:xfrm>
            <a:off x="1219200" y="666750"/>
            <a:ext cx="8382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125" b="0" i="1">
                <a:solidFill>
                  <a:srgbClr val="E6F5F3"/>
                </a:solidFill>
                <a:latin typeface="Calibri"/>
                <a:ea typeface="Calibri"/>
                <a:cs typeface="Calibri"/>
              </a:defRPr>
            </a:pPr>
            <a:r>
              <a:rPr sz="1125" b="0" i="1">
                <a:solidFill>
                  <a:srgbClr val="E6F5F3"/>
                </a:solidFill>
                <a:latin typeface="Calibri"/>
                <a:ea typeface="Calibri"/>
                <a:cs typeface="Calibri"/>
              </a:rPr>
              <a:t>3 times asked | 2 Write Notes | 1 Short Answers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0ABFF66B-AFCD-431B-805B-D71D7AB3018D}"/>
              </a:ext>
            </a:extLst>
          </p:cNvPr>
          <p:cNvSpPr>
            <a:spLocks noGrp="1"/>
          </p:cNvSpPr>
          <p:nvPr/>
        </p:nvSpPr>
        <p:spPr>
          <a:xfrm>
            <a:off x="9886950" y="381000"/>
            <a:ext cx="1714500" cy="285750"/>
          </a:xfrm>
          <a:prstGeom prst="roundRect">
            <a:avLst>
              <a:gd name="adj" fmla="val 40000"/>
            </a:avLst>
          </a:prstGeom>
          <a:solidFill>
            <a:srgbClr val="016B78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Rank 37/55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1C7FE74-57F3-4E67-8B30-CD30CE4589FE}"/>
              </a:ext>
            </a:extLst>
          </p:cNvPr>
          <p:cNvSpPr>
            <a:spLocks noGrp="1"/>
          </p:cNvSpPr>
          <p:nvPr/>
        </p:nvSpPr>
        <p:spPr>
          <a:xfrm>
            <a:off x="552450" y="1200150"/>
            <a:ext cx="4000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1" i="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pPr>
            <a:r>
              <a:rPr sz="1275" b="1" i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Highlighted asked questions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408BE767-81D4-41D4-B74D-A0777A0F0FEA}"/>
              </a:ext>
            </a:extLst>
          </p:cNvPr>
          <p:cNvSpPr>
            <a:spLocks noGrp="1"/>
          </p:cNvSpPr>
          <p:nvPr/>
        </p:nvSpPr>
        <p:spPr>
          <a:xfrm>
            <a:off x="552450" y="1562100"/>
            <a:ext cx="11087100" cy="1066800"/>
          </a:xfrm>
          <a:prstGeom prst="roundRect">
            <a:avLst>
              <a:gd name="adj" fmla="val 7143"/>
            </a:avLst>
          </a:prstGeom>
          <a:solidFill>
            <a:srgbClr val="FFF8D6"/>
          </a:solidFill>
          <a:ln w="9525">
            <a:solidFill>
              <a:srgbClr val="F2DF9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FF32930-4D42-44DA-92FE-5FA70C763C0E}"/>
              </a:ext>
            </a:extLst>
          </p:cNvPr>
          <p:cNvSpPr>
            <a:spLocks noGrp="1"/>
          </p:cNvSpPr>
          <p:nvPr/>
        </p:nvSpPr>
        <p:spPr>
          <a:xfrm>
            <a:off x="552450" y="1562100"/>
            <a:ext cx="76200" cy="1066800"/>
          </a:xfrm>
          <a:prstGeom prst="rect">
            <a:avLst/>
          </a:prstGeom>
          <a:solidFill>
            <a:srgbClr val="F6C343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DD5581B5-6C7A-4CE8-B36D-34BA0BF6C70B}"/>
              </a:ext>
            </a:extLst>
          </p:cNvPr>
          <p:cNvSpPr>
            <a:spLocks noGrp="1"/>
          </p:cNvSpPr>
          <p:nvPr/>
        </p:nvSpPr>
        <p:spPr>
          <a:xfrm>
            <a:off x="762000" y="1733550"/>
            <a:ext cx="990600" cy="285750"/>
          </a:xfrm>
          <a:prstGeom prst="roundRect">
            <a:avLst>
              <a:gd name="adj" fmla="val 40000"/>
            </a:avLst>
          </a:prstGeom>
          <a:solidFill>
            <a:srgbClr val="02809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MAY 2019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82A8C816-C5A7-4D07-A650-1ED6DE94FF83}"/>
              </a:ext>
            </a:extLst>
          </p:cNvPr>
          <p:cNvSpPr>
            <a:spLocks noGrp="1"/>
          </p:cNvSpPr>
          <p:nvPr/>
        </p:nvSpPr>
        <p:spPr>
          <a:xfrm>
            <a:off x="1885950" y="1733550"/>
            <a:ext cx="1219200" cy="285750"/>
          </a:xfrm>
          <a:prstGeom prst="roundRect">
            <a:avLst>
              <a:gd name="adj" fmla="val 40000"/>
            </a:avLst>
          </a:prstGeom>
          <a:solidFill>
            <a:srgbClr val="02809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Write Notes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35CEBC4A-9CD1-4213-8305-3F217BC478BF}"/>
              </a:ext>
            </a:extLst>
          </p:cNvPr>
          <p:cNvSpPr>
            <a:spLocks noGrp="1"/>
          </p:cNvSpPr>
          <p:nvPr/>
        </p:nvSpPr>
        <p:spPr>
          <a:xfrm>
            <a:off x="3238500" y="1733550"/>
            <a:ext cx="514350" cy="285750"/>
          </a:xfrm>
          <a:prstGeom prst="roundRect">
            <a:avLst>
              <a:gd name="adj" fmla="val 40000"/>
            </a:avLst>
          </a:prstGeom>
          <a:solidFill>
            <a:srgbClr val="7C6A0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Q1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8AAC252-AFA1-44D7-9888-6772B9892DEA}"/>
              </a:ext>
            </a:extLst>
          </p:cNvPr>
          <p:cNvSpPr>
            <a:spLocks noGrp="1"/>
          </p:cNvSpPr>
          <p:nvPr/>
        </p:nvSpPr>
        <p:spPr>
          <a:xfrm>
            <a:off x="10763250" y="1733550"/>
            <a:ext cx="666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pPr>
            <a:r>
              <a: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1 of 3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A753BEA-E796-43C7-8F01-D68A264199A3}"/>
              </a:ext>
            </a:extLst>
          </p:cNvPr>
          <p:cNvSpPr>
            <a:spLocks noGrp="1"/>
          </p:cNvSpPr>
          <p:nvPr/>
        </p:nvSpPr>
        <p:spPr>
          <a:xfrm>
            <a:off x="762000" y="2114550"/>
            <a:ext cx="106489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 i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rPr sz="1200" b="0" i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Types of Haemorrhage.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E82DEC62-A39A-45D1-BA5C-97A2550610E1}"/>
              </a:ext>
            </a:extLst>
          </p:cNvPr>
          <p:cNvSpPr>
            <a:spLocks noGrp="1"/>
          </p:cNvSpPr>
          <p:nvPr/>
        </p:nvSpPr>
        <p:spPr>
          <a:xfrm>
            <a:off x="552450" y="2800350"/>
            <a:ext cx="11087100" cy="1066800"/>
          </a:xfrm>
          <a:prstGeom prst="roundRect">
            <a:avLst>
              <a:gd name="adj" fmla="val 7143"/>
            </a:avLst>
          </a:prstGeom>
          <a:solidFill>
            <a:srgbClr val="FFF8D6"/>
          </a:solidFill>
          <a:ln w="9525">
            <a:solidFill>
              <a:srgbClr val="F2DF9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6834471-D3C9-4DE8-9812-9E7BA8A7EBAD}"/>
              </a:ext>
            </a:extLst>
          </p:cNvPr>
          <p:cNvSpPr>
            <a:spLocks noGrp="1"/>
          </p:cNvSpPr>
          <p:nvPr/>
        </p:nvSpPr>
        <p:spPr>
          <a:xfrm>
            <a:off x="552450" y="2800350"/>
            <a:ext cx="76200" cy="1066800"/>
          </a:xfrm>
          <a:prstGeom prst="rect">
            <a:avLst/>
          </a:prstGeom>
          <a:solidFill>
            <a:srgbClr val="F6C343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A4199280-E988-4160-9008-3FF7FFAB2FA7}"/>
              </a:ext>
            </a:extLst>
          </p:cNvPr>
          <p:cNvSpPr>
            <a:spLocks noGrp="1"/>
          </p:cNvSpPr>
          <p:nvPr/>
        </p:nvSpPr>
        <p:spPr>
          <a:xfrm>
            <a:off x="762000" y="2971800"/>
            <a:ext cx="990600" cy="285750"/>
          </a:xfrm>
          <a:prstGeom prst="roundRect">
            <a:avLst>
              <a:gd name="adj" fmla="val 40000"/>
            </a:avLst>
          </a:prstGeom>
          <a:solidFill>
            <a:srgbClr val="02809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OCT 2019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17FE0683-0AE5-4A16-A166-BD08CDC21996}"/>
              </a:ext>
            </a:extLst>
          </p:cNvPr>
          <p:cNvSpPr>
            <a:spLocks noGrp="1"/>
          </p:cNvSpPr>
          <p:nvPr/>
        </p:nvSpPr>
        <p:spPr>
          <a:xfrm>
            <a:off x="1885950" y="2971800"/>
            <a:ext cx="1219200" cy="285750"/>
          </a:xfrm>
          <a:prstGeom prst="roundRect">
            <a:avLst>
              <a:gd name="adj" fmla="val 40000"/>
            </a:avLst>
          </a:prstGeom>
          <a:solidFill>
            <a:srgbClr val="02809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Write Notes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2DD69771-4B8A-417B-9CC7-A5C0649F1FD4}"/>
              </a:ext>
            </a:extLst>
          </p:cNvPr>
          <p:cNvSpPr>
            <a:spLocks noGrp="1"/>
          </p:cNvSpPr>
          <p:nvPr/>
        </p:nvSpPr>
        <p:spPr>
          <a:xfrm>
            <a:off x="3238500" y="2971800"/>
            <a:ext cx="514350" cy="285750"/>
          </a:xfrm>
          <a:prstGeom prst="roundRect">
            <a:avLst>
              <a:gd name="adj" fmla="val 40000"/>
            </a:avLst>
          </a:prstGeom>
          <a:solidFill>
            <a:srgbClr val="7C6A0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Q2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4ECFB4A-3F65-41A0-AB22-27CE3B96869C}"/>
              </a:ext>
            </a:extLst>
          </p:cNvPr>
          <p:cNvSpPr>
            <a:spLocks noGrp="1"/>
          </p:cNvSpPr>
          <p:nvPr/>
        </p:nvSpPr>
        <p:spPr>
          <a:xfrm>
            <a:off x="10763250" y="2971800"/>
            <a:ext cx="666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pPr>
            <a:r>
              <a: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2 of 3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3095D0B-F88D-43BF-9C3D-FF05D34D0615}"/>
              </a:ext>
            </a:extLst>
          </p:cNvPr>
          <p:cNvSpPr>
            <a:spLocks noGrp="1"/>
          </p:cNvSpPr>
          <p:nvPr/>
        </p:nvSpPr>
        <p:spPr>
          <a:xfrm>
            <a:off x="762000" y="3352800"/>
            <a:ext cx="106489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 i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rPr sz="1200" b="0" i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Classification of Hemorrhage.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B7D761C2-695D-4B77-83CC-54E6344FCB77}"/>
              </a:ext>
            </a:extLst>
          </p:cNvPr>
          <p:cNvSpPr>
            <a:spLocks noGrp="1"/>
          </p:cNvSpPr>
          <p:nvPr/>
        </p:nvSpPr>
        <p:spPr>
          <a:xfrm>
            <a:off x="552450" y="4038600"/>
            <a:ext cx="11087100" cy="1066800"/>
          </a:xfrm>
          <a:prstGeom prst="roundRect">
            <a:avLst>
              <a:gd name="adj" fmla="val 7143"/>
            </a:avLst>
          </a:prstGeom>
          <a:solidFill>
            <a:srgbClr val="FFF8D6"/>
          </a:solidFill>
          <a:ln w="9525">
            <a:solidFill>
              <a:srgbClr val="F2DF9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21D6789-D27A-4862-9CAD-AC1BB6C03F9A}"/>
              </a:ext>
            </a:extLst>
          </p:cNvPr>
          <p:cNvSpPr>
            <a:spLocks noGrp="1"/>
          </p:cNvSpPr>
          <p:nvPr/>
        </p:nvSpPr>
        <p:spPr>
          <a:xfrm>
            <a:off x="552450" y="4038600"/>
            <a:ext cx="76200" cy="1066800"/>
          </a:xfrm>
          <a:prstGeom prst="rect">
            <a:avLst/>
          </a:prstGeom>
          <a:solidFill>
            <a:srgbClr val="F6C343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A77EB24C-11CA-4AE2-9D74-36303AAD0CFE}"/>
              </a:ext>
            </a:extLst>
          </p:cNvPr>
          <p:cNvSpPr>
            <a:spLocks noGrp="1"/>
          </p:cNvSpPr>
          <p:nvPr/>
        </p:nvSpPr>
        <p:spPr>
          <a:xfrm>
            <a:off x="762000" y="4210050"/>
            <a:ext cx="990600" cy="285750"/>
          </a:xfrm>
          <a:prstGeom prst="roundRect">
            <a:avLst>
              <a:gd name="adj" fmla="val 40000"/>
            </a:avLst>
          </a:prstGeom>
          <a:solidFill>
            <a:srgbClr val="02809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MAR 2021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51B08BC7-134B-46DE-BA65-4F9488B479F0}"/>
              </a:ext>
            </a:extLst>
          </p:cNvPr>
          <p:cNvSpPr>
            <a:spLocks noGrp="1"/>
          </p:cNvSpPr>
          <p:nvPr/>
        </p:nvSpPr>
        <p:spPr>
          <a:xfrm>
            <a:off x="1885950" y="4210050"/>
            <a:ext cx="1219200" cy="285750"/>
          </a:xfrm>
          <a:prstGeom prst="roundRect">
            <a:avLst>
              <a:gd name="adj" fmla="val 40000"/>
            </a:avLst>
          </a:prstGeom>
          <a:solidFill>
            <a:srgbClr val="2563A8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Short Answers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3BF739DD-538D-4307-A5F8-6F1B73F4E33B}"/>
              </a:ext>
            </a:extLst>
          </p:cNvPr>
          <p:cNvSpPr>
            <a:spLocks noGrp="1"/>
          </p:cNvSpPr>
          <p:nvPr/>
        </p:nvSpPr>
        <p:spPr>
          <a:xfrm>
            <a:off x="3238500" y="4210050"/>
            <a:ext cx="514350" cy="285750"/>
          </a:xfrm>
          <a:prstGeom prst="roundRect">
            <a:avLst>
              <a:gd name="adj" fmla="val 40000"/>
            </a:avLst>
          </a:prstGeom>
          <a:solidFill>
            <a:srgbClr val="7C6A0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Q7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8C6C586-D7FE-460D-BA63-C8E0CAD8E603}"/>
              </a:ext>
            </a:extLst>
          </p:cNvPr>
          <p:cNvSpPr>
            <a:spLocks noGrp="1"/>
          </p:cNvSpPr>
          <p:nvPr/>
        </p:nvSpPr>
        <p:spPr>
          <a:xfrm>
            <a:off x="10763250" y="4210050"/>
            <a:ext cx="666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pPr>
            <a:r>
              <a: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3 of 3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97B76354-17C5-4C26-B487-B14FA51DF6F8}"/>
              </a:ext>
            </a:extLst>
          </p:cNvPr>
          <p:cNvSpPr>
            <a:spLocks noGrp="1"/>
          </p:cNvSpPr>
          <p:nvPr/>
        </p:nvSpPr>
        <p:spPr>
          <a:xfrm>
            <a:off x="762000" y="4591050"/>
            <a:ext cx="106489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 i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rPr sz="1200" b="0" i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Millefollium in haemorrhage.</a:t>
            </a:r>
          </a:p>
        </p:txBody>
      </p:sp>
    </p:spTree>
    <p:extLst>
      <p:ext uri="{BB962C8B-B14F-4D97-AF65-F5344CB8AC3E}">
        <p14:creationId xmlns:p14="http://schemas.microsoft.com/office/powerpoint/2010/main" val="1396080398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>
            <a:extLst>
              <a:ext uri="{FF2B5EF4-FFF2-40B4-BE49-F238E27FC236}">
                <a16:creationId xmlns:a16="http://schemas.microsoft.com/office/drawing/2014/main" id="{5D394708-BC51-4ED7-9416-F7C48C0C420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066800"/>
          </a:xfrm>
          <a:prstGeom prst="rect">
            <a:avLst/>
          </a:prstGeom>
          <a:solidFill>
            <a:srgbClr val="028090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91F8E0EF-489E-4CBD-BC59-1058AF1E0189}"/>
              </a:ext>
            </a:extLst>
          </p:cNvPr>
          <p:cNvSpPr>
            <a:spLocks noGrp="1"/>
          </p:cNvSpPr>
          <p:nvPr/>
        </p:nvSpPr>
        <p:spPr>
          <a:xfrm>
            <a:off x="457200" y="285750"/>
            <a:ext cx="533400" cy="533400"/>
          </a:xfrm>
          <a:prstGeom prst="ellipse">
            <a:avLst/>
          </a:prstGeom>
          <a:solidFill>
            <a:srgbClr val="00A896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314FB6E-F3DE-49BD-B012-3816BAD13E8C}"/>
              </a:ext>
            </a:extLst>
          </p:cNvPr>
          <p:cNvSpPr>
            <a:spLocks noGrp="1"/>
          </p:cNvSpPr>
          <p:nvPr/>
        </p:nvSpPr>
        <p:spPr>
          <a:xfrm>
            <a:off x="457200" y="381000"/>
            <a:ext cx="5334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57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7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38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E14DA48-E2C0-4A4D-8192-79036BD5047B}"/>
              </a:ext>
            </a:extLst>
          </p:cNvPr>
          <p:cNvSpPr>
            <a:spLocks noGrp="1"/>
          </p:cNvSpPr>
          <p:nvPr/>
        </p:nvSpPr>
        <p:spPr>
          <a:xfrm>
            <a:off x="1219200" y="209550"/>
            <a:ext cx="8382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400" b="1" i="0">
                <a:solidFill>
                  <a:srgbClr val="FFFFFF"/>
                </a:solidFill>
                <a:latin typeface="Cambria"/>
                <a:ea typeface="Cambria"/>
                <a:cs typeface="Cambria"/>
              </a:defRPr>
            </a:pPr>
            <a:r>
              <a:rPr sz="2400" b="1" i="0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Metabolic and acid-base disorders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F21A516-6F33-45FD-A3C2-1DA2D8BF0F64}"/>
              </a:ext>
            </a:extLst>
          </p:cNvPr>
          <p:cNvSpPr>
            <a:spLocks noGrp="1"/>
          </p:cNvSpPr>
          <p:nvPr/>
        </p:nvSpPr>
        <p:spPr>
          <a:xfrm>
            <a:off x="1219200" y="666750"/>
            <a:ext cx="8382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125" b="0" i="1">
                <a:solidFill>
                  <a:srgbClr val="E6F5F3"/>
                </a:solidFill>
                <a:latin typeface="Calibri"/>
                <a:ea typeface="Calibri"/>
                <a:cs typeface="Calibri"/>
              </a:defRPr>
            </a:pPr>
            <a:r>
              <a:rPr sz="1125" b="0" i="1">
                <a:solidFill>
                  <a:srgbClr val="E6F5F3"/>
                </a:solidFill>
                <a:latin typeface="Calibri"/>
                <a:ea typeface="Calibri"/>
                <a:cs typeface="Calibri"/>
              </a:rPr>
              <a:t>3 times asked | 1 Write Notes | 2 Short Answers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49CB8254-929B-4A22-8206-B7EC969D0449}"/>
              </a:ext>
            </a:extLst>
          </p:cNvPr>
          <p:cNvSpPr>
            <a:spLocks noGrp="1"/>
          </p:cNvSpPr>
          <p:nvPr/>
        </p:nvSpPr>
        <p:spPr>
          <a:xfrm>
            <a:off x="9886950" y="381000"/>
            <a:ext cx="1714500" cy="285750"/>
          </a:xfrm>
          <a:prstGeom prst="roundRect">
            <a:avLst>
              <a:gd name="adj" fmla="val 40000"/>
            </a:avLst>
          </a:prstGeom>
          <a:solidFill>
            <a:srgbClr val="016B78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Rank 38/55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4D727F0-738C-4CCC-8052-13484B37F977}"/>
              </a:ext>
            </a:extLst>
          </p:cNvPr>
          <p:cNvSpPr>
            <a:spLocks noGrp="1"/>
          </p:cNvSpPr>
          <p:nvPr/>
        </p:nvSpPr>
        <p:spPr>
          <a:xfrm>
            <a:off x="552450" y="1200150"/>
            <a:ext cx="4000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1" i="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pPr>
            <a:r>
              <a:rPr sz="1275" b="1" i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Highlighted asked questions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51D010BE-367D-449D-AA40-CE9185BB810A}"/>
              </a:ext>
            </a:extLst>
          </p:cNvPr>
          <p:cNvSpPr>
            <a:spLocks noGrp="1"/>
          </p:cNvSpPr>
          <p:nvPr/>
        </p:nvSpPr>
        <p:spPr>
          <a:xfrm>
            <a:off x="552450" y="1562100"/>
            <a:ext cx="11087100" cy="1066800"/>
          </a:xfrm>
          <a:prstGeom prst="roundRect">
            <a:avLst>
              <a:gd name="adj" fmla="val 7143"/>
            </a:avLst>
          </a:prstGeom>
          <a:solidFill>
            <a:srgbClr val="FFF8D6"/>
          </a:solidFill>
          <a:ln w="9525">
            <a:solidFill>
              <a:srgbClr val="F2DF9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1005131-A1D6-4C1F-8D8C-C7EA98E391B1}"/>
              </a:ext>
            </a:extLst>
          </p:cNvPr>
          <p:cNvSpPr>
            <a:spLocks noGrp="1"/>
          </p:cNvSpPr>
          <p:nvPr/>
        </p:nvSpPr>
        <p:spPr>
          <a:xfrm>
            <a:off x="552450" y="1562100"/>
            <a:ext cx="76200" cy="1066800"/>
          </a:xfrm>
          <a:prstGeom prst="rect">
            <a:avLst/>
          </a:prstGeom>
          <a:solidFill>
            <a:srgbClr val="F6C343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C4B04589-E3DD-4E82-973E-292E0CDEE11C}"/>
              </a:ext>
            </a:extLst>
          </p:cNvPr>
          <p:cNvSpPr>
            <a:spLocks noGrp="1"/>
          </p:cNvSpPr>
          <p:nvPr/>
        </p:nvSpPr>
        <p:spPr>
          <a:xfrm>
            <a:off x="762000" y="1733550"/>
            <a:ext cx="990600" cy="285750"/>
          </a:xfrm>
          <a:prstGeom prst="roundRect">
            <a:avLst>
              <a:gd name="adj" fmla="val 40000"/>
            </a:avLst>
          </a:prstGeom>
          <a:solidFill>
            <a:srgbClr val="02809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FEB 2022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1DAB841A-3A84-4A20-98C8-8B688532D220}"/>
              </a:ext>
            </a:extLst>
          </p:cNvPr>
          <p:cNvSpPr>
            <a:spLocks noGrp="1"/>
          </p:cNvSpPr>
          <p:nvPr/>
        </p:nvSpPr>
        <p:spPr>
          <a:xfrm>
            <a:off x="1885950" y="1733550"/>
            <a:ext cx="1219200" cy="285750"/>
          </a:xfrm>
          <a:prstGeom prst="roundRect">
            <a:avLst>
              <a:gd name="adj" fmla="val 40000"/>
            </a:avLst>
          </a:prstGeom>
          <a:solidFill>
            <a:srgbClr val="2563A8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Short Answers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8F5E962D-3FCE-457E-B5DE-234BB5B8F239}"/>
              </a:ext>
            </a:extLst>
          </p:cNvPr>
          <p:cNvSpPr>
            <a:spLocks noGrp="1"/>
          </p:cNvSpPr>
          <p:nvPr/>
        </p:nvSpPr>
        <p:spPr>
          <a:xfrm>
            <a:off x="3238500" y="1733550"/>
            <a:ext cx="514350" cy="285750"/>
          </a:xfrm>
          <a:prstGeom prst="roundRect">
            <a:avLst>
              <a:gd name="adj" fmla="val 40000"/>
            </a:avLst>
          </a:prstGeom>
          <a:solidFill>
            <a:srgbClr val="7C6A0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Q1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6D4583A-3463-4B27-AD53-1BD1E5D8C019}"/>
              </a:ext>
            </a:extLst>
          </p:cNvPr>
          <p:cNvSpPr>
            <a:spLocks noGrp="1"/>
          </p:cNvSpPr>
          <p:nvPr/>
        </p:nvSpPr>
        <p:spPr>
          <a:xfrm>
            <a:off x="10763250" y="1733550"/>
            <a:ext cx="666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pPr>
            <a:r>
              <a: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1 of 3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181D2AB-44F5-4476-A25F-70BE89364AC9}"/>
              </a:ext>
            </a:extLst>
          </p:cNvPr>
          <p:cNvSpPr>
            <a:spLocks noGrp="1"/>
          </p:cNvSpPr>
          <p:nvPr/>
        </p:nvSpPr>
        <p:spPr>
          <a:xfrm>
            <a:off x="762000" y="2114550"/>
            <a:ext cx="106489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 i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rPr sz="1200" b="0" i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Causes of Hypocalcaemia.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409383B9-D4FF-4042-BAB6-F49584CD4D7D}"/>
              </a:ext>
            </a:extLst>
          </p:cNvPr>
          <p:cNvSpPr>
            <a:spLocks noGrp="1"/>
          </p:cNvSpPr>
          <p:nvPr/>
        </p:nvSpPr>
        <p:spPr>
          <a:xfrm>
            <a:off x="552450" y="2800350"/>
            <a:ext cx="11087100" cy="1066800"/>
          </a:xfrm>
          <a:prstGeom prst="roundRect">
            <a:avLst>
              <a:gd name="adj" fmla="val 7143"/>
            </a:avLst>
          </a:prstGeom>
          <a:solidFill>
            <a:srgbClr val="FFF8D6"/>
          </a:solidFill>
          <a:ln w="9525">
            <a:solidFill>
              <a:srgbClr val="F2DF9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EFAB279-B20E-490E-9B9C-27BBA7793BAE}"/>
              </a:ext>
            </a:extLst>
          </p:cNvPr>
          <p:cNvSpPr>
            <a:spLocks noGrp="1"/>
          </p:cNvSpPr>
          <p:nvPr/>
        </p:nvSpPr>
        <p:spPr>
          <a:xfrm>
            <a:off x="552450" y="2800350"/>
            <a:ext cx="76200" cy="1066800"/>
          </a:xfrm>
          <a:prstGeom prst="rect">
            <a:avLst/>
          </a:prstGeom>
          <a:solidFill>
            <a:srgbClr val="F6C343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2E739B85-8676-4717-A31C-3396045B3059}"/>
              </a:ext>
            </a:extLst>
          </p:cNvPr>
          <p:cNvSpPr>
            <a:spLocks noGrp="1"/>
          </p:cNvSpPr>
          <p:nvPr/>
        </p:nvSpPr>
        <p:spPr>
          <a:xfrm>
            <a:off x="762000" y="2971800"/>
            <a:ext cx="990600" cy="285750"/>
          </a:xfrm>
          <a:prstGeom prst="roundRect">
            <a:avLst>
              <a:gd name="adj" fmla="val 40000"/>
            </a:avLst>
          </a:prstGeom>
          <a:solidFill>
            <a:srgbClr val="02809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FEB 2022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C76F8CFA-8988-45D7-941C-3DB09364788A}"/>
              </a:ext>
            </a:extLst>
          </p:cNvPr>
          <p:cNvSpPr>
            <a:spLocks noGrp="1"/>
          </p:cNvSpPr>
          <p:nvPr/>
        </p:nvSpPr>
        <p:spPr>
          <a:xfrm>
            <a:off x="1885950" y="2971800"/>
            <a:ext cx="1219200" cy="285750"/>
          </a:xfrm>
          <a:prstGeom prst="roundRect">
            <a:avLst>
              <a:gd name="adj" fmla="val 40000"/>
            </a:avLst>
          </a:prstGeom>
          <a:solidFill>
            <a:srgbClr val="02809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Write Notes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34896297-6A89-44A4-B080-3A36C2836C24}"/>
              </a:ext>
            </a:extLst>
          </p:cNvPr>
          <p:cNvSpPr>
            <a:spLocks noGrp="1"/>
          </p:cNvSpPr>
          <p:nvPr/>
        </p:nvSpPr>
        <p:spPr>
          <a:xfrm>
            <a:off x="3238500" y="2971800"/>
            <a:ext cx="514350" cy="285750"/>
          </a:xfrm>
          <a:prstGeom prst="roundRect">
            <a:avLst>
              <a:gd name="adj" fmla="val 40000"/>
            </a:avLst>
          </a:prstGeom>
          <a:solidFill>
            <a:srgbClr val="7C6A0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Q4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8C07BD5-E1D4-43D9-A0F3-037851A1EF03}"/>
              </a:ext>
            </a:extLst>
          </p:cNvPr>
          <p:cNvSpPr>
            <a:spLocks noGrp="1"/>
          </p:cNvSpPr>
          <p:nvPr/>
        </p:nvSpPr>
        <p:spPr>
          <a:xfrm>
            <a:off x="10763250" y="2971800"/>
            <a:ext cx="666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pPr>
            <a:r>
              <a: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2 of 3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969C4CC-ADDF-4EDC-8AF1-EA0102FAF536}"/>
              </a:ext>
            </a:extLst>
          </p:cNvPr>
          <p:cNvSpPr>
            <a:spLocks noGrp="1"/>
          </p:cNvSpPr>
          <p:nvPr/>
        </p:nvSpPr>
        <p:spPr>
          <a:xfrm>
            <a:off x="762000" y="3352800"/>
            <a:ext cx="106489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 i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rPr sz="1200" b="0" i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Metabolic Acidosis.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8AE22483-6CA4-4906-B60C-7B47E31E395D}"/>
              </a:ext>
            </a:extLst>
          </p:cNvPr>
          <p:cNvSpPr>
            <a:spLocks noGrp="1"/>
          </p:cNvSpPr>
          <p:nvPr/>
        </p:nvSpPr>
        <p:spPr>
          <a:xfrm>
            <a:off x="552450" y="4038600"/>
            <a:ext cx="11087100" cy="1066800"/>
          </a:xfrm>
          <a:prstGeom prst="roundRect">
            <a:avLst>
              <a:gd name="adj" fmla="val 7143"/>
            </a:avLst>
          </a:prstGeom>
          <a:solidFill>
            <a:srgbClr val="FFF8D6"/>
          </a:solidFill>
          <a:ln w="9525">
            <a:solidFill>
              <a:srgbClr val="F2DF9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03D2345-6F8E-44D9-BA7A-3D0CB9DBC51D}"/>
              </a:ext>
            </a:extLst>
          </p:cNvPr>
          <p:cNvSpPr>
            <a:spLocks noGrp="1"/>
          </p:cNvSpPr>
          <p:nvPr/>
        </p:nvSpPr>
        <p:spPr>
          <a:xfrm>
            <a:off x="552450" y="4038600"/>
            <a:ext cx="76200" cy="1066800"/>
          </a:xfrm>
          <a:prstGeom prst="rect">
            <a:avLst/>
          </a:prstGeom>
          <a:solidFill>
            <a:srgbClr val="F6C343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1DCB940C-CD57-4D4C-B260-0A60A592DF4C}"/>
              </a:ext>
            </a:extLst>
          </p:cNvPr>
          <p:cNvSpPr>
            <a:spLocks noGrp="1"/>
          </p:cNvSpPr>
          <p:nvPr/>
        </p:nvSpPr>
        <p:spPr>
          <a:xfrm>
            <a:off x="762000" y="4210050"/>
            <a:ext cx="990600" cy="285750"/>
          </a:xfrm>
          <a:prstGeom prst="roundRect">
            <a:avLst>
              <a:gd name="adj" fmla="val 40000"/>
            </a:avLst>
          </a:prstGeom>
          <a:solidFill>
            <a:srgbClr val="02809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MAY 2022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1AA56A88-3F7F-4510-85F2-4C1E333DD433}"/>
              </a:ext>
            </a:extLst>
          </p:cNvPr>
          <p:cNvSpPr>
            <a:spLocks noGrp="1"/>
          </p:cNvSpPr>
          <p:nvPr/>
        </p:nvSpPr>
        <p:spPr>
          <a:xfrm>
            <a:off x="1885950" y="4210050"/>
            <a:ext cx="1219200" cy="285750"/>
          </a:xfrm>
          <a:prstGeom prst="roundRect">
            <a:avLst>
              <a:gd name="adj" fmla="val 40000"/>
            </a:avLst>
          </a:prstGeom>
          <a:solidFill>
            <a:srgbClr val="2563A8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Short Answers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5D6A581A-5667-4E36-9DD5-FEF31FB20757}"/>
              </a:ext>
            </a:extLst>
          </p:cNvPr>
          <p:cNvSpPr>
            <a:spLocks noGrp="1"/>
          </p:cNvSpPr>
          <p:nvPr/>
        </p:nvSpPr>
        <p:spPr>
          <a:xfrm>
            <a:off x="3238500" y="4210050"/>
            <a:ext cx="514350" cy="285750"/>
          </a:xfrm>
          <a:prstGeom prst="roundRect">
            <a:avLst>
              <a:gd name="adj" fmla="val 40000"/>
            </a:avLst>
          </a:prstGeom>
          <a:solidFill>
            <a:srgbClr val="7C6A0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Q10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24FBB79-FCC0-49FD-B7C1-5CA5921271AB}"/>
              </a:ext>
            </a:extLst>
          </p:cNvPr>
          <p:cNvSpPr>
            <a:spLocks noGrp="1"/>
          </p:cNvSpPr>
          <p:nvPr/>
        </p:nvSpPr>
        <p:spPr>
          <a:xfrm>
            <a:off x="10763250" y="4210050"/>
            <a:ext cx="666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pPr>
            <a:r>
              <a: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3 of 3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ADF74345-7AE5-4223-8863-377F404CE372}"/>
              </a:ext>
            </a:extLst>
          </p:cNvPr>
          <p:cNvSpPr>
            <a:spLocks noGrp="1"/>
          </p:cNvSpPr>
          <p:nvPr/>
        </p:nvSpPr>
        <p:spPr>
          <a:xfrm>
            <a:off x="762000" y="4591050"/>
            <a:ext cx="106489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 i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rPr sz="1200" b="0" i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Respiratory Acidosis.</a:t>
            </a:r>
          </a:p>
        </p:txBody>
      </p:sp>
    </p:spTree>
    <p:extLst>
      <p:ext uri="{BB962C8B-B14F-4D97-AF65-F5344CB8AC3E}">
        <p14:creationId xmlns:p14="http://schemas.microsoft.com/office/powerpoint/2010/main" val="1552850054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>
            <a:extLst>
              <a:ext uri="{FF2B5EF4-FFF2-40B4-BE49-F238E27FC236}">
                <a16:creationId xmlns:a16="http://schemas.microsoft.com/office/drawing/2014/main" id="{37E2474B-4955-44D7-AD07-CB6111469E2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066800"/>
          </a:xfrm>
          <a:prstGeom prst="rect">
            <a:avLst/>
          </a:prstGeom>
          <a:solidFill>
            <a:srgbClr val="028090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0E326298-524C-417C-89DC-CFF45A11CDD4}"/>
              </a:ext>
            </a:extLst>
          </p:cNvPr>
          <p:cNvSpPr>
            <a:spLocks noGrp="1"/>
          </p:cNvSpPr>
          <p:nvPr/>
        </p:nvSpPr>
        <p:spPr>
          <a:xfrm>
            <a:off x="457200" y="285750"/>
            <a:ext cx="533400" cy="533400"/>
          </a:xfrm>
          <a:prstGeom prst="ellipse">
            <a:avLst/>
          </a:prstGeom>
          <a:solidFill>
            <a:srgbClr val="00A896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0264B4A-BC92-410F-93EE-2AD77846CDB1}"/>
              </a:ext>
            </a:extLst>
          </p:cNvPr>
          <p:cNvSpPr>
            <a:spLocks noGrp="1"/>
          </p:cNvSpPr>
          <p:nvPr/>
        </p:nvSpPr>
        <p:spPr>
          <a:xfrm>
            <a:off x="457200" y="381000"/>
            <a:ext cx="5334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57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7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39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4868D18-7AFD-4E8E-A2B9-11A0ED3210C6}"/>
              </a:ext>
            </a:extLst>
          </p:cNvPr>
          <p:cNvSpPr>
            <a:spLocks noGrp="1"/>
          </p:cNvSpPr>
          <p:nvPr/>
        </p:nvSpPr>
        <p:spPr>
          <a:xfrm>
            <a:off x="1219200" y="209550"/>
            <a:ext cx="8382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400" b="1" i="0">
                <a:solidFill>
                  <a:srgbClr val="FFFFFF"/>
                </a:solidFill>
                <a:latin typeface="Cambria"/>
                <a:ea typeface="Cambria"/>
                <a:cs typeface="Cambria"/>
              </a:defRPr>
            </a:pPr>
            <a:r>
              <a:rPr sz="2400" b="1" i="0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Surgery procedures and biopsies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84E7F27-5799-46B4-A77B-A7DF09762D0F}"/>
              </a:ext>
            </a:extLst>
          </p:cNvPr>
          <p:cNvSpPr>
            <a:spLocks noGrp="1"/>
          </p:cNvSpPr>
          <p:nvPr/>
        </p:nvSpPr>
        <p:spPr>
          <a:xfrm>
            <a:off x="1219200" y="666750"/>
            <a:ext cx="8382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125" b="0" i="1">
                <a:solidFill>
                  <a:srgbClr val="E6F5F3"/>
                </a:solidFill>
                <a:latin typeface="Calibri"/>
                <a:ea typeface="Calibri"/>
                <a:cs typeface="Calibri"/>
              </a:defRPr>
            </a:pPr>
            <a:r>
              <a:rPr sz="1125" b="0" i="1">
                <a:solidFill>
                  <a:srgbClr val="E6F5F3"/>
                </a:solidFill>
                <a:latin typeface="Calibri"/>
                <a:ea typeface="Calibri"/>
                <a:cs typeface="Calibri"/>
              </a:rPr>
              <a:t>3 times asked | 1 Write Notes | 2 Short Answers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4B8EC20A-B670-4098-88BB-D3C9A9564D9F}"/>
              </a:ext>
            </a:extLst>
          </p:cNvPr>
          <p:cNvSpPr>
            <a:spLocks noGrp="1"/>
          </p:cNvSpPr>
          <p:nvPr/>
        </p:nvSpPr>
        <p:spPr>
          <a:xfrm>
            <a:off x="9886950" y="381000"/>
            <a:ext cx="1714500" cy="285750"/>
          </a:xfrm>
          <a:prstGeom prst="roundRect">
            <a:avLst>
              <a:gd name="adj" fmla="val 40000"/>
            </a:avLst>
          </a:prstGeom>
          <a:solidFill>
            <a:srgbClr val="016B78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Rank 39/55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A48027B-EC4F-4648-A20C-EF04BDBDB1F0}"/>
              </a:ext>
            </a:extLst>
          </p:cNvPr>
          <p:cNvSpPr>
            <a:spLocks noGrp="1"/>
          </p:cNvSpPr>
          <p:nvPr/>
        </p:nvSpPr>
        <p:spPr>
          <a:xfrm>
            <a:off x="552450" y="1200150"/>
            <a:ext cx="4000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1" i="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pPr>
            <a:r>
              <a:rPr sz="1275" b="1" i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Highlighted asked questions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4A29D86D-B1D8-4C44-8643-732580A1219B}"/>
              </a:ext>
            </a:extLst>
          </p:cNvPr>
          <p:cNvSpPr>
            <a:spLocks noGrp="1"/>
          </p:cNvSpPr>
          <p:nvPr/>
        </p:nvSpPr>
        <p:spPr>
          <a:xfrm>
            <a:off x="552450" y="1562100"/>
            <a:ext cx="11087100" cy="1066800"/>
          </a:xfrm>
          <a:prstGeom prst="roundRect">
            <a:avLst>
              <a:gd name="adj" fmla="val 7143"/>
            </a:avLst>
          </a:prstGeom>
          <a:solidFill>
            <a:srgbClr val="FFF8D6"/>
          </a:solidFill>
          <a:ln w="9525">
            <a:solidFill>
              <a:srgbClr val="F2DF9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71B906F-9F68-4F06-9C61-4EBC494BD324}"/>
              </a:ext>
            </a:extLst>
          </p:cNvPr>
          <p:cNvSpPr>
            <a:spLocks noGrp="1"/>
          </p:cNvSpPr>
          <p:nvPr/>
        </p:nvSpPr>
        <p:spPr>
          <a:xfrm>
            <a:off x="552450" y="1562100"/>
            <a:ext cx="76200" cy="1066800"/>
          </a:xfrm>
          <a:prstGeom prst="rect">
            <a:avLst/>
          </a:prstGeom>
          <a:solidFill>
            <a:srgbClr val="F6C343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A3C5822F-E83F-44FE-BF90-AD90D8F2435F}"/>
              </a:ext>
            </a:extLst>
          </p:cNvPr>
          <p:cNvSpPr>
            <a:spLocks noGrp="1"/>
          </p:cNvSpPr>
          <p:nvPr/>
        </p:nvSpPr>
        <p:spPr>
          <a:xfrm>
            <a:off x="762000" y="1733550"/>
            <a:ext cx="990600" cy="285750"/>
          </a:xfrm>
          <a:prstGeom prst="roundRect">
            <a:avLst>
              <a:gd name="adj" fmla="val 40000"/>
            </a:avLst>
          </a:prstGeom>
          <a:solidFill>
            <a:srgbClr val="02809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OCT 2022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90F27898-43C0-4EF2-8909-FC90704AB8E0}"/>
              </a:ext>
            </a:extLst>
          </p:cNvPr>
          <p:cNvSpPr>
            <a:spLocks noGrp="1"/>
          </p:cNvSpPr>
          <p:nvPr/>
        </p:nvSpPr>
        <p:spPr>
          <a:xfrm>
            <a:off x="1885950" y="1733550"/>
            <a:ext cx="1219200" cy="285750"/>
          </a:xfrm>
          <a:prstGeom prst="roundRect">
            <a:avLst>
              <a:gd name="adj" fmla="val 40000"/>
            </a:avLst>
          </a:prstGeom>
          <a:solidFill>
            <a:srgbClr val="2563A8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Short Answers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DAA40B7A-6363-443C-9B18-E4D2FA90148B}"/>
              </a:ext>
            </a:extLst>
          </p:cNvPr>
          <p:cNvSpPr>
            <a:spLocks noGrp="1"/>
          </p:cNvSpPr>
          <p:nvPr/>
        </p:nvSpPr>
        <p:spPr>
          <a:xfrm>
            <a:off x="3238500" y="1733550"/>
            <a:ext cx="514350" cy="285750"/>
          </a:xfrm>
          <a:prstGeom prst="roundRect">
            <a:avLst>
              <a:gd name="adj" fmla="val 40000"/>
            </a:avLst>
          </a:prstGeom>
          <a:solidFill>
            <a:srgbClr val="7C6A0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Q2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02171BE-44F2-491D-BD22-C256F32C01CF}"/>
              </a:ext>
            </a:extLst>
          </p:cNvPr>
          <p:cNvSpPr>
            <a:spLocks noGrp="1"/>
          </p:cNvSpPr>
          <p:nvPr/>
        </p:nvSpPr>
        <p:spPr>
          <a:xfrm>
            <a:off x="10763250" y="1733550"/>
            <a:ext cx="666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pPr>
            <a:r>
              <a: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1 of 3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C6FB603-069A-4C58-BC34-B2E46636DEE6}"/>
              </a:ext>
            </a:extLst>
          </p:cNvPr>
          <p:cNvSpPr>
            <a:spLocks noGrp="1"/>
          </p:cNvSpPr>
          <p:nvPr/>
        </p:nvSpPr>
        <p:spPr>
          <a:xfrm>
            <a:off x="762000" y="2114550"/>
            <a:ext cx="106489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 i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rPr sz="1200" b="0" i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Indications for Bariatric surgery.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E5F4395D-E378-44BB-B48A-BB45436C59B2}"/>
              </a:ext>
            </a:extLst>
          </p:cNvPr>
          <p:cNvSpPr>
            <a:spLocks noGrp="1"/>
          </p:cNvSpPr>
          <p:nvPr/>
        </p:nvSpPr>
        <p:spPr>
          <a:xfrm>
            <a:off x="552450" y="2800350"/>
            <a:ext cx="11087100" cy="1066800"/>
          </a:xfrm>
          <a:prstGeom prst="roundRect">
            <a:avLst>
              <a:gd name="adj" fmla="val 7143"/>
            </a:avLst>
          </a:prstGeom>
          <a:solidFill>
            <a:srgbClr val="FFF8D6"/>
          </a:solidFill>
          <a:ln w="9525">
            <a:solidFill>
              <a:srgbClr val="F2DF9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0768853-6825-47EE-8DBB-A566C1233713}"/>
              </a:ext>
            </a:extLst>
          </p:cNvPr>
          <p:cNvSpPr>
            <a:spLocks noGrp="1"/>
          </p:cNvSpPr>
          <p:nvPr/>
        </p:nvSpPr>
        <p:spPr>
          <a:xfrm>
            <a:off x="552450" y="2800350"/>
            <a:ext cx="76200" cy="1066800"/>
          </a:xfrm>
          <a:prstGeom prst="rect">
            <a:avLst/>
          </a:prstGeom>
          <a:solidFill>
            <a:srgbClr val="F6C343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84F2153-2917-46BE-A8BB-A92619A187D0}"/>
              </a:ext>
            </a:extLst>
          </p:cNvPr>
          <p:cNvSpPr>
            <a:spLocks noGrp="1"/>
          </p:cNvSpPr>
          <p:nvPr/>
        </p:nvSpPr>
        <p:spPr>
          <a:xfrm>
            <a:off x="762000" y="2971800"/>
            <a:ext cx="990600" cy="285750"/>
          </a:xfrm>
          <a:prstGeom prst="roundRect">
            <a:avLst>
              <a:gd name="adj" fmla="val 40000"/>
            </a:avLst>
          </a:prstGeom>
          <a:solidFill>
            <a:srgbClr val="02809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OCT 2022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BBA28702-CA9E-466B-934C-52CE2C7BDAA8}"/>
              </a:ext>
            </a:extLst>
          </p:cNvPr>
          <p:cNvSpPr>
            <a:spLocks noGrp="1"/>
          </p:cNvSpPr>
          <p:nvPr/>
        </p:nvSpPr>
        <p:spPr>
          <a:xfrm>
            <a:off x="1885950" y="2971800"/>
            <a:ext cx="1219200" cy="285750"/>
          </a:xfrm>
          <a:prstGeom prst="roundRect">
            <a:avLst>
              <a:gd name="adj" fmla="val 40000"/>
            </a:avLst>
          </a:prstGeom>
          <a:solidFill>
            <a:srgbClr val="02809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Write Notes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657D2D25-B8C6-4DD9-9B5B-5F1372BA3767}"/>
              </a:ext>
            </a:extLst>
          </p:cNvPr>
          <p:cNvSpPr>
            <a:spLocks noGrp="1"/>
          </p:cNvSpPr>
          <p:nvPr/>
        </p:nvSpPr>
        <p:spPr>
          <a:xfrm>
            <a:off x="3238500" y="2971800"/>
            <a:ext cx="514350" cy="285750"/>
          </a:xfrm>
          <a:prstGeom prst="roundRect">
            <a:avLst>
              <a:gd name="adj" fmla="val 40000"/>
            </a:avLst>
          </a:prstGeom>
          <a:solidFill>
            <a:srgbClr val="7C6A0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Q7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93FA440-886C-48A7-89E8-C4BBADF724F2}"/>
              </a:ext>
            </a:extLst>
          </p:cNvPr>
          <p:cNvSpPr>
            <a:spLocks noGrp="1"/>
          </p:cNvSpPr>
          <p:nvPr/>
        </p:nvSpPr>
        <p:spPr>
          <a:xfrm>
            <a:off x="10763250" y="2971800"/>
            <a:ext cx="666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pPr>
            <a:r>
              <a: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2 of 3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25A59AB-7D88-4DD0-8CD6-49E2A358A09E}"/>
              </a:ext>
            </a:extLst>
          </p:cNvPr>
          <p:cNvSpPr>
            <a:spLocks noGrp="1"/>
          </p:cNvSpPr>
          <p:nvPr/>
        </p:nvSpPr>
        <p:spPr>
          <a:xfrm>
            <a:off x="762000" y="3352800"/>
            <a:ext cx="106489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 i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rPr sz="1200" b="0" i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Types of Biopsies.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DAB81D27-6452-44E4-A17A-6E367249A28A}"/>
              </a:ext>
            </a:extLst>
          </p:cNvPr>
          <p:cNvSpPr>
            <a:spLocks noGrp="1"/>
          </p:cNvSpPr>
          <p:nvPr/>
        </p:nvSpPr>
        <p:spPr>
          <a:xfrm>
            <a:off x="552450" y="4038600"/>
            <a:ext cx="11087100" cy="1066800"/>
          </a:xfrm>
          <a:prstGeom prst="roundRect">
            <a:avLst>
              <a:gd name="adj" fmla="val 7143"/>
            </a:avLst>
          </a:prstGeom>
          <a:solidFill>
            <a:srgbClr val="FFF8D6"/>
          </a:solidFill>
          <a:ln w="9525">
            <a:solidFill>
              <a:srgbClr val="F2DF9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6818D0E-5EC4-4E62-96C0-DA15E4183203}"/>
              </a:ext>
            </a:extLst>
          </p:cNvPr>
          <p:cNvSpPr>
            <a:spLocks noGrp="1"/>
          </p:cNvSpPr>
          <p:nvPr/>
        </p:nvSpPr>
        <p:spPr>
          <a:xfrm>
            <a:off x="552450" y="4038600"/>
            <a:ext cx="76200" cy="1066800"/>
          </a:xfrm>
          <a:prstGeom prst="rect">
            <a:avLst/>
          </a:prstGeom>
          <a:solidFill>
            <a:srgbClr val="F6C343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AF4951CF-D28B-4330-949B-736610D12C07}"/>
              </a:ext>
            </a:extLst>
          </p:cNvPr>
          <p:cNvSpPr>
            <a:spLocks noGrp="1"/>
          </p:cNvSpPr>
          <p:nvPr/>
        </p:nvSpPr>
        <p:spPr>
          <a:xfrm>
            <a:off x="762000" y="4210050"/>
            <a:ext cx="990600" cy="285750"/>
          </a:xfrm>
          <a:prstGeom prst="roundRect">
            <a:avLst>
              <a:gd name="adj" fmla="val 40000"/>
            </a:avLst>
          </a:prstGeom>
          <a:solidFill>
            <a:srgbClr val="02809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OCT 2025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DBC5CB0E-FD1E-47DF-A0B6-26CF9B0AEA55}"/>
              </a:ext>
            </a:extLst>
          </p:cNvPr>
          <p:cNvSpPr>
            <a:spLocks noGrp="1"/>
          </p:cNvSpPr>
          <p:nvPr/>
        </p:nvSpPr>
        <p:spPr>
          <a:xfrm>
            <a:off x="1885950" y="4210050"/>
            <a:ext cx="1219200" cy="285750"/>
          </a:xfrm>
          <a:prstGeom prst="roundRect">
            <a:avLst>
              <a:gd name="adj" fmla="val 40000"/>
            </a:avLst>
          </a:prstGeom>
          <a:solidFill>
            <a:srgbClr val="2563A8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Short Answers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BC60C085-57C1-4B4F-84A6-5181AFA6A8D1}"/>
              </a:ext>
            </a:extLst>
          </p:cNvPr>
          <p:cNvSpPr>
            <a:spLocks noGrp="1"/>
          </p:cNvSpPr>
          <p:nvPr/>
        </p:nvSpPr>
        <p:spPr>
          <a:xfrm>
            <a:off x="3238500" y="4210050"/>
            <a:ext cx="514350" cy="285750"/>
          </a:xfrm>
          <a:prstGeom prst="roundRect">
            <a:avLst>
              <a:gd name="adj" fmla="val 40000"/>
            </a:avLst>
          </a:prstGeom>
          <a:solidFill>
            <a:srgbClr val="7C6A0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Q9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03980871-BE72-4B1A-A079-271D5B81AD65}"/>
              </a:ext>
            </a:extLst>
          </p:cNvPr>
          <p:cNvSpPr>
            <a:spLocks noGrp="1"/>
          </p:cNvSpPr>
          <p:nvPr/>
        </p:nvSpPr>
        <p:spPr>
          <a:xfrm>
            <a:off x="10763250" y="4210050"/>
            <a:ext cx="666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pPr>
            <a:r>
              <a: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3 of 3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27015A1E-B7CA-4831-9B4B-22A8208BF19B}"/>
              </a:ext>
            </a:extLst>
          </p:cNvPr>
          <p:cNvSpPr>
            <a:spLocks noGrp="1"/>
          </p:cNvSpPr>
          <p:nvPr/>
        </p:nvSpPr>
        <p:spPr>
          <a:xfrm>
            <a:off x="762000" y="4591050"/>
            <a:ext cx="106489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 i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rPr sz="1200" b="0" i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Bariatric surgery.</a:t>
            </a:r>
          </a:p>
        </p:txBody>
      </p:sp>
    </p:spTree>
    <p:extLst>
      <p:ext uri="{BB962C8B-B14F-4D97-AF65-F5344CB8AC3E}">
        <p14:creationId xmlns:p14="http://schemas.microsoft.com/office/powerpoint/2010/main" val="370042419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>
            <a:extLst>
              <a:ext uri="{FF2B5EF4-FFF2-40B4-BE49-F238E27FC236}">
                <a16:creationId xmlns:a16="http://schemas.microsoft.com/office/drawing/2014/main" id="{616D2617-BBCA-4867-BE2D-16D50684B13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066800"/>
          </a:xfrm>
          <a:prstGeom prst="rect">
            <a:avLst/>
          </a:prstGeom>
          <a:solidFill>
            <a:srgbClr val="028090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BBB42B75-674C-4A12-8EED-79FE5599AE58}"/>
              </a:ext>
            </a:extLst>
          </p:cNvPr>
          <p:cNvSpPr>
            <a:spLocks noGrp="1"/>
          </p:cNvSpPr>
          <p:nvPr/>
        </p:nvSpPr>
        <p:spPr>
          <a:xfrm>
            <a:off x="457200" y="285750"/>
            <a:ext cx="533400" cy="533400"/>
          </a:xfrm>
          <a:prstGeom prst="ellipse">
            <a:avLst/>
          </a:prstGeom>
          <a:solidFill>
            <a:srgbClr val="00A896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973DE97-21F0-4C7B-A582-CF91146A7160}"/>
              </a:ext>
            </a:extLst>
          </p:cNvPr>
          <p:cNvSpPr>
            <a:spLocks noGrp="1"/>
          </p:cNvSpPr>
          <p:nvPr/>
        </p:nvSpPr>
        <p:spPr>
          <a:xfrm>
            <a:off x="457200" y="381000"/>
            <a:ext cx="5334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57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7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40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58315DE-665D-44F4-A2BE-43627D47872E}"/>
              </a:ext>
            </a:extLst>
          </p:cNvPr>
          <p:cNvSpPr>
            <a:spLocks noGrp="1"/>
          </p:cNvSpPr>
          <p:nvPr/>
        </p:nvSpPr>
        <p:spPr>
          <a:xfrm>
            <a:off x="1219200" y="209550"/>
            <a:ext cx="8382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400" b="1" i="0">
                <a:solidFill>
                  <a:srgbClr val="FFFFFF"/>
                </a:solidFill>
                <a:latin typeface="Cambria"/>
                <a:ea typeface="Cambria"/>
                <a:cs typeface="Cambria"/>
              </a:defRPr>
            </a:pPr>
            <a:r>
              <a:rPr sz="2400" b="1" i="0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Syphilis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7B5485E-4584-4861-A466-4F94B641923F}"/>
              </a:ext>
            </a:extLst>
          </p:cNvPr>
          <p:cNvSpPr>
            <a:spLocks noGrp="1"/>
          </p:cNvSpPr>
          <p:nvPr/>
        </p:nvSpPr>
        <p:spPr>
          <a:xfrm>
            <a:off x="1219200" y="666750"/>
            <a:ext cx="8382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125" b="0" i="1">
                <a:solidFill>
                  <a:srgbClr val="E6F5F3"/>
                </a:solidFill>
                <a:latin typeface="Calibri"/>
                <a:ea typeface="Calibri"/>
                <a:cs typeface="Calibri"/>
              </a:defRPr>
            </a:pPr>
            <a:r>
              <a:rPr sz="1125" b="0" i="1">
                <a:solidFill>
                  <a:srgbClr val="E6F5F3"/>
                </a:solidFill>
                <a:latin typeface="Calibri"/>
                <a:ea typeface="Calibri"/>
                <a:cs typeface="Calibri"/>
              </a:rPr>
              <a:t>3 times asked | 2 Write Notes | 1 Short Answers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A4D71BF0-D643-4C0E-9092-09A6F7B6F3D8}"/>
              </a:ext>
            </a:extLst>
          </p:cNvPr>
          <p:cNvSpPr>
            <a:spLocks noGrp="1"/>
          </p:cNvSpPr>
          <p:nvPr/>
        </p:nvSpPr>
        <p:spPr>
          <a:xfrm>
            <a:off x="9886950" y="381000"/>
            <a:ext cx="1714500" cy="285750"/>
          </a:xfrm>
          <a:prstGeom prst="roundRect">
            <a:avLst>
              <a:gd name="adj" fmla="val 40000"/>
            </a:avLst>
          </a:prstGeom>
          <a:solidFill>
            <a:srgbClr val="016B78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Rank 40/55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F148EC8-0A95-4BBD-9E36-CF616BC9F471}"/>
              </a:ext>
            </a:extLst>
          </p:cNvPr>
          <p:cNvSpPr>
            <a:spLocks noGrp="1"/>
          </p:cNvSpPr>
          <p:nvPr/>
        </p:nvSpPr>
        <p:spPr>
          <a:xfrm>
            <a:off x="552450" y="1200150"/>
            <a:ext cx="4000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1" i="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pPr>
            <a:r>
              <a:rPr sz="1275" b="1" i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Highlighted asked questions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34757930-EC2E-4A2C-940B-AD971A84C67F}"/>
              </a:ext>
            </a:extLst>
          </p:cNvPr>
          <p:cNvSpPr>
            <a:spLocks noGrp="1"/>
          </p:cNvSpPr>
          <p:nvPr/>
        </p:nvSpPr>
        <p:spPr>
          <a:xfrm>
            <a:off x="552450" y="1562100"/>
            <a:ext cx="11087100" cy="1066800"/>
          </a:xfrm>
          <a:prstGeom prst="roundRect">
            <a:avLst>
              <a:gd name="adj" fmla="val 7143"/>
            </a:avLst>
          </a:prstGeom>
          <a:solidFill>
            <a:srgbClr val="FFF8D6"/>
          </a:solidFill>
          <a:ln w="9525">
            <a:solidFill>
              <a:srgbClr val="F2DF9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3B0E487-E364-4358-BB79-D31E5F356913}"/>
              </a:ext>
            </a:extLst>
          </p:cNvPr>
          <p:cNvSpPr>
            <a:spLocks noGrp="1"/>
          </p:cNvSpPr>
          <p:nvPr/>
        </p:nvSpPr>
        <p:spPr>
          <a:xfrm>
            <a:off x="552450" y="1562100"/>
            <a:ext cx="76200" cy="1066800"/>
          </a:xfrm>
          <a:prstGeom prst="rect">
            <a:avLst/>
          </a:prstGeom>
          <a:solidFill>
            <a:srgbClr val="F6C343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C6F262E8-CEE2-47A6-84D7-D5C89B3010E7}"/>
              </a:ext>
            </a:extLst>
          </p:cNvPr>
          <p:cNvSpPr>
            <a:spLocks noGrp="1"/>
          </p:cNvSpPr>
          <p:nvPr/>
        </p:nvSpPr>
        <p:spPr>
          <a:xfrm>
            <a:off x="762000" y="1733550"/>
            <a:ext cx="990600" cy="285750"/>
          </a:xfrm>
          <a:prstGeom prst="roundRect">
            <a:avLst>
              <a:gd name="adj" fmla="val 40000"/>
            </a:avLst>
          </a:prstGeom>
          <a:solidFill>
            <a:srgbClr val="02809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MAY 2019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05F008FF-BBCB-4A3A-93EA-C4987BA39DF8}"/>
              </a:ext>
            </a:extLst>
          </p:cNvPr>
          <p:cNvSpPr>
            <a:spLocks noGrp="1"/>
          </p:cNvSpPr>
          <p:nvPr/>
        </p:nvSpPr>
        <p:spPr>
          <a:xfrm>
            <a:off x="1885950" y="1733550"/>
            <a:ext cx="1219200" cy="285750"/>
          </a:xfrm>
          <a:prstGeom prst="roundRect">
            <a:avLst>
              <a:gd name="adj" fmla="val 40000"/>
            </a:avLst>
          </a:prstGeom>
          <a:solidFill>
            <a:srgbClr val="02809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Write Notes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D43170F-F17C-46E4-B213-0D74ACF3EEAA}"/>
              </a:ext>
            </a:extLst>
          </p:cNvPr>
          <p:cNvSpPr>
            <a:spLocks noGrp="1"/>
          </p:cNvSpPr>
          <p:nvPr/>
        </p:nvSpPr>
        <p:spPr>
          <a:xfrm>
            <a:off x="3238500" y="1733550"/>
            <a:ext cx="514350" cy="285750"/>
          </a:xfrm>
          <a:prstGeom prst="roundRect">
            <a:avLst>
              <a:gd name="adj" fmla="val 40000"/>
            </a:avLst>
          </a:prstGeom>
          <a:solidFill>
            <a:srgbClr val="7C6A0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Q10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5A6515A-C571-4BF1-AD34-B78F66741FE3}"/>
              </a:ext>
            </a:extLst>
          </p:cNvPr>
          <p:cNvSpPr>
            <a:spLocks noGrp="1"/>
          </p:cNvSpPr>
          <p:nvPr/>
        </p:nvSpPr>
        <p:spPr>
          <a:xfrm>
            <a:off x="10763250" y="1733550"/>
            <a:ext cx="666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pPr>
            <a:r>
              <a: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1 of 3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3115901-21F6-41B5-A6E7-B805AB258C3B}"/>
              </a:ext>
            </a:extLst>
          </p:cNvPr>
          <p:cNvSpPr>
            <a:spLocks noGrp="1"/>
          </p:cNvSpPr>
          <p:nvPr/>
        </p:nvSpPr>
        <p:spPr>
          <a:xfrm>
            <a:off x="762000" y="2114550"/>
            <a:ext cx="106489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 i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rPr sz="1200" b="0" i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Mercurius and Aurum met in Syphilis.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023E3778-E80A-40EF-8934-0B28D0567EC2}"/>
              </a:ext>
            </a:extLst>
          </p:cNvPr>
          <p:cNvSpPr>
            <a:spLocks noGrp="1"/>
          </p:cNvSpPr>
          <p:nvPr/>
        </p:nvSpPr>
        <p:spPr>
          <a:xfrm>
            <a:off x="552450" y="2800350"/>
            <a:ext cx="11087100" cy="1066800"/>
          </a:xfrm>
          <a:prstGeom prst="roundRect">
            <a:avLst>
              <a:gd name="adj" fmla="val 7143"/>
            </a:avLst>
          </a:prstGeom>
          <a:solidFill>
            <a:srgbClr val="FFF8D6"/>
          </a:solidFill>
          <a:ln w="9525">
            <a:solidFill>
              <a:srgbClr val="F2DF9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1299B0A-6E7A-45E5-945C-2864381AAAE4}"/>
              </a:ext>
            </a:extLst>
          </p:cNvPr>
          <p:cNvSpPr>
            <a:spLocks noGrp="1"/>
          </p:cNvSpPr>
          <p:nvPr/>
        </p:nvSpPr>
        <p:spPr>
          <a:xfrm>
            <a:off x="552450" y="2800350"/>
            <a:ext cx="76200" cy="1066800"/>
          </a:xfrm>
          <a:prstGeom prst="rect">
            <a:avLst/>
          </a:prstGeom>
          <a:solidFill>
            <a:srgbClr val="F6C343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F4E4B3E2-B15A-4690-9F3D-CBD1EC9BF862}"/>
              </a:ext>
            </a:extLst>
          </p:cNvPr>
          <p:cNvSpPr>
            <a:spLocks noGrp="1"/>
          </p:cNvSpPr>
          <p:nvPr/>
        </p:nvSpPr>
        <p:spPr>
          <a:xfrm>
            <a:off x="762000" y="2971800"/>
            <a:ext cx="990600" cy="285750"/>
          </a:xfrm>
          <a:prstGeom prst="roundRect">
            <a:avLst>
              <a:gd name="adj" fmla="val 40000"/>
            </a:avLst>
          </a:prstGeom>
          <a:solidFill>
            <a:srgbClr val="02809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FEB 2022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4E8FF065-B49F-48E9-B4A4-ED3CE624CD32}"/>
              </a:ext>
            </a:extLst>
          </p:cNvPr>
          <p:cNvSpPr>
            <a:spLocks noGrp="1"/>
          </p:cNvSpPr>
          <p:nvPr/>
        </p:nvSpPr>
        <p:spPr>
          <a:xfrm>
            <a:off x="1885950" y="2971800"/>
            <a:ext cx="1219200" cy="285750"/>
          </a:xfrm>
          <a:prstGeom prst="roundRect">
            <a:avLst>
              <a:gd name="adj" fmla="val 40000"/>
            </a:avLst>
          </a:prstGeom>
          <a:solidFill>
            <a:srgbClr val="02809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Write Notes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DA6AD09D-6C79-4F67-8EC3-7D0002504303}"/>
              </a:ext>
            </a:extLst>
          </p:cNvPr>
          <p:cNvSpPr>
            <a:spLocks noGrp="1"/>
          </p:cNvSpPr>
          <p:nvPr/>
        </p:nvSpPr>
        <p:spPr>
          <a:xfrm>
            <a:off x="3238500" y="2971800"/>
            <a:ext cx="514350" cy="285750"/>
          </a:xfrm>
          <a:prstGeom prst="roundRect">
            <a:avLst>
              <a:gd name="adj" fmla="val 40000"/>
            </a:avLst>
          </a:prstGeom>
          <a:solidFill>
            <a:srgbClr val="7C6A0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Q5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DDA8197-6A96-4AB9-9B36-1EA25B7F9F95}"/>
              </a:ext>
            </a:extLst>
          </p:cNvPr>
          <p:cNvSpPr>
            <a:spLocks noGrp="1"/>
          </p:cNvSpPr>
          <p:nvPr/>
        </p:nvSpPr>
        <p:spPr>
          <a:xfrm>
            <a:off x="10763250" y="2971800"/>
            <a:ext cx="666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pPr>
            <a:r>
              <a: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2 of 3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311A586-99E4-48E2-ABF4-51ADB4D2EDB9}"/>
              </a:ext>
            </a:extLst>
          </p:cNvPr>
          <p:cNvSpPr>
            <a:spLocks noGrp="1"/>
          </p:cNvSpPr>
          <p:nvPr/>
        </p:nvSpPr>
        <p:spPr>
          <a:xfrm>
            <a:off x="762000" y="3352800"/>
            <a:ext cx="106489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 i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rPr sz="1200" b="0" i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Syphilis.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8825D23C-A6AA-4891-9481-2B0F7644146A}"/>
              </a:ext>
            </a:extLst>
          </p:cNvPr>
          <p:cNvSpPr>
            <a:spLocks noGrp="1"/>
          </p:cNvSpPr>
          <p:nvPr/>
        </p:nvSpPr>
        <p:spPr>
          <a:xfrm>
            <a:off x="552450" y="4038600"/>
            <a:ext cx="11087100" cy="1066800"/>
          </a:xfrm>
          <a:prstGeom prst="roundRect">
            <a:avLst>
              <a:gd name="adj" fmla="val 7143"/>
            </a:avLst>
          </a:prstGeom>
          <a:solidFill>
            <a:srgbClr val="FFF8D6"/>
          </a:solidFill>
          <a:ln w="9525">
            <a:solidFill>
              <a:srgbClr val="F2DF9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ECA62DA-3ACD-426B-8D42-C5FA1CCBF402}"/>
              </a:ext>
            </a:extLst>
          </p:cNvPr>
          <p:cNvSpPr>
            <a:spLocks noGrp="1"/>
          </p:cNvSpPr>
          <p:nvPr/>
        </p:nvSpPr>
        <p:spPr>
          <a:xfrm>
            <a:off x="552450" y="4038600"/>
            <a:ext cx="76200" cy="1066800"/>
          </a:xfrm>
          <a:prstGeom prst="rect">
            <a:avLst/>
          </a:prstGeom>
          <a:solidFill>
            <a:srgbClr val="F6C343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40D7EB47-7E43-4AED-B01C-DFDEF1AB8F70}"/>
              </a:ext>
            </a:extLst>
          </p:cNvPr>
          <p:cNvSpPr>
            <a:spLocks noGrp="1"/>
          </p:cNvSpPr>
          <p:nvPr/>
        </p:nvSpPr>
        <p:spPr>
          <a:xfrm>
            <a:off x="762000" y="4210050"/>
            <a:ext cx="990600" cy="285750"/>
          </a:xfrm>
          <a:prstGeom prst="roundRect">
            <a:avLst>
              <a:gd name="adj" fmla="val 40000"/>
            </a:avLst>
          </a:prstGeom>
          <a:solidFill>
            <a:srgbClr val="02809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AUG 2024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949FFDFF-200F-48B2-84A4-A330CF279A07}"/>
              </a:ext>
            </a:extLst>
          </p:cNvPr>
          <p:cNvSpPr>
            <a:spLocks noGrp="1"/>
          </p:cNvSpPr>
          <p:nvPr/>
        </p:nvSpPr>
        <p:spPr>
          <a:xfrm>
            <a:off x="1885950" y="4210050"/>
            <a:ext cx="1219200" cy="285750"/>
          </a:xfrm>
          <a:prstGeom prst="roundRect">
            <a:avLst>
              <a:gd name="adj" fmla="val 40000"/>
            </a:avLst>
          </a:prstGeom>
          <a:solidFill>
            <a:srgbClr val="2563A8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Short Answers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3FEF4167-DF7D-43AE-9E7B-C220282E3A56}"/>
              </a:ext>
            </a:extLst>
          </p:cNvPr>
          <p:cNvSpPr>
            <a:spLocks noGrp="1"/>
          </p:cNvSpPr>
          <p:nvPr/>
        </p:nvSpPr>
        <p:spPr>
          <a:xfrm>
            <a:off x="3238500" y="4210050"/>
            <a:ext cx="514350" cy="285750"/>
          </a:xfrm>
          <a:prstGeom prst="roundRect">
            <a:avLst>
              <a:gd name="adj" fmla="val 40000"/>
            </a:avLst>
          </a:prstGeom>
          <a:solidFill>
            <a:srgbClr val="7C6A0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Q6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73DED895-F962-473C-814D-4B410F418F89}"/>
              </a:ext>
            </a:extLst>
          </p:cNvPr>
          <p:cNvSpPr>
            <a:spLocks noGrp="1"/>
          </p:cNvSpPr>
          <p:nvPr/>
        </p:nvSpPr>
        <p:spPr>
          <a:xfrm>
            <a:off x="10763250" y="4210050"/>
            <a:ext cx="666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pPr>
            <a:r>
              <a: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3 of 3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FC999AF5-5961-401F-A84A-B4949C679192}"/>
              </a:ext>
            </a:extLst>
          </p:cNvPr>
          <p:cNvSpPr>
            <a:spLocks noGrp="1"/>
          </p:cNvSpPr>
          <p:nvPr/>
        </p:nvSpPr>
        <p:spPr>
          <a:xfrm>
            <a:off x="762000" y="4591050"/>
            <a:ext cx="106489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 i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rPr sz="1200" b="0" i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Syphilis - two drugs.</a:t>
            </a:r>
          </a:p>
        </p:txBody>
      </p:sp>
    </p:spTree>
    <p:extLst>
      <p:ext uri="{BB962C8B-B14F-4D97-AF65-F5344CB8AC3E}">
        <p14:creationId xmlns:p14="http://schemas.microsoft.com/office/powerpoint/2010/main" val="2030424145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1C59E631-9D16-4A60-B8A7-3B255B6DD86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066800"/>
          </a:xfrm>
          <a:prstGeom prst="rect">
            <a:avLst/>
          </a:prstGeom>
          <a:solidFill>
            <a:srgbClr val="028090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6E3F67CF-4E6A-4012-A32F-2E7729CA3C7D}"/>
              </a:ext>
            </a:extLst>
          </p:cNvPr>
          <p:cNvSpPr>
            <a:spLocks noGrp="1"/>
          </p:cNvSpPr>
          <p:nvPr/>
        </p:nvSpPr>
        <p:spPr>
          <a:xfrm>
            <a:off x="457200" y="285750"/>
            <a:ext cx="533400" cy="533400"/>
          </a:xfrm>
          <a:prstGeom prst="ellipse">
            <a:avLst/>
          </a:prstGeom>
          <a:solidFill>
            <a:srgbClr val="00A896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55B3C19-9723-40D3-A8A9-D0C8E8B7E1D1}"/>
              </a:ext>
            </a:extLst>
          </p:cNvPr>
          <p:cNvSpPr>
            <a:spLocks noGrp="1"/>
          </p:cNvSpPr>
          <p:nvPr/>
        </p:nvSpPr>
        <p:spPr>
          <a:xfrm>
            <a:off x="457200" y="381000"/>
            <a:ext cx="5334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57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7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41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D876F8A-F564-4A26-A486-75D7B4B8B069}"/>
              </a:ext>
            </a:extLst>
          </p:cNvPr>
          <p:cNvSpPr>
            <a:spLocks noGrp="1"/>
          </p:cNvSpPr>
          <p:nvPr/>
        </p:nvSpPr>
        <p:spPr>
          <a:xfrm>
            <a:off x="1219200" y="209550"/>
            <a:ext cx="8382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400" b="1" i="0">
                <a:solidFill>
                  <a:srgbClr val="FFFFFF"/>
                </a:solidFill>
                <a:latin typeface="Cambria"/>
                <a:ea typeface="Cambria"/>
                <a:cs typeface="Cambria"/>
              </a:defRPr>
            </a:pPr>
            <a:r>
              <a:rPr sz="2400" b="1" i="0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Actinomycosis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6C4DC63-8EF0-4F70-83EB-57B4DA5500B4}"/>
              </a:ext>
            </a:extLst>
          </p:cNvPr>
          <p:cNvSpPr>
            <a:spLocks noGrp="1"/>
          </p:cNvSpPr>
          <p:nvPr/>
        </p:nvSpPr>
        <p:spPr>
          <a:xfrm>
            <a:off x="1219200" y="666750"/>
            <a:ext cx="8382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125" b="0" i="1">
                <a:solidFill>
                  <a:srgbClr val="E6F5F3"/>
                </a:solidFill>
                <a:latin typeface="Calibri"/>
                <a:ea typeface="Calibri"/>
                <a:cs typeface="Calibri"/>
              </a:defRPr>
            </a:pPr>
            <a:r>
              <a:rPr sz="1125" b="0" i="1">
                <a:solidFill>
                  <a:srgbClr val="E6F5F3"/>
                </a:solidFill>
                <a:latin typeface="Calibri"/>
                <a:ea typeface="Calibri"/>
                <a:cs typeface="Calibri"/>
              </a:rPr>
              <a:t>2 times asked | 2 Write Notes | 0 Short Answers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6821DD80-FD72-4B9F-9408-D81202623C02}"/>
              </a:ext>
            </a:extLst>
          </p:cNvPr>
          <p:cNvSpPr>
            <a:spLocks noGrp="1"/>
          </p:cNvSpPr>
          <p:nvPr/>
        </p:nvSpPr>
        <p:spPr>
          <a:xfrm>
            <a:off x="9886950" y="381000"/>
            <a:ext cx="1714500" cy="285750"/>
          </a:xfrm>
          <a:prstGeom prst="roundRect">
            <a:avLst>
              <a:gd name="adj" fmla="val 40000"/>
            </a:avLst>
          </a:prstGeom>
          <a:solidFill>
            <a:srgbClr val="016B78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Rank 41/55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69F3C72-779F-480F-A1D0-14652DBEDC58}"/>
              </a:ext>
            </a:extLst>
          </p:cNvPr>
          <p:cNvSpPr>
            <a:spLocks noGrp="1"/>
          </p:cNvSpPr>
          <p:nvPr/>
        </p:nvSpPr>
        <p:spPr>
          <a:xfrm>
            <a:off x="552450" y="1200150"/>
            <a:ext cx="4000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1" i="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pPr>
            <a:r>
              <a:rPr sz="1275" b="1" i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Highlighted asked questions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BF886BCE-0C50-4576-9BFF-F3205B659645}"/>
              </a:ext>
            </a:extLst>
          </p:cNvPr>
          <p:cNvSpPr>
            <a:spLocks noGrp="1"/>
          </p:cNvSpPr>
          <p:nvPr/>
        </p:nvSpPr>
        <p:spPr>
          <a:xfrm>
            <a:off x="552450" y="1562100"/>
            <a:ext cx="11087100" cy="1066800"/>
          </a:xfrm>
          <a:prstGeom prst="roundRect">
            <a:avLst>
              <a:gd name="adj" fmla="val 7143"/>
            </a:avLst>
          </a:prstGeom>
          <a:solidFill>
            <a:srgbClr val="FFF8D6"/>
          </a:solidFill>
          <a:ln w="9525">
            <a:solidFill>
              <a:srgbClr val="F2DF9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7E4E05D-BCAA-425C-8883-30724AA7E5D7}"/>
              </a:ext>
            </a:extLst>
          </p:cNvPr>
          <p:cNvSpPr>
            <a:spLocks noGrp="1"/>
          </p:cNvSpPr>
          <p:nvPr/>
        </p:nvSpPr>
        <p:spPr>
          <a:xfrm>
            <a:off x="552450" y="1562100"/>
            <a:ext cx="76200" cy="1066800"/>
          </a:xfrm>
          <a:prstGeom prst="rect">
            <a:avLst/>
          </a:prstGeom>
          <a:solidFill>
            <a:srgbClr val="F6C343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9D00A95B-B127-49D1-8B85-FDFB51D59CDC}"/>
              </a:ext>
            </a:extLst>
          </p:cNvPr>
          <p:cNvSpPr>
            <a:spLocks noGrp="1"/>
          </p:cNvSpPr>
          <p:nvPr/>
        </p:nvSpPr>
        <p:spPr>
          <a:xfrm>
            <a:off x="762000" y="1733550"/>
            <a:ext cx="990600" cy="285750"/>
          </a:xfrm>
          <a:prstGeom prst="roundRect">
            <a:avLst>
              <a:gd name="adj" fmla="val 40000"/>
            </a:avLst>
          </a:prstGeom>
          <a:solidFill>
            <a:srgbClr val="02809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OCT 2018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93117DD5-CF50-433F-A31B-C36C7303D24E}"/>
              </a:ext>
            </a:extLst>
          </p:cNvPr>
          <p:cNvSpPr>
            <a:spLocks noGrp="1"/>
          </p:cNvSpPr>
          <p:nvPr/>
        </p:nvSpPr>
        <p:spPr>
          <a:xfrm>
            <a:off x="1885950" y="1733550"/>
            <a:ext cx="1219200" cy="285750"/>
          </a:xfrm>
          <a:prstGeom prst="roundRect">
            <a:avLst>
              <a:gd name="adj" fmla="val 40000"/>
            </a:avLst>
          </a:prstGeom>
          <a:solidFill>
            <a:srgbClr val="02809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Write Notes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605FD47A-9E85-4195-9ECD-8330EE75E740}"/>
              </a:ext>
            </a:extLst>
          </p:cNvPr>
          <p:cNvSpPr>
            <a:spLocks noGrp="1"/>
          </p:cNvSpPr>
          <p:nvPr/>
        </p:nvSpPr>
        <p:spPr>
          <a:xfrm>
            <a:off x="3238500" y="1733550"/>
            <a:ext cx="514350" cy="285750"/>
          </a:xfrm>
          <a:prstGeom prst="roundRect">
            <a:avLst>
              <a:gd name="adj" fmla="val 40000"/>
            </a:avLst>
          </a:prstGeom>
          <a:solidFill>
            <a:srgbClr val="7C6A0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Q4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37CCCC8-2058-41DD-A699-EB0558D97F34}"/>
              </a:ext>
            </a:extLst>
          </p:cNvPr>
          <p:cNvSpPr>
            <a:spLocks noGrp="1"/>
          </p:cNvSpPr>
          <p:nvPr/>
        </p:nvSpPr>
        <p:spPr>
          <a:xfrm>
            <a:off x="10763250" y="1733550"/>
            <a:ext cx="666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pPr>
            <a:r>
              <a: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1 of 2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0B22C93-E903-456D-9BEB-1F7239875B89}"/>
              </a:ext>
            </a:extLst>
          </p:cNvPr>
          <p:cNvSpPr>
            <a:spLocks noGrp="1"/>
          </p:cNvSpPr>
          <p:nvPr/>
        </p:nvSpPr>
        <p:spPr>
          <a:xfrm>
            <a:off x="762000" y="2114550"/>
            <a:ext cx="106489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 i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rPr sz="1200" b="0" i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Actinomycosis.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7F3F318C-2CC2-4567-A776-5BB511B7C2AD}"/>
              </a:ext>
            </a:extLst>
          </p:cNvPr>
          <p:cNvSpPr>
            <a:spLocks noGrp="1"/>
          </p:cNvSpPr>
          <p:nvPr/>
        </p:nvSpPr>
        <p:spPr>
          <a:xfrm>
            <a:off x="552450" y="2800350"/>
            <a:ext cx="11087100" cy="1066800"/>
          </a:xfrm>
          <a:prstGeom prst="roundRect">
            <a:avLst>
              <a:gd name="adj" fmla="val 7143"/>
            </a:avLst>
          </a:prstGeom>
          <a:solidFill>
            <a:srgbClr val="FFF8D6"/>
          </a:solidFill>
          <a:ln w="9525">
            <a:solidFill>
              <a:srgbClr val="F2DF9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D943D9C-9B45-4C42-BCC9-3EDBDCC6F60A}"/>
              </a:ext>
            </a:extLst>
          </p:cNvPr>
          <p:cNvSpPr>
            <a:spLocks noGrp="1"/>
          </p:cNvSpPr>
          <p:nvPr/>
        </p:nvSpPr>
        <p:spPr>
          <a:xfrm>
            <a:off x="552450" y="2800350"/>
            <a:ext cx="76200" cy="1066800"/>
          </a:xfrm>
          <a:prstGeom prst="rect">
            <a:avLst/>
          </a:prstGeom>
          <a:solidFill>
            <a:srgbClr val="F6C343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526DDA4F-B8B3-40CA-AC09-B524A1649346}"/>
              </a:ext>
            </a:extLst>
          </p:cNvPr>
          <p:cNvSpPr>
            <a:spLocks noGrp="1"/>
          </p:cNvSpPr>
          <p:nvPr/>
        </p:nvSpPr>
        <p:spPr>
          <a:xfrm>
            <a:off x="762000" y="2971800"/>
            <a:ext cx="990600" cy="285750"/>
          </a:xfrm>
          <a:prstGeom prst="roundRect">
            <a:avLst>
              <a:gd name="adj" fmla="val 40000"/>
            </a:avLst>
          </a:prstGeom>
          <a:solidFill>
            <a:srgbClr val="02809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MAR 2025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3869B860-912C-4610-9740-060B7F230A1A}"/>
              </a:ext>
            </a:extLst>
          </p:cNvPr>
          <p:cNvSpPr>
            <a:spLocks noGrp="1"/>
          </p:cNvSpPr>
          <p:nvPr/>
        </p:nvSpPr>
        <p:spPr>
          <a:xfrm>
            <a:off x="1885950" y="2971800"/>
            <a:ext cx="1219200" cy="285750"/>
          </a:xfrm>
          <a:prstGeom prst="roundRect">
            <a:avLst>
              <a:gd name="adj" fmla="val 40000"/>
            </a:avLst>
          </a:prstGeom>
          <a:solidFill>
            <a:srgbClr val="02809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Write Notes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655F38B5-22C2-4F9B-AFAA-6873E7031EC2}"/>
              </a:ext>
            </a:extLst>
          </p:cNvPr>
          <p:cNvSpPr>
            <a:spLocks noGrp="1"/>
          </p:cNvSpPr>
          <p:nvPr/>
        </p:nvSpPr>
        <p:spPr>
          <a:xfrm>
            <a:off x="3238500" y="2971800"/>
            <a:ext cx="514350" cy="285750"/>
          </a:xfrm>
          <a:prstGeom prst="roundRect">
            <a:avLst>
              <a:gd name="adj" fmla="val 40000"/>
            </a:avLst>
          </a:prstGeom>
          <a:solidFill>
            <a:srgbClr val="7C6A0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Q5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5EFCA32-48E2-4ECD-869F-257840E5EC8E}"/>
              </a:ext>
            </a:extLst>
          </p:cNvPr>
          <p:cNvSpPr>
            <a:spLocks noGrp="1"/>
          </p:cNvSpPr>
          <p:nvPr/>
        </p:nvSpPr>
        <p:spPr>
          <a:xfrm>
            <a:off x="10763250" y="2971800"/>
            <a:ext cx="666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pPr>
            <a:r>
              <a: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2 of 2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903F2D8-20B3-458D-8ADB-3D29476267B3}"/>
              </a:ext>
            </a:extLst>
          </p:cNvPr>
          <p:cNvSpPr>
            <a:spLocks noGrp="1"/>
          </p:cNvSpPr>
          <p:nvPr/>
        </p:nvSpPr>
        <p:spPr>
          <a:xfrm>
            <a:off x="762000" y="3352800"/>
            <a:ext cx="106489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 i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rPr sz="1200" b="0" i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Actinomycosis.</a:t>
            </a:r>
          </a:p>
        </p:txBody>
      </p:sp>
    </p:spTree>
    <p:extLst>
      <p:ext uri="{BB962C8B-B14F-4D97-AF65-F5344CB8AC3E}">
        <p14:creationId xmlns:p14="http://schemas.microsoft.com/office/powerpoint/2010/main" val="1208716056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9836355-206C-4737-921D-BDE10D960EF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066800"/>
          </a:xfrm>
          <a:prstGeom prst="rect">
            <a:avLst/>
          </a:prstGeom>
          <a:solidFill>
            <a:srgbClr val="028090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56454821-A6F2-4E0C-BEC6-AF1D3BC65FC2}"/>
              </a:ext>
            </a:extLst>
          </p:cNvPr>
          <p:cNvSpPr>
            <a:spLocks noGrp="1"/>
          </p:cNvSpPr>
          <p:nvPr/>
        </p:nvSpPr>
        <p:spPr>
          <a:xfrm>
            <a:off x="457200" y="285750"/>
            <a:ext cx="533400" cy="533400"/>
          </a:xfrm>
          <a:prstGeom prst="ellipse">
            <a:avLst/>
          </a:prstGeom>
          <a:solidFill>
            <a:srgbClr val="00A896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4CBF989-397B-49AE-BAB0-9E7195D098A3}"/>
              </a:ext>
            </a:extLst>
          </p:cNvPr>
          <p:cNvSpPr>
            <a:spLocks noGrp="1"/>
          </p:cNvSpPr>
          <p:nvPr/>
        </p:nvSpPr>
        <p:spPr>
          <a:xfrm>
            <a:off x="457200" y="381000"/>
            <a:ext cx="5334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57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7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42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C14AAF8-31C1-4D7F-8325-01502BAAC21C}"/>
              </a:ext>
            </a:extLst>
          </p:cNvPr>
          <p:cNvSpPr>
            <a:spLocks noGrp="1"/>
          </p:cNvSpPr>
          <p:nvPr/>
        </p:nvSpPr>
        <p:spPr>
          <a:xfrm>
            <a:off x="1219200" y="209550"/>
            <a:ext cx="8382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400" b="1" i="0">
                <a:solidFill>
                  <a:srgbClr val="FFFFFF"/>
                </a:solidFill>
                <a:latin typeface="Cambria"/>
                <a:ea typeface="Cambria"/>
                <a:cs typeface="Cambria"/>
              </a:defRPr>
            </a:pPr>
            <a:r>
              <a:rPr sz="2400" b="1" i="0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Athlete's foot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52EE6F9-7927-48AE-8F57-04D9A7A83F5F}"/>
              </a:ext>
            </a:extLst>
          </p:cNvPr>
          <p:cNvSpPr>
            <a:spLocks noGrp="1"/>
          </p:cNvSpPr>
          <p:nvPr/>
        </p:nvSpPr>
        <p:spPr>
          <a:xfrm>
            <a:off x="1219200" y="666750"/>
            <a:ext cx="8382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125" b="0" i="1">
                <a:solidFill>
                  <a:srgbClr val="E6F5F3"/>
                </a:solidFill>
                <a:latin typeface="Calibri"/>
                <a:ea typeface="Calibri"/>
                <a:cs typeface="Calibri"/>
              </a:defRPr>
            </a:pPr>
            <a:r>
              <a:rPr sz="1125" b="0" i="1">
                <a:solidFill>
                  <a:srgbClr val="E6F5F3"/>
                </a:solidFill>
                <a:latin typeface="Calibri"/>
                <a:ea typeface="Calibri"/>
                <a:cs typeface="Calibri"/>
              </a:rPr>
              <a:t>2 times asked | 0 Write Notes | 2 Short Answers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F88842C6-D834-42C2-A406-A345E63C97D0}"/>
              </a:ext>
            </a:extLst>
          </p:cNvPr>
          <p:cNvSpPr>
            <a:spLocks noGrp="1"/>
          </p:cNvSpPr>
          <p:nvPr/>
        </p:nvSpPr>
        <p:spPr>
          <a:xfrm>
            <a:off x="9886950" y="381000"/>
            <a:ext cx="1714500" cy="285750"/>
          </a:xfrm>
          <a:prstGeom prst="roundRect">
            <a:avLst>
              <a:gd name="adj" fmla="val 40000"/>
            </a:avLst>
          </a:prstGeom>
          <a:solidFill>
            <a:srgbClr val="016B78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Rank 42/55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92DAE25-31EA-4A14-8B1D-8D43EC1611EC}"/>
              </a:ext>
            </a:extLst>
          </p:cNvPr>
          <p:cNvSpPr>
            <a:spLocks noGrp="1"/>
          </p:cNvSpPr>
          <p:nvPr/>
        </p:nvSpPr>
        <p:spPr>
          <a:xfrm>
            <a:off x="552450" y="1200150"/>
            <a:ext cx="4000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1" i="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pPr>
            <a:r>
              <a:rPr sz="1275" b="1" i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Highlighted asked questions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4F79F4E7-DDBB-4476-A0E5-BAB765334EEE}"/>
              </a:ext>
            </a:extLst>
          </p:cNvPr>
          <p:cNvSpPr>
            <a:spLocks noGrp="1"/>
          </p:cNvSpPr>
          <p:nvPr/>
        </p:nvSpPr>
        <p:spPr>
          <a:xfrm>
            <a:off x="552450" y="1562100"/>
            <a:ext cx="11087100" cy="1066800"/>
          </a:xfrm>
          <a:prstGeom prst="roundRect">
            <a:avLst>
              <a:gd name="adj" fmla="val 7143"/>
            </a:avLst>
          </a:prstGeom>
          <a:solidFill>
            <a:srgbClr val="FFF8D6"/>
          </a:solidFill>
          <a:ln w="9525">
            <a:solidFill>
              <a:srgbClr val="F2DF9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68424EC-7F2E-4889-9883-780EC37ABF0E}"/>
              </a:ext>
            </a:extLst>
          </p:cNvPr>
          <p:cNvSpPr>
            <a:spLocks noGrp="1"/>
          </p:cNvSpPr>
          <p:nvPr/>
        </p:nvSpPr>
        <p:spPr>
          <a:xfrm>
            <a:off x="552450" y="1562100"/>
            <a:ext cx="76200" cy="1066800"/>
          </a:xfrm>
          <a:prstGeom prst="rect">
            <a:avLst/>
          </a:prstGeom>
          <a:solidFill>
            <a:srgbClr val="F6C343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8C2B4469-259D-4C78-A567-23694F1313A5}"/>
              </a:ext>
            </a:extLst>
          </p:cNvPr>
          <p:cNvSpPr>
            <a:spLocks noGrp="1"/>
          </p:cNvSpPr>
          <p:nvPr/>
        </p:nvSpPr>
        <p:spPr>
          <a:xfrm>
            <a:off x="762000" y="1733550"/>
            <a:ext cx="990600" cy="285750"/>
          </a:xfrm>
          <a:prstGeom prst="roundRect">
            <a:avLst>
              <a:gd name="adj" fmla="val 40000"/>
            </a:avLst>
          </a:prstGeom>
          <a:solidFill>
            <a:srgbClr val="02809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OCT 2019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9F701C59-E9D4-44BE-B162-759EA5F13517}"/>
              </a:ext>
            </a:extLst>
          </p:cNvPr>
          <p:cNvSpPr>
            <a:spLocks noGrp="1"/>
          </p:cNvSpPr>
          <p:nvPr/>
        </p:nvSpPr>
        <p:spPr>
          <a:xfrm>
            <a:off x="1885950" y="1733550"/>
            <a:ext cx="1219200" cy="285750"/>
          </a:xfrm>
          <a:prstGeom prst="roundRect">
            <a:avLst>
              <a:gd name="adj" fmla="val 40000"/>
            </a:avLst>
          </a:prstGeom>
          <a:solidFill>
            <a:srgbClr val="2563A8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Short Answers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24C337DC-E800-4040-8969-1132EDD3F80A}"/>
              </a:ext>
            </a:extLst>
          </p:cNvPr>
          <p:cNvSpPr>
            <a:spLocks noGrp="1"/>
          </p:cNvSpPr>
          <p:nvPr/>
        </p:nvSpPr>
        <p:spPr>
          <a:xfrm>
            <a:off x="3238500" y="1733550"/>
            <a:ext cx="514350" cy="285750"/>
          </a:xfrm>
          <a:prstGeom prst="roundRect">
            <a:avLst>
              <a:gd name="adj" fmla="val 40000"/>
            </a:avLst>
          </a:prstGeom>
          <a:solidFill>
            <a:srgbClr val="7C6A0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Q8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30C8632-4B5F-4477-945B-17F626217F0E}"/>
              </a:ext>
            </a:extLst>
          </p:cNvPr>
          <p:cNvSpPr>
            <a:spLocks noGrp="1"/>
          </p:cNvSpPr>
          <p:nvPr/>
        </p:nvSpPr>
        <p:spPr>
          <a:xfrm>
            <a:off x="10763250" y="1733550"/>
            <a:ext cx="666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pPr>
            <a:r>
              <a: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1 of 2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2D44209-4AEC-497C-AC1C-27DBAA5A784F}"/>
              </a:ext>
            </a:extLst>
          </p:cNvPr>
          <p:cNvSpPr>
            <a:spLocks noGrp="1"/>
          </p:cNvSpPr>
          <p:nvPr/>
        </p:nvSpPr>
        <p:spPr>
          <a:xfrm>
            <a:off x="762000" y="2114550"/>
            <a:ext cx="106489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 i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rPr sz="1200" b="0" i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Athlete's foot-Two indicated remedies.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7BAED559-1441-420F-9F76-9F73BF68CDF0}"/>
              </a:ext>
            </a:extLst>
          </p:cNvPr>
          <p:cNvSpPr>
            <a:spLocks noGrp="1"/>
          </p:cNvSpPr>
          <p:nvPr/>
        </p:nvSpPr>
        <p:spPr>
          <a:xfrm>
            <a:off x="552450" y="2800350"/>
            <a:ext cx="11087100" cy="1066800"/>
          </a:xfrm>
          <a:prstGeom prst="roundRect">
            <a:avLst>
              <a:gd name="adj" fmla="val 7143"/>
            </a:avLst>
          </a:prstGeom>
          <a:solidFill>
            <a:srgbClr val="FFF8D6"/>
          </a:solidFill>
          <a:ln w="9525">
            <a:solidFill>
              <a:srgbClr val="F2DF9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2BB0581-DBEB-4B47-B9D1-2B3621D95C02}"/>
              </a:ext>
            </a:extLst>
          </p:cNvPr>
          <p:cNvSpPr>
            <a:spLocks noGrp="1"/>
          </p:cNvSpPr>
          <p:nvPr/>
        </p:nvSpPr>
        <p:spPr>
          <a:xfrm>
            <a:off x="552450" y="2800350"/>
            <a:ext cx="76200" cy="1066800"/>
          </a:xfrm>
          <a:prstGeom prst="rect">
            <a:avLst/>
          </a:prstGeom>
          <a:solidFill>
            <a:srgbClr val="F6C343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B5823BE4-AD51-4064-AFBF-EAC86FE72E51}"/>
              </a:ext>
            </a:extLst>
          </p:cNvPr>
          <p:cNvSpPr>
            <a:spLocks noGrp="1"/>
          </p:cNvSpPr>
          <p:nvPr/>
        </p:nvSpPr>
        <p:spPr>
          <a:xfrm>
            <a:off x="762000" y="2971800"/>
            <a:ext cx="990600" cy="285750"/>
          </a:xfrm>
          <a:prstGeom prst="roundRect">
            <a:avLst>
              <a:gd name="adj" fmla="val 40000"/>
            </a:avLst>
          </a:prstGeom>
          <a:solidFill>
            <a:srgbClr val="02809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MAY 2022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C0717C5A-0F11-4492-8283-0230DF61E735}"/>
              </a:ext>
            </a:extLst>
          </p:cNvPr>
          <p:cNvSpPr>
            <a:spLocks noGrp="1"/>
          </p:cNvSpPr>
          <p:nvPr/>
        </p:nvSpPr>
        <p:spPr>
          <a:xfrm>
            <a:off x="1885950" y="2971800"/>
            <a:ext cx="1219200" cy="285750"/>
          </a:xfrm>
          <a:prstGeom prst="roundRect">
            <a:avLst>
              <a:gd name="adj" fmla="val 40000"/>
            </a:avLst>
          </a:prstGeom>
          <a:solidFill>
            <a:srgbClr val="2563A8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Short Answers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DAC785AA-B201-434A-A6CB-3FF675075A55}"/>
              </a:ext>
            </a:extLst>
          </p:cNvPr>
          <p:cNvSpPr>
            <a:spLocks noGrp="1"/>
          </p:cNvSpPr>
          <p:nvPr/>
        </p:nvSpPr>
        <p:spPr>
          <a:xfrm>
            <a:off x="3238500" y="2971800"/>
            <a:ext cx="514350" cy="285750"/>
          </a:xfrm>
          <a:prstGeom prst="roundRect">
            <a:avLst>
              <a:gd name="adj" fmla="val 40000"/>
            </a:avLst>
          </a:prstGeom>
          <a:solidFill>
            <a:srgbClr val="7C6A0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Q6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39AFED9-C3C7-492D-AE06-18284B1B26A3}"/>
              </a:ext>
            </a:extLst>
          </p:cNvPr>
          <p:cNvSpPr>
            <a:spLocks noGrp="1"/>
          </p:cNvSpPr>
          <p:nvPr/>
        </p:nvSpPr>
        <p:spPr>
          <a:xfrm>
            <a:off x="10763250" y="2971800"/>
            <a:ext cx="666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pPr>
            <a:r>
              <a: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2 of 2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E3D0B53-B9D9-455E-8A72-9A5B3F6EF764}"/>
              </a:ext>
            </a:extLst>
          </p:cNvPr>
          <p:cNvSpPr>
            <a:spLocks noGrp="1"/>
          </p:cNvSpPr>
          <p:nvPr/>
        </p:nvSpPr>
        <p:spPr>
          <a:xfrm>
            <a:off x="762000" y="3352800"/>
            <a:ext cx="106489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 i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rPr sz="1200" b="0" i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Athlete's Foot - two drugs.</a:t>
            </a:r>
          </a:p>
        </p:txBody>
      </p:sp>
    </p:spTree>
    <p:extLst>
      <p:ext uri="{BB962C8B-B14F-4D97-AF65-F5344CB8AC3E}">
        <p14:creationId xmlns:p14="http://schemas.microsoft.com/office/powerpoint/2010/main" val="950003730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7376234D-7313-4905-90E0-09F7B3C8172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066800"/>
          </a:xfrm>
          <a:prstGeom prst="rect">
            <a:avLst/>
          </a:prstGeom>
          <a:solidFill>
            <a:srgbClr val="028090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FB2F6110-8D56-497C-ABBF-DABEC67B65C0}"/>
              </a:ext>
            </a:extLst>
          </p:cNvPr>
          <p:cNvSpPr>
            <a:spLocks noGrp="1"/>
          </p:cNvSpPr>
          <p:nvPr/>
        </p:nvSpPr>
        <p:spPr>
          <a:xfrm>
            <a:off x="457200" y="285750"/>
            <a:ext cx="533400" cy="533400"/>
          </a:xfrm>
          <a:prstGeom prst="ellipse">
            <a:avLst/>
          </a:prstGeom>
          <a:solidFill>
            <a:srgbClr val="00A896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D8DB35B-CD72-4896-8A09-26C8DA8F2129}"/>
              </a:ext>
            </a:extLst>
          </p:cNvPr>
          <p:cNvSpPr>
            <a:spLocks noGrp="1"/>
          </p:cNvSpPr>
          <p:nvPr/>
        </p:nvSpPr>
        <p:spPr>
          <a:xfrm>
            <a:off x="457200" y="381000"/>
            <a:ext cx="5334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57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7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43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328E686-2EE1-4D06-9166-0A9016276037}"/>
              </a:ext>
            </a:extLst>
          </p:cNvPr>
          <p:cNvSpPr>
            <a:spLocks noGrp="1"/>
          </p:cNvSpPr>
          <p:nvPr/>
        </p:nvSpPr>
        <p:spPr>
          <a:xfrm>
            <a:off x="1219200" y="209550"/>
            <a:ext cx="8382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400" b="1" i="0">
                <a:solidFill>
                  <a:srgbClr val="FFFFFF"/>
                </a:solidFill>
                <a:latin typeface="Cambria"/>
                <a:ea typeface="Cambria"/>
                <a:cs typeface="Cambria"/>
              </a:defRPr>
            </a:pPr>
            <a:r>
              <a:rPr sz="2400" b="1" i="0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Embolism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AD738BB-A6F9-461B-94E4-91DA1D2C61BB}"/>
              </a:ext>
            </a:extLst>
          </p:cNvPr>
          <p:cNvSpPr>
            <a:spLocks noGrp="1"/>
          </p:cNvSpPr>
          <p:nvPr/>
        </p:nvSpPr>
        <p:spPr>
          <a:xfrm>
            <a:off x="1219200" y="666750"/>
            <a:ext cx="8382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125" b="0" i="1">
                <a:solidFill>
                  <a:srgbClr val="E6F5F3"/>
                </a:solidFill>
                <a:latin typeface="Calibri"/>
                <a:ea typeface="Calibri"/>
                <a:cs typeface="Calibri"/>
              </a:defRPr>
            </a:pPr>
            <a:r>
              <a:rPr sz="1125" b="0" i="1">
                <a:solidFill>
                  <a:srgbClr val="E6F5F3"/>
                </a:solidFill>
                <a:latin typeface="Calibri"/>
                <a:ea typeface="Calibri"/>
                <a:cs typeface="Calibri"/>
              </a:rPr>
              <a:t>2 times asked | 2 Write Notes | 0 Short Answers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720FA198-0897-4C49-872B-511C68DD3C91}"/>
              </a:ext>
            </a:extLst>
          </p:cNvPr>
          <p:cNvSpPr>
            <a:spLocks noGrp="1"/>
          </p:cNvSpPr>
          <p:nvPr/>
        </p:nvSpPr>
        <p:spPr>
          <a:xfrm>
            <a:off x="9886950" y="381000"/>
            <a:ext cx="1714500" cy="285750"/>
          </a:xfrm>
          <a:prstGeom prst="roundRect">
            <a:avLst>
              <a:gd name="adj" fmla="val 40000"/>
            </a:avLst>
          </a:prstGeom>
          <a:solidFill>
            <a:srgbClr val="016B78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Rank 43/55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65733AD-DFBC-4FCA-95C3-DB2A9C10D459}"/>
              </a:ext>
            </a:extLst>
          </p:cNvPr>
          <p:cNvSpPr>
            <a:spLocks noGrp="1"/>
          </p:cNvSpPr>
          <p:nvPr/>
        </p:nvSpPr>
        <p:spPr>
          <a:xfrm>
            <a:off x="552450" y="1200150"/>
            <a:ext cx="4000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1" i="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pPr>
            <a:r>
              <a:rPr sz="1275" b="1" i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Highlighted asked questions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EFBDFF16-7B8D-47A3-BF6A-7B23202855F6}"/>
              </a:ext>
            </a:extLst>
          </p:cNvPr>
          <p:cNvSpPr>
            <a:spLocks noGrp="1"/>
          </p:cNvSpPr>
          <p:nvPr/>
        </p:nvSpPr>
        <p:spPr>
          <a:xfrm>
            <a:off x="552450" y="1562100"/>
            <a:ext cx="11087100" cy="1066800"/>
          </a:xfrm>
          <a:prstGeom prst="roundRect">
            <a:avLst>
              <a:gd name="adj" fmla="val 7143"/>
            </a:avLst>
          </a:prstGeom>
          <a:solidFill>
            <a:srgbClr val="FFF8D6"/>
          </a:solidFill>
          <a:ln w="9525">
            <a:solidFill>
              <a:srgbClr val="F2DF9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DEB9A78-C7C8-483F-B09F-FC92D09B21DA}"/>
              </a:ext>
            </a:extLst>
          </p:cNvPr>
          <p:cNvSpPr>
            <a:spLocks noGrp="1"/>
          </p:cNvSpPr>
          <p:nvPr/>
        </p:nvSpPr>
        <p:spPr>
          <a:xfrm>
            <a:off x="552450" y="1562100"/>
            <a:ext cx="76200" cy="1066800"/>
          </a:xfrm>
          <a:prstGeom prst="rect">
            <a:avLst/>
          </a:prstGeom>
          <a:solidFill>
            <a:srgbClr val="F6C343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992F539D-419B-4525-9063-201FE76327BF}"/>
              </a:ext>
            </a:extLst>
          </p:cNvPr>
          <p:cNvSpPr>
            <a:spLocks noGrp="1"/>
          </p:cNvSpPr>
          <p:nvPr/>
        </p:nvSpPr>
        <p:spPr>
          <a:xfrm>
            <a:off x="762000" y="1733550"/>
            <a:ext cx="990600" cy="285750"/>
          </a:xfrm>
          <a:prstGeom prst="roundRect">
            <a:avLst>
              <a:gd name="adj" fmla="val 40000"/>
            </a:avLst>
          </a:prstGeom>
          <a:solidFill>
            <a:srgbClr val="02809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OCT 2019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11A3499A-A647-42BC-95DA-7C25634123F8}"/>
              </a:ext>
            </a:extLst>
          </p:cNvPr>
          <p:cNvSpPr>
            <a:spLocks noGrp="1"/>
          </p:cNvSpPr>
          <p:nvPr/>
        </p:nvSpPr>
        <p:spPr>
          <a:xfrm>
            <a:off x="1885950" y="1733550"/>
            <a:ext cx="1219200" cy="285750"/>
          </a:xfrm>
          <a:prstGeom prst="roundRect">
            <a:avLst>
              <a:gd name="adj" fmla="val 40000"/>
            </a:avLst>
          </a:prstGeom>
          <a:solidFill>
            <a:srgbClr val="02809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Write Notes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DAE9C078-6F05-427C-82E4-8DDE8B7F8B52}"/>
              </a:ext>
            </a:extLst>
          </p:cNvPr>
          <p:cNvSpPr>
            <a:spLocks noGrp="1"/>
          </p:cNvSpPr>
          <p:nvPr/>
        </p:nvSpPr>
        <p:spPr>
          <a:xfrm>
            <a:off x="3238500" y="1733550"/>
            <a:ext cx="514350" cy="285750"/>
          </a:xfrm>
          <a:prstGeom prst="roundRect">
            <a:avLst>
              <a:gd name="adj" fmla="val 40000"/>
            </a:avLst>
          </a:prstGeom>
          <a:solidFill>
            <a:srgbClr val="7C6A0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Q3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F663E7E-5857-422D-A5BD-F1EFADE93B56}"/>
              </a:ext>
            </a:extLst>
          </p:cNvPr>
          <p:cNvSpPr>
            <a:spLocks noGrp="1"/>
          </p:cNvSpPr>
          <p:nvPr/>
        </p:nvSpPr>
        <p:spPr>
          <a:xfrm>
            <a:off x="10763250" y="1733550"/>
            <a:ext cx="666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pPr>
            <a:r>
              <a: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1 of 2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5C6E26C-8979-4EE2-ADBE-344424962EF1}"/>
              </a:ext>
            </a:extLst>
          </p:cNvPr>
          <p:cNvSpPr>
            <a:spLocks noGrp="1"/>
          </p:cNvSpPr>
          <p:nvPr/>
        </p:nvSpPr>
        <p:spPr>
          <a:xfrm>
            <a:off x="762000" y="2114550"/>
            <a:ext cx="106489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 i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rPr sz="1200" b="0" i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Embolism.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EFDADC4B-40C5-46C5-B31D-86A0C3D0F3A5}"/>
              </a:ext>
            </a:extLst>
          </p:cNvPr>
          <p:cNvSpPr>
            <a:spLocks noGrp="1"/>
          </p:cNvSpPr>
          <p:nvPr/>
        </p:nvSpPr>
        <p:spPr>
          <a:xfrm>
            <a:off x="552450" y="2800350"/>
            <a:ext cx="11087100" cy="1066800"/>
          </a:xfrm>
          <a:prstGeom prst="roundRect">
            <a:avLst>
              <a:gd name="adj" fmla="val 7143"/>
            </a:avLst>
          </a:prstGeom>
          <a:solidFill>
            <a:srgbClr val="FFF8D6"/>
          </a:solidFill>
          <a:ln w="9525">
            <a:solidFill>
              <a:srgbClr val="F2DF9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8A42617-0A56-4D8F-B045-DC1C92E54DF9}"/>
              </a:ext>
            </a:extLst>
          </p:cNvPr>
          <p:cNvSpPr>
            <a:spLocks noGrp="1"/>
          </p:cNvSpPr>
          <p:nvPr/>
        </p:nvSpPr>
        <p:spPr>
          <a:xfrm>
            <a:off x="552450" y="2800350"/>
            <a:ext cx="76200" cy="1066800"/>
          </a:xfrm>
          <a:prstGeom prst="rect">
            <a:avLst/>
          </a:prstGeom>
          <a:solidFill>
            <a:srgbClr val="F6C343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37995F81-CCDA-424C-B303-6B3826DE86A2}"/>
              </a:ext>
            </a:extLst>
          </p:cNvPr>
          <p:cNvSpPr>
            <a:spLocks noGrp="1"/>
          </p:cNvSpPr>
          <p:nvPr/>
        </p:nvSpPr>
        <p:spPr>
          <a:xfrm>
            <a:off x="762000" y="2971800"/>
            <a:ext cx="990600" cy="285750"/>
          </a:xfrm>
          <a:prstGeom prst="roundRect">
            <a:avLst>
              <a:gd name="adj" fmla="val 40000"/>
            </a:avLst>
          </a:prstGeom>
          <a:solidFill>
            <a:srgbClr val="02809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MAY 2022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CA6A5AF5-DE48-41DB-9112-73339105F2AE}"/>
              </a:ext>
            </a:extLst>
          </p:cNvPr>
          <p:cNvSpPr>
            <a:spLocks noGrp="1"/>
          </p:cNvSpPr>
          <p:nvPr/>
        </p:nvSpPr>
        <p:spPr>
          <a:xfrm>
            <a:off x="1885950" y="2971800"/>
            <a:ext cx="1219200" cy="285750"/>
          </a:xfrm>
          <a:prstGeom prst="roundRect">
            <a:avLst>
              <a:gd name="adj" fmla="val 40000"/>
            </a:avLst>
          </a:prstGeom>
          <a:solidFill>
            <a:srgbClr val="02809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Write Notes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412C6F2B-7733-4E1B-9E25-5FAAE4688849}"/>
              </a:ext>
            </a:extLst>
          </p:cNvPr>
          <p:cNvSpPr>
            <a:spLocks noGrp="1"/>
          </p:cNvSpPr>
          <p:nvPr/>
        </p:nvSpPr>
        <p:spPr>
          <a:xfrm>
            <a:off x="3238500" y="2971800"/>
            <a:ext cx="514350" cy="285750"/>
          </a:xfrm>
          <a:prstGeom prst="roundRect">
            <a:avLst>
              <a:gd name="adj" fmla="val 40000"/>
            </a:avLst>
          </a:prstGeom>
          <a:solidFill>
            <a:srgbClr val="7C6A0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Q10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C647B8F-03C5-4891-B2B1-168A8A1BCA69}"/>
              </a:ext>
            </a:extLst>
          </p:cNvPr>
          <p:cNvSpPr>
            <a:spLocks noGrp="1"/>
          </p:cNvSpPr>
          <p:nvPr/>
        </p:nvSpPr>
        <p:spPr>
          <a:xfrm>
            <a:off x="10763250" y="2971800"/>
            <a:ext cx="666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pPr>
            <a:r>
              <a: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2 of 2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E86A09F-0CB6-4FDB-AC1F-25DD36BA198D}"/>
              </a:ext>
            </a:extLst>
          </p:cNvPr>
          <p:cNvSpPr>
            <a:spLocks noGrp="1"/>
          </p:cNvSpPr>
          <p:nvPr/>
        </p:nvSpPr>
        <p:spPr>
          <a:xfrm>
            <a:off x="762000" y="3352800"/>
            <a:ext cx="106489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 i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rPr sz="1200" b="0" i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Embolism.</a:t>
            </a:r>
          </a:p>
        </p:txBody>
      </p:sp>
    </p:spTree>
    <p:extLst>
      <p:ext uri="{BB962C8B-B14F-4D97-AF65-F5344CB8AC3E}">
        <p14:creationId xmlns:p14="http://schemas.microsoft.com/office/powerpoint/2010/main" val="920850572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8A598DD4-3C9B-4350-AC85-B8E6432873D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066800"/>
          </a:xfrm>
          <a:prstGeom prst="rect">
            <a:avLst/>
          </a:prstGeom>
          <a:solidFill>
            <a:srgbClr val="028090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7619C1FE-566C-4231-8E89-5CB8177FC04B}"/>
              </a:ext>
            </a:extLst>
          </p:cNvPr>
          <p:cNvSpPr>
            <a:spLocks noGrp="1"/>
          </p:cNvSpPr>
          <p:nvPr/>
        </p:nvSpPr>
        <p:spPr>
          <a:xfrm>
            <a:off x="457200" y="285750"/>
            <a:ext cx="533400" cy="533400"/>
          </a:xfrm>
          <a:prstGeom prst="ellipse">
            <a:avLst/>
          </a:prstGeom>
          <a:solidFill>
            <a:srgbClr val="00A896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9694E3A-9154-450A-8377-BF2E716D3799}"/>
              </a:ext>
            </a:extLst>
          </p:cNvPr>
          <p:cNvSpPr>
            <a:spLocks noGrp="1"/>
          </p:cNvSpPr>
          <p:nvPr/>
        </p:nvSpPr>
        <p:spPr>
          <a:xfrm>
            <a:off x="457200" y="381000"/>
            <a:ext cx="5334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57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7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44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F04F692-6738-4A88-B7B1-6256290A65E9}"/>
              </a:ext>
            </a:extLst>
          </p:cNvPr>
          <p:cNvSpPr>
            <a:spLocks noGrp="1"/>
          </p:cNvSpPr>
          <p:nvPr/>
        </p:nvSpPr>
        <p:spPr>
          <a:xfrm>
            <a:off x="1219200" y="209550"/>
            <a:ext cx="8382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400" b="1" i="0">
                <a:solidFill>
                  <a:srgbClr val="FFFFFF"/>
                </a:solidFill>
                <a:latin typeface="Cambria"/>
                <a:ea typeface="Cambria"/>
                <a:cs typeface="Cambria"/>
              </a:defRPr>
            </a:pPr>
            <a:r>
              <a:rPr sz="2400" b="1" i="0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Fracture and dislocation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B81BDEE-2680-4B60-8A38-694C23DBE0BB}"/>
              </a:ext>
            </a:extLst>
          </p:cNvPr>
          <p:cNvSpPr>
            <a:spLocks noGrp="1"/>
          </p:cNvSpPr>
          <p:nvPr/>
        </p:nvSpPr>
        <p:spPr>
          <a:xfrm>
            <a:off x="1219200" y="666750"/>
            <a:ext cx="8382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125" b="0" i="1">
                <a:solidFill>
                  <a:srgbClr val="E6F5F3"/>
                </a:solidFill>
                <a:latin typeface="Calibri"/>
                <a:ea typeface="Calibri"/>
                <a:cs typeface="Calibri"/>
              </a:defRPr>
            </a:pPr>
            <a:r>
              <a:rPr sz="1125" b="0" i="1">
                <a:solidFill>
                  <a:srgbClr val="E6F5F3"/>
                </a:solidFill>
                <a:latin typeface="Calibri"/>
                <a:ea typeface="Calibri"/>
                <a:cs typeface="Calibri"/>
              </a:rPr>
              <a:t>2 times asked | 2 Write Notes | 0 Short Answers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F84EE0AB-ADE8-4706-9840-A9B492E99CE2}"/>
              </a:ext>
            </a:extLst>
          </p:cNvPr>
          <p:cNvSpPr>
            <a:spLocks noGrp="1"/>
          </p:cNvSpPr>
          <p:nvPr/>
        </p:nvSpPr>
        <p:spPr>
          <a:xfrm>
            <a:off x="9886950" y="381000"/>
            <a:ext cx="1714500" cy="285750"/>
          </a:xfrm>
          <a:prstGeom prst="roundRect">
            <a:avLst>
              <a:gd name="adj" fmla="val 40000"/>
            </a:avLst>
          </a:prstGeom>
          <a:solidFill>
            <a:srgbClr val="016B78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Rank 44/55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18FB12D-2B20-4DA6-965B-BEBD0FFCE631}"/>
              </a:ext>
            </a:extLst>
          </p:cNvPr>
          <p:cNvSpPr>
            <a:spLocks noGrp="1"/>
          </p:cNvSpPr>
          <p:nvPr/>
        </p:nvSpPr>
        <p:spPr>
          <a:xfrm>
            <a:off x="552450" y="1200150"/>
            <a:ext cx="4000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1" i="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pPr>
            <a:r>
              <a:rPr sz="1275" b="1" i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Highlighted asked questions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D221254C-213E-4408-8569-95FAF66B624C}"/>
              </a:ext>
            </a:extLst>
          </p:cNvPr>
          <p:cNvSpPr>
            <a:spLocks noGrp="1"/>
          </p:cNvSpPr>
          <p:nvPr/>
        </p:nvSpPr>
        <p:spPr>
          <a:xfrm>
            <a:off x="552450" y="1562100"/>
            <a:ext cx="11087100" cy="1066800"/>
          </a:xfrm>
          <a:prstGeom prst="roundRect">
            <a:avLst>
              <a:gd name="adj" fmla="val 7143"/>
            </a:avLst>
          </a:prstGeom>
          <a:solidFill>
            <a:srgbClr val="FFF8D6"/>
          </a:solidFill>
          <a:ln w="9525">
            <a:solidFill>
              <a:srgbClr val="F2DF9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F5BB0EB-55F9-4FC8-BEA1-659291F52765}"/>
              </a:ext>
            </a:extLst>
          </p:cNvPr>
          <p:cNvSpPr>
            <a:spLocks noGrp="1"/>
          </p:cNvSpPr>
          <p:nvPr/>
        </p:nvSpPr>
        <p:spPr>
          <a:xfrm>
            <a:off x="552450" y="1562100"/>
            <a:ext cx="76200" cy="1066800"/>
          </a:xfrm>
          <a:prstGeom prst="rect">
            <a:avLst/>
          </a:prstGeom>
          <a:solidFill>
            <a:srgbClr val="F6C343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FF554B82-EE88-4FF0-81C1-30A5A8B00337}"/>
              </a:ext>
            </a:extLst>
          </p:cNvPr>
          <p:cNvSpPr>
            <a:spLocks noGrp="1"/>
          </p:cNvSpPr>
          <p:nvPr/>
        </p:nvSpPr>
        <p:spPr>
          <a:xfrm>
            <a:off x="762000" y="1733550"/>
            <a:ext cx="990600" cy="285750"/>
          </a:xfrm>
          <a:prstGeom prst="roundRect">
            <a:avLst>
              <a:gd name="adj" fmla="val 40000"/>
            </a:avLst>
          </a:prstGeom>
          <a:solidFill>
            <a:srgbClr val="02809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MAR 2025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36C9222A-4D50-4CA1-A694-A67D3B844F3B}"/>
              </a:ext>
            </a:extLst>
          </p:cNvPr>
          <p:cNvSpPr>
            <a:spLocks noGrp="1"/>
          </p:cNvSpPr>
          <p:nvPr/>
        </p:nvSpPr>
        <p:spPr>
          <a:xfrm>
            <a:off x="1885950" y="1733550"/>
            <a:ext cx="1219200" cy="285750"/>
          </a:xfrm>
          <a:prstGeom prst="roundRect">
            <a:avLst>
              <a:gd name="adj" fmla="val 40000"/>
            </a:avLst>
          </a:prstGeom>
          <a:solidFill>
            <a:srgbClr val="02809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Write Notes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2DF4F712-E184-479C-AF89-005E2D28781D}"/>
              </a:ext>
            </a:extLst>
          </p:cNvPr>
          <p:cNvSpPr>
            <a:spLocks noGrp="1"/>
          </p:cNvSpPr>
          <p:nvPr/>
        </p:nvSpPr>
        <p:spPr>
          <a:xfrm>
            <a:off x="3238500" y="1733550"/>
            <a:ext cx="514350" cy="285750"/>
          </a:xfrm>
          <a:prstGeom prst="roundRect">
            <a:avLst>
              <a:gd name="adj" fmla="val 40000"/>
            </a:avLst>
          </a:prstGeom>
          <a:solidFill>
            <a:srgbClr val="7C6A0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Q1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1B499AA-FFC5-4209-98B6-F06E09BE9845}"/>
              </a:ext>
            </a:extLst>
          </p:cNvPr>
          <p:cNvSpPr>
            <a:spLocks noGrp="1"/>
          </p:cNvSpPr>
          <p:nvPr/>
        </p:nvSpPr>
        <p:spPr>
          <a:xfrm>
            <a:off x="10763250" y="1733550"/>
            <a:ext cx="666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pPr>
            <a:r>
              <a: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1 of 2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BC719F2-4831-4AB3-B58B-154A995E61E5}"/>
              </a:ext>
            </a:extLst>
          </p:cNvPr>
          <p:cNvSpPr>
            <a:spLocks noGrp="1"/>
          </p:cNvSpPr>
          <p:nvPr/>
        </p:nvSpPr>
        <p:spPr>
          <a:xfrm>
            <a:off x="762000" y="2114550"/>
            <a:ext cx="106489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 i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rPr sz="1200" b="0" i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Management of Fracture.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2EF4F833-F7C4-4AB9-A9EB-354CCF4EC64A}"/>
              </a:ext>
            </a:extLst>
          </p:cNvPr>
          <p:cNvSpPr>
            <a:spLocks noGrp="1"/>
          </p:cNvSpPr>
          <p:nvPr/>
        </p:nvSpPr>
        <p:spPr>
          <a:xfrm>
            <a:off x="552450" y="2800350"/>
            <a:ext cx="11087100" cy="1066800"/>
          </a:xfrm>
          <a:prstGeom prst="roundRect">
            <a:avLst>
              <a:gd name="adj" fmla="val 7143"/>
            </a:avLst>
          </a:prstGeom>
          <a:solidFill>
            <a:srgbClr val="FFF8D6"/>
          </a:solidFill>
          <a:ln w="9525">
            <a:solidFill>
              <a:srgbClr val="F2DF9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401B08B-BBE2-4E56-A4AA-568169AC29B1}"/>
              </a:ext>
            </a:extLst>
          </p:cNvPr>
          <p:cNvSpPr>
            <a:spLocks noGrp="1"/>
          </p:cNvSpPr>
          <p:nvPr/>
        </p:nvSpPr>
        <p:spPr>
          <a:xfrm>
            <a:off x="552450" y="2800350"/>
            <a:ext cx="76200" cy="1066800"/>
          </a:xfrm>
          <a:prstGeom prst="rect">
            <a:avLst/>
          </a:prstGeom>
          <a:solidFill>
            <a:srgbClr val="F6C343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526B3B53-9DAD-4E5E-A3AA-F00F3A1F72B5}"/>
              </a:ext>
            </a:extLst>
          </p:cNvPr>
          <p:cNvSpPr>
            <a:spLocks noGrp="1"/>
          </p:cNvSpPr>
          <p:nvPr/>
        </p:nvSpPr>
        <p:spPr>
          <a:xfrm>
            <a:off x="762000" y="2971800"/>
            <a:ext cx="990600" cy="285750"/>
          </a:xfrm>
          <a:prstGeom prst="roundRect">
            <a:avLst>
              <a:gd name="adj" fmla="val 40000"/>
            </a:avLst>
          </a:prstGeom>
          <a:solidFill>
            <a:srgbClr val="02809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MAR 2025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2C06BDBD-B52B-42D8-B82E-034C68F6C473}"/>
              </a:ext>
            </a:extLst>
          </p:cNvPr>
          <p:cNvSpPr>
            <a:spLocks noGrp="1"/>
          </p:cNvSpPr>
          <p:nvPr/>
        </p:nvSpPr>
        <p:spPr>
          <a:xfrm>
            <a:off x="1885950" y="2971800"/>
            <a:ext cx="1219200" cy="285750"/>
          </a:xfrm>
          <a:prstGeom prst="roundRect">
            <a:avLst>
              <a:gd name="adj" fmla="val 40000"/>
            </a:avLst>
          </a:prstGeom>
          <a:solidFill>
            <a:srgbClr val="02809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Write Notes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B5F820C6-3CF5-4CC9-91BF-A9341AE1AD61}"/>
              </a:ext>
            </a:extLst>
          </p:cNvPr>
          <p:cNvSpPr>
            <a:spLocks noGrp="1"/>
          </p:cNvSpPr>
          <p:nvPr/>
        </p:nvSpPr>
        <p:spPr>
          <a:xfrm>
            <a:off x="3238500" y="2971800"/>
            <a:ext cx="514350" cy="285750"/>
          </a:xfrm>
          <a:prstGeom prst="roundRect">
            <a:avLst>
              <a:gd name="adj" fmla="val 40000"/>
            </a:avLst>
          </a:prstGeom>
          <a:solidFill>
            <a:srgbClr val="7C6A0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Q2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BA1CBEE-AFB5-496F-B7FA-010810946559}"/>
              </a:ext>
            </a:extLst>
          </p:cNvPr>
          <p:cNvSpPr>
            <a:spLocks noGrp="1"/>
          </p:cNvSpPr>
          <p:nvPr/>
        </p:nvSpPr>
        <p:spPr>
          <a:xfrm>
            <a:off x="10763250" y="2971800"/>
            <a:ext cx="666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pPr>
            <a:r>
              <a: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2 of 2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A9B6F57-2FDC-46CD-98D6-FACF1F656303}"/>
              </a:ext>
            </a:extLst>
          </p:cNvPr>
          <p:cNvSpPr>
            <a:spLocks noGrp="1"/>
          </p:cNvSpPr>
          <p:nvPr/>
        </p:nvSpPr>
        <p:spPr>
          <a:xfrm>
            <a:off x="762000" y="3352800"/>
            <a:ext cx="106489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 i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rPr sz="1200" b="0" i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Dislocation of Hip joint.</a:t>
            </a:r>
          </a:p>
        </p:txBody>
      </p:sp>
    </p:spTree>
    <p:extLst>
      <p:ext uri="{BB962C8B-B14F-4D97-AF65-F5344CB8AC3E}">
        <p14:creationId xmlns:p14="http://schemas.microsoft.com/office/powerpoint/2010/main" val="1446008495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AC6F5595-F4BA-4068-9C4E-A9274F440C9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066800"/>
          </a:xfrm>
          <a:prstGeom prst="rect">
            <a:avLst/>
          </a:prstGeom>
          <a:solidFill>
            <a:srgbClr val="028090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7281FE20-66D6-45CF-B6D2-10E2F973E68F}"/>
              </a:ext>
            </a:extLst>
          </p:cNvPr>
          <p:cNvSpPr>
            <a:spLocks noGrp="1"/>
          </p:cNvSpPr>
          <p:nvPr/>
        </p:nvSpPr>
        <p:spPr>
          <a:xfrm>
            <a:off x="457200" y="285750"/>
            <a:ext cx="533400" cy="533400"/>
          </a:xfrm>
          <a:prstGeom prst="ellipse">
            <a:avLst/>
          </a:prstGeom>
          <a:solidFill>
            <a:srgbClr val="00A896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2AFA377-5E4E-4A1C-BD11-1E1AF562340E}"/>
              </a:ext>
            </a:extLst>
          </p:cNvPr>
          <p:cNvSpPr>
            <a:spLocks noGrp="1"/>
          </p:cNvSpPr>
          <p:nvPr/>
        </p:nvSpPr>
        <p:spPr>
          <a:xfrm>
            <a:off x="457200" y="381000"/>
            <a:ext cx="5334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57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7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45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E6983FD-1C16-416F-B4FF-E0F9E4BB2C7A}"/>
              </a:ext>
            </a:extLst>
          </p:cNvPr>
          <p:cNvSpPr>
            <a:spLocks noGrp="1"/>
          </p:cNvSpPr>
          <p:nvPr/>
        </p:nvSpPr>
        <p:spPr>
          <a:xfrm>
            <a:off x="1219200" y="209550"/>
            <a:ext cx="8382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400" b="1" i="0">
                <a:solidFill>
                  <a:srgbClr val="FFFFFF"/>
                </a:solidFill>
                <a:latin typeface="Cambria"/>
                <a:ea typeface="Cambria"/>
                <a:cs typeface="Cambria"/>
              </a:defRPr>
            </a:pPr>
            <a:r>
              <a:rPr sz="2400" b="1" i="0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Head injury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4CF8A92-137C-4A7F-97B5-F496DF779C11}"/>
              </a:ext>
            </a:extLst>
          </p:cNvPr>
          <p:cNvSpPr>
            <a:spLocks noGrp="1"/>
          </p:cNvSpPr>
          <p:nvPr/>
        </p:nvSpPr>
        <p:spPr>
          <a:xfrm>
            <a:off x="1219200" y="666750"/>
            <a:ext cx="8382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125" b="0" i="1">
                <a:solidFill>
                  <a:srgbClr val="E6F5F3"/>
                </a:solidFill>
                <a:latin typeface="Calibri"/>
                <a:ea typeface="Calibri"/>
                <a:cs typeface="Calibri"/>
              </a:defRPr>
            </a:pPr>
            <a:r>
              <a:rPr sz="1125" b="0" i="1">
                <a:solidFill>
                  <a:srgbClr val="E6F5F3"/>
                </a:solidFill>
                <a:latin typeface="Calibri"/>
                <a:ea typeface="Calibri"/>
                <a:cs typeface="Calibri"/>
              </a:rPr>
              <a:t>2 times asked | 2 Write Notes | 0 Short Answers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EC5E301B-3BEE-4DBC-AA3B-8CF41297410F}"/>
              </a:ext>
            </a:extLst>
          </p:cNvPr>
          <p:cNvSpPr>
            <a:spLocks noGrp="1"/>
          </p:cNvSpPr>
          <p:nvPr/>
        </p:nvSpPr>
        <p:spPr>
          <a:xfrm>
            <a:off x="9886950" y="381000"/>
            <a:ext cx="1714500" cy="285750"/>
          </a:xfrm>
          <a:prstGeom prst="roundRect">
            <a:avLst>
              <a:gd name="adj" fmla="val 40000"/>
            </a:avLst>
          </a:prstGeom>
          <a:solidFill>
            <a:srgbClr val="016B78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Rank 45/55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9CB150E-42A0-4CC3-B79B-8876E7D1C492}"/>
              </a:ext>
            </a:extLst>
          </p:cNvPr>
          <p:cNvSpPr>
            <a:spLocks noGrp="1"/>
          </p:cNvSpPr>
          <p:nvPr/>
        </p:nvSpPr>
        <p:spPr>
          <a:xfrm>
            <a:off x="552450" y="1200150"/>
            <a:ext cx="4000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1" i="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pPr>
            <a:r>
              <a:rPr sz="1275" b="1" i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Highlighted asked questions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B1ACA6FF-2516-45CE-82BE-2C8D0C0B4B42}"/>
              </a:ext>
            </a:extLst>
          </p:cNvPr>
          <p:cNvSpPr>
            <a:spLocks noGrp="1"/>
          </p:cNvSpPr>
          <p:nvPr/>
        </p:nvSpPr>
        <p:spPr>
          <a:xfrm>
            <a:off x="552450" y="1562100"/>
            <a:ext cx="11087100" cy="1066800"/>
          </a:xfrm>
          <a:prstGeom prst="roundRect">
            <a:avLst>
              <a:gd name="adj" fmla="val 7143"/>
            </a:avLst>
          </a:prstGeom>
          <a:solidFill>
            <a:srgbClr val="FFF8D6"/>
          </a:solidFill>
          <a:ln w="9525">
            <a:solidFill>
              <a:srgbClr val="F2DF9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3C5DBD3-1E2F-4DB5-923D-5158C780025D}"/>
              </a:ext>
            </a:extLst>
          </p:cNvPr>
          <p:cNvSpPr>
            <a:spLocks noGrp="1"/>
          </p:cNvSpPr>
          <p:nvPr/>
        </p:nvSpPr>
        <p:spPr>
          <a:xfrm>
            <a:off x="552450" y="1562100"/>
            <a:ext cx="76200" cy="1066800"/>
          </a:xfrm>
          <a:prstGeom prst="rect">
            <a:avLst/>
          </a:prstGeom>
          <a:solidFill>
            <a:srgbClr val="F6C343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E3856A32-C2FC-4FD8-B053-F858805BF972}"/>
              </a:ext>
            </a:extLst>
          </p:cNvPr>
          <p:cNvSpPr>
            <a:spLocks noGrp="1"/>
          </p:cNvSpPr>
          <p:nvPr/>
        </p:nvSpPr>
        <p:spPr>
          <a:xfrm>
            <a:off x="762000" y="1733550"/>
            <a:ext cx="990600" cy="285750"/>
          </a:xfrm>
          <a:prstGeom prst="roundRect">
            <a:avLst>
              <a:gd name="adj" fmla="val 40000"/>
            </a:avLst>
          </a:prstGeom>
          <a:solidFill>
            <a:srgbClr val="02809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MAY 2019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F69C249C-1B48-4EA8-9B41-2EABFFB4672F}"/>
              </a:ext>
            </a:extLst>
          </p:cNvPr>
          <p:cNvSpPr>
            <a:spLocks noGrp="1"/>
          </p:cNvSpPr>
          <p:nvPr/>
        </p:nvSpPr>
        <p:spPr>
          <a:xfrm>
            <a:off x="1885950" y="1733550"/>
            <a:ext cx="1219200" cy="285750"/>
          </a:xfrm>
          <a:prstGeom prst="roundRect">
            <a:avLst>
              <a:gd name="adj" fmla="val 40000"/>
            </a:avLst>
          </a:prstGeom>
          <a:solidFill>
            <a:srgbClr val="02809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Write Notes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1C86BF5F-1FC9-4C6E-9651-D8A05E82E1C4}"/>
              </a:ext>
            </a:extLst>
          </p:cNvPr>
          <p:cNvSpPr>
            <a:spLocks noGrp="1"/>
          </p:cNvSpPr>
          <p:nvPr/>
        </p:nvSpPr>
        <p:spPr>
          <a:xfrm>
            <a:off x="3238500" y="1733550"/>
            <a:ext cx="514350" cy="285750"/>
          </a:xfrm>
          <a:prstGeom prst="roundRect">
            <a:avLst>
              <a:gd name="adj" fmla="val 40000"/>
            </a:avLst>
          </a:prstGeom>
          <a:solidFill>
            <a:srgbClr val="7C6A0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Q6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423EEAC-DD07-4ABA-9E19-0B8376FF6972}"/>
              </a:ext>
            </a:extLst>
          </p:cNvPr>
          <p:cNvSpPr>
            <a:spLocks noGrp="1"/>
          </p:cNvSpPr>
          <p:nvPr/>
        </p:nvSpPr>
        <p:spPr>
          <a:xfrm>
            <a:off x="10763250" y="1733550"/>
            <a:ext cx="666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pPr>
            <a:r>
              <a: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1 of 2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EEA2503-65A0-42BB-B031-AAEA101FC8CE}"/>
              </a:ext>
            </a:extLst>
          </p:cNvPr>
          <p:cNvSpPr>
            <a:spLocks noGrp="1"/>
          </p:cNvSpPr>
          <p:nvPr/>
        </p:nvSpPr>
        <p:spPr>
          <a:xfrm>
            <a:off x="762000" y="2114550"/>
            <a:ext cx="106489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 i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rPr sz="1200" b="0" i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Natrum sulph and Opium in Head injuries.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B50B8D17-230C-4CEF-AE7C-6D885BE04155}"/>
              </a:ext>
            </a:extLst>
          </p:cNvPr>
          <p:cNvSpPr>
            <a:spLocks noGrp="1"/>
          </p:cNvSpPr>
          <p:nvPr/>
        </p:nvSpPr>
        <p:spPr>
          <a:xfrm>
            <a:off x="552450" y="2800350"/>
            <a:ext cx="11087100" cy="1066800"/>
          </a:xfrm>
          <a:prstGeom prst="roundRect">
            <a:avLst>
              <a:gd name="adj" fmla="val 7143"/>
            </a:avLst>
          </a:prstGeom>
          <a:solidFill>
            <a:srgbClr val="FFF8D6"/>
          </a:solidFill>
          <a:ln w="9525">
            <a:solidFill>
              <a:srgbClr val="F2DF9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A4BA2C9-6A38-4F94-9D74-BC895197F8D0}"/>
              </a:ext>
            </a:extLst>
          </p:cNvPr>
          <p:cNvSpPr>
            <a:spLocks noGrp="1"/>
          </p:cNvSpPr>
          <p:nvPr/>
        </p:nvSpPr>
        <p:spPr>
          <a:xfrm>
            <a:off x="552450" y="2800350"/>
            <a:ext cx="76200" cy="1066800"/>
          </a:xfrm>
          <a:prstGeom prst="rect">
            <a:avLst/>
          </a:prstGeom>
          <a:solidFill>
            <a:srgbClr val="F6C343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25A51989-C605-4119-B79D-6FCBCA50DE63}"/>
              </a:ext>
            </a:extLst>
          </p:cNvPr>
          <p:cNvSpPr>
            <a:spLocks noGrp="1"/>
          </p:cNvSpPr>
          <p:nvPr/>
        </p:nvSpPr>
        <p:spPr>
          <a:xfrm>
            <a:off x="762000" y="2971800"/>
            <a:ext cx="990600" cy="285750"/>
          </a:xfrm>
          <a:prstGeom prst="roundRect">
            <a:avLst>
              <a:gd name="adj" fmla="val 40000"/>
            </a:avLst>
          </a:prstGeom>
          <a:solidFill>
            <a:srgbClr val="02809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AUG 2024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20FC179D-7E52-49FD-8F6E-646465D0C127}"/>
              </a:ext>
            </a:extLst>
          </p:cNvPr>
          <p:cNvSpPr>
            <a:spLocks noGrp="1"/>
          </p:cNvSpPr>
          <p:nvPr/>
        </p:nvSpPr>
        <p:spPr>
          <a:xfrm>
            <a:off x="1885950" y="2971800"/>
            <a:ext cx="1219200" cy="285750"/>
          </a:xfrm>
          <a:prstGeom prst="roundRect">
            <a:avLst>
              <a:gd name="adj" fmla="val 40000"/>
            </a:avLst>
          </a:prstGeom>
          <a:solidFill>
            <a:srgbClr val="02809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Write Notes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5DFCF2FC-0D9D-4E2E-8EE3-F3B33311B7E6}"/>
              </a:ext>
            </a:extLst>
          </p:cNvPr>
          <p:cNvSpPr>
            <a:spLocks noGrp="1"/>
          </p:cNvSpPr>
          <p:nvPr/>
        </p:nvSpPr>
        <p:spPr>
          <a:xfrm>
            <a:off x="3238500" y="2971800"/>
            <a:ext cx="514350" cy="285750"/>
          </a:xfrm>
          <a:prstGeom prst="roundRect">
            <a:avLst>
              <a:gd name="adj" fmla="val 40000"/>
            </a:avLst>
          </a:prstGeom>
          <a:solidFill>
            <a:srgbClr val="7C6A0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Q1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64DFF71-E6CF-4D65-9C45-067F7FFA34BA}"/>
              </a:ext>
            </a:extLst>
          </p:cNvPr>
          <p:cNvSpPr>
            <a:spLocks noGrp="1"/>
          </p:cNvSpPr>
          <p:nvPr/>
        </p:nvSpPr>
        <p:spPr>
          <a:xfrm>
            <a:off x="10763250" y="2971800"/>
            <a:ext cx="666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pPr>
            <a:r>
              <a: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2 of 2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CF39B80-88B0-4119-997D-7B67D8F34B77}"/>
              </a:ext>
            </a:extLst>
          </p:cNvPr>
          <p:cNvSpPr>
            <a:spLocks noGrp="1"/>
          </p:cNvSpPr>
          <p:nvPr/>
        </p:nvSpPr>
        <p:spPr>
          <a:xfrm>
            <a:off x="762000" y="3352800"/>
            <a:ext cx="106489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 i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rPr sz="1200" b="0" i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Management of Head injury.</a:t>
            </a:r>
          </a:p>
        </p:txBody>
      </p:sp>
    </p:spTree>
    <p:extLst>
      <p:ext uri="{BB962C8B-B14F-4D97-AF65-F5344CB8AC3E}">
        <p14:creationId xmlns:p14="http://schemas.microsoft.com/office/powerpoint/2010/main" val="1290096215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EB4CA4A1-C733-4A43-8E19-6B4B8926074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066800"/>
          </a:xfrm>
          <a:prstGeom prst="rect">
            <a:avLst/>
          </a:prstGeom>
          <a:solidFill>
            <a:srgbClr val="028090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797E73ED-156C-4578-AEFB-3B54BFD51613}"/>
              </a:ext>
            </a:extLst>
          </p:cNvPr>
          <p:cNvSpPr>
            <a:spLocks noGrp="1"/>
          </p:cNvSpPr>
          <p:nvPr/>
        </p:nvSpPr>
        <p:spPr>
          <a:xfrm>
            <a:off x="457200" y="285750"/>
            <a:ext cx="533400" cy="533400"/>
          </a:xfrm>
          <a:prstGeom prst="ellipse">
            <a:avLst/>
          </a:prstGeom>
          <a:solidFill>
            <a:srgbClr val="00A896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23335A3-A8EF-4270-870F-BEE5FC7DEE49}"/>
              </a:ext>
            </a:extLst>
          </p:cNvPr>
          <p:cNvSpPr>
            <a:spLocks noGrp="1"/>
          </p:cNvSpPr>
          <p:nvPr/>
        </p:nvSpPr>
        <p:spPr>
          <a:xfrm>
            <a:off x="457200" y="381000"/>
            <a:ext cx="5334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57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7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46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EEF9524-51BC-435B-8632-5350EC7F73BC}"/>
              </a:ext>
            </a:extLst>
          </p:cNvPr>
          <p:cNvSpPr>
            <a:spLocks noGrp="1"/>
          </p:cNvSpPr>
          <p:nvPr/>
        </p:nvSpPr>
        <p:spPr>
          <a:xfrm>
            <a:off x="1219200" y="209550"/>
            <a:ext cx="8382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400" b="1" i="0">
                <a:solidFill>
                  <a:srgbClr val="FFFFFF"/>
                </a:solidFill>
                <a:latin typeface="Cambria"/>
                <a:ea typeface="Cambria"/>
                <a:cs typeface="Cambria"/>
              </a:defRPr>
            </a:pPr>
            <a:r>
              <a:rPr sz="2400" b="1" i="0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Neck swellings and thyroid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A6A7A8E-7A7B-48D0-B8EA-F913D71AEF1D}"/>
              </a:ext>
            </a:extLst>
          </p:cNvPr>
          <p:cNvSpPr>
            <a:spLocks noGrp="1"/>
          </p:cNvSpPr>
          <p:nvPr/>
        </p:nvSpPr>
        <p:spPr>
          <a:xfrm>
            <a:off x="1219200" y="666750"/>
            <a:ext cx="8382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125" b="0" i="1">
                <a:solidFill>
                  <a:srgbClr val="E6F5F3"/>
                </a:solidFill>
                <a:latin typeface="Calibri"/>
                <a:ea typeface="Calibri"/>
                <a:cs typeface="Calibri"/>
              </a:defRPr>
            </a:pPr>
            <a:r>
              <a:rPr sz="1125" b="0" i="1">
                <a:solidFill>
                  <a:srgbClr val="E6F5F3"/>
                </a:solidFill>
                <a:latin typeface="Calibri"/>
                <a:ea typeface="Calibri"/>
                <a:cs typeface="Calibri"/>
              </a:rPr>
              <a:t>2 times asked | 1 Write Notes | 1 Short Answers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E15D3EE-733C-4A02-8B44-E61461FB02EA}"/>
              </a:ext>
            </a:extLst>
          </p:cNvPr>
          <p:cNvSpPr>
            <a:spLocks noGrp="1"/>
          </p:cNvSpPr>
          <p:nvPr/>
        </p:nvSpPr>
        <p:spPr>
          <a:xfrm>
            <a:off x="9886950" y="381000"/>
            <a:ext cx="1714500" cy="285750"/>
          </a:xfrm>
          <a:prstGeom prst="roundRect">
            <a:avLst>
              <a:gd name="adj" fmla="val 40000"/>
            </a:avLst>
          </a:prstGeom>
          <a:solidFill>
            <a:srgbClr val="016B78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Rank 46/55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2F10399-32BA-4505-8D94-4B4FFAD29ACC}"/>
              </a:ext>
            </a:extLst>
          </p:cNvPr>
          <p:cNvSpPr>
            <a:spLocks noGrp="1"/>
          </p:cNvSpPr>
          <p:nvPr/>
        </p:nvSpPr>
        <p:spPr>
          <a:xfrm>
            <a:off x="552450" y="1200150"/>
            <a:ext cx="4000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1" i="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pPr>
            <a:r>
              <a:rPr sz="1275" b="1" i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Highlighted asked questions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CF76395A-0D1F-453E-AE05-F384344D353C}"/>
              </a:ext>
            </a:extLst>
          </p:cNvPr>
          <p:cNvSpPr>
            <a:spLocks noGrp="1"/>
          </p:cNvSpPr>
          <p:nvPr/>
        </p:nvSpPr>
        <p:spPr>
          <a:xfrm>
            <a:off x="552450" y="1562100"/>
            <a:ext cx="11087100" cy="1066800"/>
          </a:xfrm>
          <a:prstGeom prst="roundRect">
            <a:avLst>
              <a:gd name="adj" fmla="val 7143"/>
            </a:avLst>
          </a:prstGeom>
          <a:solidFill>
            <a:srgbClr val="FFF8D6"/>
          </a:solidFill>
          <a:ln w="9525">
            <a:solidFill>
              <a:srgbClr val="F2DF9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0E35ED1-0924-4B03-8648-06AE57AE65F5}"/>
              </a:ext>
            </a:extLst>
          </p:cNvPr>
          <p:cNvSpPr>
            <a:spLocks noGrp="1"/>
          </p:cNvSpPr>
          <p:nvPr/>
        </p:nvSpPr>
        <p:spPr>
          <a:xfrm>
            <a:off x="552450" y="1562100"/>
            <a:ext cx="76200" cy="1066800"/>
          </a:xfrm>
          <a:prstGeom prst="rect">
            <a:avLst/>
          </a:prstGeom>
          <a:solidFill>
            <a:srgbClr val="F6C343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130CF62F-B73C-4CB6-A19A-A72EED2F34D4}"/>
              </a:ext>
            </a:extLst>
          </p:cNvPr>
          <p:cNvSpPr>
            <a:spLocks noGrp="1"/>
          </p:cNvSpPr>
          <p:nvPr/>
        </p:nvSpPr>
        <p:spPr>
          <a:xfrm>
            <a:off x="762000" y="1733550"/>
            <a:ext cx="990600" cy="285750"/>
          </a:xfrm>
          <a:prstGeom prst="roundRect">
            <a:avLst>
              <a:gd name="adj" fmla="val 40000"/>
            </a:avLst>
          </a:prstGeom>
          <a:solidFill>
            <a:srgbClr val="02809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SEP 2023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8CBF8A40-FBA4-4994-B93C-FA128C72A08C}"/>
              </a:ext>
            </a:extLst>
          </p:cNvPr>
          <p:cNvSpPr>
            <a:spLocks noGrp="1"/>
          </p:cNvSpPr>
          <p:nvPr/>
        </p:nvSpPr>
        <p:spPr>
          <a:xfrm>
            <a:off x="1885950" y="1733550"/>
            <a:ext cx="1219200" cy="285750"/>
          </a:xfrm>
          <a:prstGeom prst="roundRect">
            <a:avLst>
              <a:gd name="adj" fmla="val 40000"/>
            </a:avLst>
          </a:prstGeom>
          <a:solidFill>
            <a:srgbClr val="2563A8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Short Answers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4E256036-3966-4D67-B9CF-FD6B691D76A0}"/>
              </a:ext>
            </a:extLst>
          </p:cNvPr>
          <p:cNvSpPr>
            <a:spLocks noGrp="1"/>
          </p:cNvSpPr>
          <p:nvPr/>
        </p:nvSpPr>
        <p:spPr>
          <a:xfrm>
            <a:off x="3238500" y="1733550"/>
            <a:ext cx="514350" cy="285750"/>
          </a:xfrm>
          <a:prstGeom prst="roundRect">
            <a:avLst>
              <a:gd name="adj" fmla="val 40000"/>
            </a:avLst>
          </a:prstGeom>
          <a:solidFill>
            <a:srgbClr val="7C6A0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Q4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FA71820-BE73-4918-A5EE-D85DE6E61369}"/>
              </a:ext>
            </a:extLst>
          </p:cNvPr>
          <p:cNvSpPr>
            <a:spLocks noGrp="1"/>
          </p:cNvSpPr>
          <p:nvPr/>
        </p:nvSpPr>
        <p:spPr>
          <a:xfrm>
            <a:off x="10763250" y="1733550"/>
            <a:ext cx="666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pPr>
            <a:r>
              <a: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1 of 2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E10FF4A-14F3-4C94-A6F0-C78E8395E10D}"/>
              </a:ext>
            </a:extLst>
          </p:cNvPr>
          <p:cNvSpPr>
            <a:spLocks noGrp="1"/>
          </p:cNvSpPr>
          <p:nvPr/>
        </p:nvSpPr>
        <p:spPr>
          <a:xfrm>
            <a:off x="762000" y="2114550"/>
            <a:ext cx="106489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 i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rPr sz="1200" b="0" i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Thyroglossal cyst.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42D4BF80-4F72-48DA-BEEA-CFF40B7D69C5}"/>
              </a:ext>
            </a:extLst>
          </p:cNvPr>
          <p:cNvSpPr>
            <a:spLocks noGrp="1"/>
          </p:cNvSpPr>
          <p:nvPr/>
        </p:nvSpPr>
        <p:spPr>
          <a:xfrm>
            <a:off x="552450" y="2800350"/>
            <a:ext cx="11087100" cy="1066800"/>
          </a:xfrm>
          <a:prstGeom prst="roundRect">
            <a:avLst>
              <a:gd name="adj" fmla="val 7143"/>
            </a:avLst>
          </a:prstGeom>
          <a:solidFill>
            <a:srgbClr val="FFF8D6"/>
          </a:solidFill>
          <a:ln w="9525">
            <a:solidFill>
              <a:srgbClr val="F2DF9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1C9D226-204D-43C2-80FE-D7C99143B85F}"/>
              </a:ext>
            </a:extLst>
          </p:cNvPr>
          <p:cNvSpPr>
            <a:spLocks noGrp="1"/>
          </p:cNvSpPr>
          <p:nvPr/>
        </p:nvSpPr>
        <p:spPr>
          <a:xfrm>
            <a:off x="552450" y="2800350"/>
            <a:ext cx="76200" cy="1066800"/>
          </a:xfrm>
          <a:prstGeom prst="rect">
            <a:avLst/>
          </a:prstGeom>
          <a:solidFill>
            <a:srgbClr val="F6C343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20FD2E02-E48A-4E6E-AF5D-FBE6AC8BA4A2}"/>
              </a:ext>
            </a:extLst>
          </p:cNvPr>
          <p:cNvSpPr>
            <a:spLocks noGrp="1"/>
          </p:cNvSpPr>
          <p:nvPr/>
        </p:nvSpPr>
        <p:spPr>
          <a:xfrm>
            <a:off x="762000" y="2971800"/>
            <a:ext cx="990600" cy="285750"/>
          </a:xfrm>
          <a:prstGeom prst="roundRect">
            <a:avLst>
              <a:gd name="adj" fmla="val 40000"/>
            </a:avLst>
          </a:prstGeom>
          <a:solidFill>
            <a:srgbClr val="02809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MAR 2025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D585709D-0F61-4A16-8696-C3B6CE034BCD}"/>
              </a:ext>
            </a:extLst>
          </p:cNvPr>
          <p:cNvSpPr>
            <a:spLocks noGrp="1"/>
          </p:cNvSpPr>
          <p:nvPr/>
        </p:nvSpPr>
        <p:spPr>
          <a:xfrm>
            <a:off x="1885950" y="2971800"/>
            <a:ext cx="1219200" cy="285750"/>
          </a:xfrm>
          <a:prstGeom prst="roundRect">
            <a:avLst>
              <a:gd name="adj" fmla="val 40000"/>
            </a:avLst>
          </a:prstGeom>
          <a:solidFill>
            <a:srgbClr val="02809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Write Notes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82D9A729-F316-40AF-927A-2AFC201EE5F2}"/>
              </a:ext>
            </a:extLst>
          </p:cNvPr>
          <p:cNvSpPr>
            <a:spLocks noGrp="1"/>
          </p:cNvSpPr>
          <p:nvPr/>
        </p:nvSpPr>
        <p:spPr>
          <a:xfrm>
            <a:off x="3238500" y="2971800"/>
            <a:ext cx="514350" cy="285750"/>
          </a:xfrm>
          <a:prstGeom prst="roundRect">
            <a:avLst>
              <a:gd name="adj" fmla="val 40000"/>
            </a:avLst>
          </a:prstGeom>
          <a:solidFill>
            <a:srgbClr val="7C6A0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Q3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1A9947D-9E98-4956-A773-703B7AF9FD1E}"/>
              </a:ext>
            </a:extLst>
          </p:cNvPr>
          <p:cNvSpPr>
            <a:spLocks noGrp="1"/>
          </p:cNvSpPr>
          <p:nvPr/>
        </p:nvSpPr>
        <p:spPr>
          <a:xfrm>
            <a:off x="10763250" y="2971800"/>
            <a:ext cx="666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pPr>
            <a:r>
              <a: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2 of 2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0E61BC3-670F-442C-B46A-485D928FD274}"/>
              </a:ext>
            </a:extLst>
          </p:cNvPr>
          <p:cNvSpPr>
            <a:spLocks noGrp="1"/>
          </p:cNvSpPr>
          <p:nvPr/>
        </p:nvSpPr>
        <p:spPr>
          <a:xfrm>
            <a:off x="762000" y="3352800"/>
            <a:ext cx="106489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 i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rPr sz="1200" b="0" i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D/D of midline swellings of Neck.</a:t>
            </a:r>
          </a:p>
        </p:txBody>
      </p:sp>
    </p:spTree>
    <p:extLst>
      <p:ext uri="{BB962C8B-B14F-4D97-AF65-F5344CB8AC3E}">
        <p14:creationId xmlns:p14="http://schemas.microsoft.com/office/powerpoint/2010/main" val="494414095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7A51B84C-8CFD-4EE9-81D5-590DDFF2179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066800"/>
          </a:xfrm>
          <a:prstGeom prst="rect">
            <a:avLst/>
          </a:prstGeom>
          <a:solidFill>
            <a:srgbClr val="028090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E48FD827-08DC-4EE0-AA67-335E0F06BB33}"/>
              </a:ext>
            </a:extLst>
          </p:cNvPr>
          <p:cNvSpPr>
            <a:spLocks noGrp="1"/>
          </p:cNvSpPr>
          <p:nvPr/>
        </p:nvSpPr>
        <p:spPr>
          <a:xfrm>
            <a:off x="457200" y="285750"/>
            <a:ext cx="533400" cy="533400"/>
          </a:xfrm>
          <a:prstGeom prst="ellipse">
            <a:avLst/>
          </a:prstGeom>
          <a:solidFill>
            <a:srgbClr val="00A896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D2EE09C-3A70-4B1C-8FA1-7DEA07370FC8}"/>
              </a:ext>
            </a:extLst>
          </p:cNvPr>
          <p:cNvSpPr>
            <a:spLocks noGrp="1"/>
          </p:cNvSpPr>
          <p:nvPr/>
        </p:nvSpPr>
        <p:spPr>
          <a:xfrm>
            <a:off x="457200" y="381000"/>
            <a:ext cx="5334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57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7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47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26AE297-BE39-4425-B33B-166E56D12718}"/>
              </a:ext>
            </a:extLst>
          </p:cNvPr>
          <p:cNvSpPr>
            <a:spLocks noGrp="1"/>
          </p:cNvSpPr>
          <p:nvPr/>
        </p:nvSpPr>
        <p:spPr>
          <a:xfrm>
            <a:off x="1219200" y="209550"/>
            <a:ext cx="8382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400" b="1" i="0">
                <a:solidFill>
                  <a:srgbClr val="FFFFFF"/>
                </a:solidFill>
                <a:latin typeface="Cambria"/>
                <a:ea typeface="Cambria"/>
                <a:cs typeface="Cambria"/>
              </a:defRPr>
            </a:pPr>
            <a:r>
              <a:rPr sz="2400" b="1" i="0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Varicose veins and varicocele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4C640D5-9FC3-45ED-B729-27C9CA58C272}"/>
              </a:ext>
            </a:extLst>
          </p:cNvPr>
          <p:cNvSpPr>
            <a:spLocks noGrp="1"/>
          </p:cNvSpPr>
          <p:nvPr/>
        </p:nvSpPr>
        <p:spPr>
          <a:xfrm>
            <a:off x="1219200" y="666750"/>
            <a:ext cx="8382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125" b="0" i="1">
                <a:solidFill>
                  <a:srgbClr val="E6F5F3"/>
                </a:solidFill>
                <a:latin typeface="Calibri"/>
                <a:ea typeface="Calibri"/>
                <a:cs typeface="Calibri"/>
              </a:defRPr>
            </a:pPr>
            <a:r>
              <a:rPr sz="1125" b="0" i="1">
                <a:solidFill>
                  <a:srgbClr val="E6F5F3"/>
                </a:solidFill>
                <a:latin typeface="Calibri"/>
                <a:ea typeface="Calibri"/>
                <a:cs typeface="Calibri"/>
              </a:rPr>
              <a:t>2 times asked | 2 Write Notes | 0 Short Answers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3B5D5E28-49FA-4010-A32B-5BE68004A265}"/>
              </a:ext>
            </a:extLst>
          </p:cNvPr>
          <p:cNvSpPr>
            <a:spLocks noGrp="1"/>
          </p:cNvSpPr>
          <p:nvPr/>
        </p:nvSpPr>
        <p:spPr>
          <a:xfrm>
            <a:off x="9886950" y="381000"/>
            <a:ext cx="1714500" cy="285750"/>
          </a:xfrm>
          <a:prstGeom prst="roundRect">
            <a:avLst>
              <a:gd name="adj" fmla="val 40000"/>
            </a:avLst>
          </a:prstGeom>
          <a:solidFill>
            <a:srgbClr val="016B78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Rank 47/55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71D826E-2ED7-4EB6-994F-B1A92E964F66}"/>
              </a:ext>
            </a:extLst>
          </p:cNvPr>
          <p:cNvSpPr>
            <a:spLocks noGrp="1"/>
          </p:cNvSpPr>
          <p:nvPr/>
        </p:nvSpPr>
        <p:spPr>
          <a:xfrm>
            <a:off x="552450" y="1200150"/>
            <a:ext cx="4000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1" i="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pPr>
            <a:r>
              <a:rPr sz="1275" b="1" i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Highlighted asked questions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27B35457-7EB2-4737-9855-D20283E28127}"/>
              </a:ext>
            </a:extLst>
          </p:cNvPr>
          <p:cNvSpPr>
            <a:spLocks noGrp="1"/>
          </p:cNvSpPr>
          <p:nvPr/>
        </p:nvSpPr>
        <p:spPr>
          <a:xfrm>
            <a:off x="552450" y="1562100"/>
            <a:ext cx="11087100" cy="1066800"/>
          </a:xfrm>
          <a:prstGeom prst="roundRect">
            <a:avLst>
              <a:gd name="adj" fmla="val 7143"/>
            </a:avLst>
          </a:prstGeom>
          <a:solidFill>
            <a:srgbClr val="FFF8D6"/>
          </a:solidFill>
          <a:ln w="9525">
            <a:solidFill>
              <a:srgbClr val="F2DF9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B251174-8784-418A-8BAE-1873BAB3D1EE}"/>
              </a:ext>
            </a:extLst>
          </p:cNvPr>
          <p:cNvSpPr>
            <a:spLocks noGrp="1"/>
          </p:cNvSpPr>
          <p:nvPr/>
        </p:nvSpPr>
        <p:spPr>
          <a:xfrm>
            <a:off x="552450" y="1562100"/>
            <a:ext cx="76200" cy="1066800"/>
          </a:xfrm>
          <a:prstGeom prst="rect">
            <a:avLst/>
          </a:prstGeom>
          <a:solidFill>
            <a:srgbClr val="F6C343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478C52D8-3043-4529-92F7-87EE658CAE74}"/>
              </a:ext>
            </a:extLst>
          </p:cNvPr>
          <p:cNvSpPr>
            <a:spLocks noGrp="1"/>
          </p:cNvSpPr>
          <p:nvPr/>
        </p:nvSpPr>
        <p:spPr>
          <a:xfrm>
            <a:off x="762000" y="1733550"/>
            <a:ext cx="990600" cy="285750"/>
          </a:xfrm>
          <a:prstGeom prst="roundRect">
            <a:avLst>
              <a:gd name="adj" fmla="val 40000"/>
            </a:avLst>
          </a:prstGeom>
          <a:solidFill>
            <a:srgbClr val="02809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MAY 2022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08531D62-7B94-46B2-BF76-F6BADCFC48D0}"/>
              </a:ext>
            </a:extLst>
          </p:cNvPr>
          <p:cNvSpPr>
            <a:spLocks noGrp="1"/>
          </p:cNvSpPr>
          <p:nvPr/>
        </p:nvSpPr>
        <p:spPr>
          <a:xfrm>
            <a:off x="1885950" y="1733550"/>
            <a:ext cx="1219200" cy="285750"/>
          </a:xfrm>
          <a:prstGeom prst="roundRect">
            <a:avLst>
              <a:gd name="adj" fmla="val 40000"/>
            </a:avLst>
          </a:prstGeom>
          <a:solidFill>
            <a:srgbClr val="02809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Write Notes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EF252E78-3DE0-48D1-B97D-05F0DD3A1CFA}"/>
              </a:ext>
            </a:extLst>
          </p:cNvPr>
          <p:cNvSpPr>
            <a:spLocks noGrp="1"/>
          </p:cNvSpPr>
          <p:nvPr/>
        </p:nvSpPr>
        <p:spPr>
          <a:xfrm>
            <a:off x="3238500" y="1733550"/>
            <a:ext cx="514350" cy="285750"/>
          </a:xfrm>
          <a:prstGeom prst="roundRect">
            <a:avLst>
              <a:gd name="adj" fmla="val 40000"/>
            </a:avLst>
          </a:prstGeom>
          <a:solidFill>
            <a:srgbClr val="7C6A0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Q6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AED42D6-3EBD-44CB-AA2C-B471F0501EAE}"/>
              </a:ext>
            </a:extLst>
          </p:cNvPr>
          <p:cNvSpPr>
            <a:spLocks noGrp="1"/>
          </p:cNvSpPr>
          <p:nvPr/>
        </p:nvSpPr>
        <p:spPr>
          <a:xfrm>
            <a:off x="10763250" y="1733550"/>
            <a:ext cx="666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pPr>
            <a:r>
              <a: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1 of 2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358BA3B-8502-44AD-9E53-7E53FDB79BC3}"/>
              </a:ext>
            </a:extLst>
          </p:cNvPr>
          <p:cNvSpPr>
            <a:spLocks noGrp="1"/>
          </p:cNvSpPr>
          <p:nvPr/>
        </p:nvSpPr>
        <p:spPr>
          <a:xfrm>
            <a:off x="762000" y="2114550"/>
            <a:ext cx="106489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 i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rPr sz="1200" b="0" i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Define Vricose vein, write two drugs with indication.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A19B9C3D-D229-476A-8003-9C958F04E9DD}"/>
              </a:ext>
            </a:extLst>
          </p:cNvPr>
          <p:cNvSpPr>
            <a:spLocks noGrp="1"/>
          </p:cNvSpPr>
          <p:nvPr/>
        </p:nvSpPr>
        <p:spPr>
          <a:xfrm>
            <a:off x="552450" y="2800350"/>
            <a:ext cx="11087100" cy="1066800"/>
          </a:xfrm>
          <a:prstGeom prst="roundRect">
            <a:avLst>
              <a:gd name="adj" fmla="val 7143"/>
            </a:avLst>
          </a:prstGeom>
          <a:solidFill>
            <a:srgbClr val="FFF8D6"/>
          </a:solidFill>
          <a:ln w="9525">
            <a:solidFill>
              <a:srgbClr val="F2DF9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361E600-D97E-4BE4-B5DB-76C8EFB21665}"/>
              </a:ext>
            </a:extLst>
          </p:cNvPr>
          <p:cNvSpPr>
            <a:spLocks noGrp="1"/>
          </p:cNvSpPr>
          <p:nvPr/>
        </p:nvSpPr>
        <p:spPr>
          <a:xfrm>
            <a:off x="552450" y="2800350"/>
            <a:ext cx="76200" cy="1066800"/>
          </a:xfrm>
          <a:prstGeom prst="rect">
            <a:avLst/>
          </a:prstGeom>
          <a:solidFill>
            <a:srgbClr val="F6C343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57D02B5A-ACC3-4AAE-AC13-793BD60CCCD6}"/>
              </a:ext>
            </a:extLst>
          </p:cNvPr>
          <p:cNvSpPr>
            <a:spLocks noGrp="1"/>
          </p:cNvSpPr>
          <p:nvPr/>
        </p:nvSpPr>
        <p:spPr>
          <a:xfrm>
            <a:off x="762000" y="2971800"/>
            <a:ext cx="990600" cy="285750"/>
          </a:xfrm>
          <a:prstGeom prst="roundRect">
            <a:avLst>
              <a:gd name="adj" fmla="val 40000"/>
            </a:avLst>
          </a:prstGeom>
          <a:solidFill>
            <a:srgbClr val="02809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OCT 2022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43332844-39FA-4003-A9B1-69007B8B7EC6}"/>
              </a:ext>
            </a:extLst>
          </p:cNvPr>
          <p:cNvSpPr>
            <a:spLocks noGrp="1"/>
          </p:cNvSpPr>
          <p:nvPr/>
        </p:nvSpPr>
        <p:spPr>
          <a:xfrm>
            <a:off x="1885950" y="2971800"/>
            <a:ext cx="1219200" cy="285750"/>
          </a:xfrm>
          <a:prstGeom prst="roundRect">
            <a:avLst>
              <a:gd name="adj" fmla="val 40000"/>
            </a:avLst>
          </a:prstGeom>
          <a:solidFill>
            <a:srgbClr val="02809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Write Notes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DF3CDB67-6D0F-4903-B3F9-E1950A3C1F47}"/>
              </a:ext>
            </a:extLst>
          </p:cNvPr>
          <p:cNvSpPr>
            <a:spLocks noGrp="1"/>
          </p:cNvSpPr>
          <p:nvPr/>
        </p:nvSpPr>
        <p:spPr>
          <a:xfrm>
            <a:off x="3238500" y="2971800"/>
            <a:ext cx="514350" cy="285750"/>
          </a:xfrm>
          <a:prstGeom prst="roundRect">
            <a:avLst>
              <a:gd name="adj" fmla="val 40000"/>
            </a:avLst>
          </a:prstGeom>
          <a:solidFill>
            <a:srgbClr val="7C6A0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Q5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912003E-5B6F-48B1-AF2F-0B4CD8CA0A47}"/>
              </a:ext>
            </a:extLst>
          </p:cNvPr>
          <p:cNvSpPr>
            <a:spLocks noGrp="1"/>
          </p:cNvSpPr>
          <p:nvPr/>
        </p:nvSpPr>
        <p:spPr>
          <a:xfrm>
            <a:off x="10763250" y="2971800"/>
            <a:ext cx="666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pPr>
            <a:r>
              <a: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2 of 2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11A8C77-0562-44ED-A232-AD0BE3E9D528}"/>
              </a:ext>
            </a:extLst>
          </p:cNvPr>
          <p:cNvSpPr>
            <a:spLocks noGrp="1"/>
          </p:cNvSpPr>
          <p:nvPr/>
        </p:nvSpPr>
        <p:spPr>
          <a:xfrm>
            <a:off x="762000" y="3352800"/>
            <a:ext cx="106489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 i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rPr sz="1200" b="0" i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Define Varicocele and two drugs with indication.</a:t>
            </a:r>
          </a:p>
        </p:txBody>
      </p:sp>
    </p:spTree>
    <p:extLst>
      <p:ext uri="{BB962C8B-B14F-4D97-AF65-F5344CB8AC3E}">
        <p14:creationId xmlns:p14="http://schemas.microsoft.com/office/powerpoint/2010/main" val="351185290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96529624-4531-4321-8504-49CC4512926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066800"/>
          </a:xfrm>
          <a:prstGeom prst="rect">
            <a:avLst/>
          </a:prstGeom>
          <a:solidFill>
            <a:srgbClr val="028090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CEEDCFEF-05C2-4DD0-A8B6-654E67728B80}"/>
              </a:ext>
            </a:extLst>
          </p:cNvPr>
          <p:cNvSpPr>
            <a:spLocks noGrp="1"/>
          </p:cNvSpPr>
          <p:nvPr/>
        </p:nvSpPr>
        <p:spPr>
          <a:xfrm>
            <a:off x="457200" y="285750"/>
            <a:ext cx="533400" cy="533400"/>
          </a:xfrm>
          <a:prstGeom prst="ellipse">
            <a:avLst/>
          </a:prstGeom>
          <a:solidFill>
            <a:srgbClr val="00A896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6E20CB0-9AAC-4596-ACA3-78413AE3EF53}"/>
              </a:ext>
            </a:extLst>
          </p:cNvPr>
          <p:cNvSpPr>
            <a:spLocks noGrp="1"/>
          </p:cNvSpPr>
          <p:nvPr/>
        </p:nvSpPr>
        <p:spPr>
          <a:xfrm>
            <a:off x="457200" y="381000"/>
            <a:ext cx="5334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57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7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48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C75CCC2-0FB9-4DC0-92B5-4966523CCCB0}"/>
              </a:ext>
            </a:extLst>
          </p:cNvPr>
          <p:cNvSpPr>
            <a:spLocks noGrp="1"/>
          </p:cNvSpPr>
          <p:nvPr/>
        </p:nvSpPr>
        <p:spPr>
          <a:xfrm>
            <a:off x="1219200" y="209550"/>
            <a:ext cx="8382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400" b="1" i="0">
                <a:solidFill>
                  <a:srgbClr val="FFFFFF"/>
                </a:solidFill>
                <a:latin typeface="Cambria"/>
                <a:ea typeface="Cambria"/>
                <a:cs typeface="Cambria"/>
              </a:defRPr>
            </a:pPr>
            <a:r>
              <a:rPr sz="2400" b="1" i="0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Define and classify cyst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102691A-36FD-4AEA-88D5-6E1893CA05B5}"/>
              </a:ext>
            </a:extLst>
          </p:cNvPr>
          <p:cNvSpPr>
            <a:spLocks noGrp="1"/>
          </p:cNvSpPr>
          <p:nvPr/>
        </p:nvSpPr>
        <p:spPr>
          <a:xfrm>
            <a:off x="1219200" y="666750"/>
            <a:ext cx="8382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125" b="0" i="1">
                <a:solidFill>
                  <a:srgbClr val="E6F5F3"/>
                </a:solidFill>
                <a:latin typeface="Calibri"/>
                <a:ea typeface="Calibri"/>
                <a:cs typeface="Calibri"/>
              </a:defRPr>
            </a:pPr>
            <a:r>
              <a:rPr sz="1125" b="0" i="1">
                <a:solidFill>
                  <a:srgbClr val="E6F5F3"/>
                </a:solidFill>
                <a:latin typeface="Calibri"/>
                <a:ea typeface="Calibri"/>
                <a:cs typeface="Calibri"/>
              </a:rPr>
              <a:t>1 times asked | 1 Write Notes | 0 Short Answers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1D682D45-267D-49A5-917A-A4E3C17EAE8E}"/>
              </a:ext>
            </a:extLst>
          </p:cNvPr>
          <p:cNvSpPr>
            <a:spLocks noGrp="1"/>
          </p:cNvSpPr>
          <p:nvPr/>
        </p:nvSpPr>
        <p:spPr>
          <a:xfrm>
            <a:off x="9886950" y="381000"/>
            <a:ext cx="1714500" cy="285750"/>
          </a:xfrm>
          <a:prstGeom prst="roundRect">
            <a:avLst>
              <a:gd name="adj" fmla="val 40000"/>
            </a:avLst>
          </a:prstGeom>
          <a:solidFill>
            <a:srgbClr val="016B78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Rank 48/55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5F900C6-2D80-4E47-8E51-785608B24612}"/>
              </a:ext>
            </a:extLst>
          </p:cNvPr>
          <p:cNvSpPr>
            <a:spLocks noGrp="1"/>
          </p:cNvSpPr>
          <p:nvPr/>
        </p:nvSpPr>
        <p:spPr>
          <a:xfrm>
            <a:off x="552450" y="1200150"/>
            <a:ext cx="4000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1" i="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pPr>
            <a:r>
              <a:rPr sz="1275" b="1" i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Highlighted asked questions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F68D06A5-DCE3-4C89-8EB9-8F086565A1A4}"/>
              </a:ext>
            </a:extLst>
          </p:cNvPr>
          <p:cNvSpPr>
            <a:spLocks noGrp="1"/>
          </p:cNvSpPr>
          <p:nvPr/>
        </p:nvSpPr>
        <p:spPr>
          <a:xfrm>
            <a:off x="552450" y="1562100"/>
            <a:ext cx="11087100" cy="1066800"/>
          </a:xfrm>
          <a:prstGeom prst="roundRect">
            <a:avLst>
              <a:gd name="adj" fmla="val 7143"/>
            </a:avLst>
          </a:prstGeom>
          <a:solidFill>
            <a:srgbClr val="FFF8D6"/>
          </a:solidFill>
          <a:ln w="9525">
            <a:solidFill>
              <a:srgbClr val="F2DF9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6552558-005C-48EA-A221-901B47CB6DD9}"/>
              </a:ext>
            </a:extLst>
          </p:cNvPr>
          <p:cNvSpPr>
            <a:spLocks noGrp="1"/>
          </p:cNvSpPr>
          <p:nvPr/>
        </p:nvSpPr>
        <p:spPr>
          <a:xfrm>
            <a:off x="552450" y="1562100"/>
            <a:ext cx="76200" cy="1066800"/>
          </a:xfrm>
          <a:prstGeom prst="rect">
            <a:avLst/>
          </a:prstGeom>
          <a:solidFill>
            <a:srgbClr val="F6C343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C800CF48-ADFF-4588-996C-BBCE51E46094}"/>
              </a:ext>
            </a:extLst>
          </p:cNvPr>
          <p:cNvSpPr>
            <a:spLocks noGrp="1"/>
          </p:cNvSpPr>
          <p:nvPr/>
        </p:nvSpPr>
        <p:spPr>
          <a:xfrm>
            <a:off x="762000" y="1733550"/>
            <a:ext cx="990600" cy="285750"/>
          </a:xfrm>
          <a:prstGeom prst="roundRect">
            <a:avLst>
              <a:gd name="adj" fmla="val 40000"/>
            </a:avLst>
          </a:prstGeom>
          <a:solidFill>
            <a:srgbClr val="02809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SEP 2023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E4FB7A0B-52D2-4119-9D2D-9122216161DF}"/>
              </a:ext>
            </a:extLst>
          </p:cNvPr>
          <p:cNvSpPr>
            <a:spLocks noGrp="1"/>
          </p:cNvSpPr>
          <p:nvPr/>
        </p:nvSpPr>
        <p:spPr>
          <a:xfrm>
            <a:off x="1885950" y="1733550"/>
            <a:ext cx="1219200" cy="285750"/>
          </a:xfrm>
          <a:prstGeom prst="roundRect">
            <a:avLst>
              <a:gd name="adj" fmla="val 40000"/>
            </a:avLst>
          </a:prstGeom>
          <a:solidFill>
            <a:srgbClr val="02809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Write Notes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DC1DBD95-28B7-4F1B-9946-E85CA284A4FE}"/>
              </a:ext>
            </a:extLst>
          </p:cNvPr>
          <p:cNvSpPr>
            <a:spLocks noGrp="1"/>
          </p:cNvSpPr>
          <p:nvPr/>
        </p:nvSpPr>
        <p:spPr>
          <a:xfrm>
            <a:off x="3238500" y="1733550"/>
            <a:ext cx="514350" cy="285750"/>
          </a:xfrm>
          <a:prstGeom prst="roundRect">
            <a:avLst>
              <a:gd name="adj" fmla="val 40000"/>
            </a:avLst>
          </a:prstGeom>
          <a:solidFill>
            <a:srgbClr val="7C6A0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Q1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8A0F157-A433-4B4C-A216-657126A4CA14}"/>
              </a:ext>
            </a:extLst>
          </p:cNvPr>
          <p:cNvSpPr>
            <a:spLocks noGrp="1"/>
          </p:cNvSpPr>
          <p:nvPr/>
        </p:nvSpPr>
        <p:spPr>
          <a:xfrm>
            <a:off x="10763250" y="1733550"/>
            <a:ext cx="666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pPr>
            <a:r>
              <a: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1 of 1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B9B2675-2988-489C-B3F7-EA16A8F15D6B}"/>
              </a:ext>
            </a:extLst>
          </p:cNvPr>
          <p:cNvSpPr>
            <a:spLocks noGrp="1"/>
          </p:cNvSpPr>
          <p:nvPr/>
        </p:nvSpPr>
        <p:spPr>
          <a:xfrm>
            <a:off x="762000" y="2114550"/>
            <a:ext cx="106489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 i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rPr sz="1200" b="0" i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Define and classify cyst.</a:t>
            </a:r>
          </a:p>
        </p:txBody>
      </p:sp>
    </p:spTree>
    <p:extLst>
      <p:ext uri="{BB962C8B-B14F-4D97-AF65-F5344CB8AC3E}">
        <p14:creationId xmlns:p14="http://schemas.microsoft.com/office/powerpoint/2010/main" val="155703553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27995901-7E3C-4238-AB74-946C3A10EAD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066800"/>
          </a:xfrm>
          <a:prstGeom prst="rect">
            <a:avLst/>
          </a:prstGeom>
          <a:solidFill>
            <a:srgbClr val="028090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ED62CB37-827B-46E0-9966-56060C946D76}"/>
              </a:ext>
            </a:extLst>
          </p:cNvPr>
          <p:cNvSpPr>
            <a:spLocks noGrp="1"/>
          </p:cNvSpPr>
          <p:nvPr/>
        </p:nvSpPr>
        <p:spPr>
          <a:xfrm>
            <a:off x="457200" y="285750"/>
            <a:ext cx="533400" cy="533400"/>
          </a:xfrm>
          <a:prstGeom prst="ellipse">
            <a:avLst/>
          </a:prstGeom>
          <a:solidFill>
            <a:srgbClr val="00A896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5A81739-229D-4B80-B4EA-81C3051A1317}"/>
              </a:ext>
            </a:extLst>
          </p:cNvPr>
          <p:cNvSpPr>
            <a:spLocks noGrp="1"/>
          </p:cNvSpPr>
          <p:nvPr/>
        </p:nvSpPr>
        <p:spPr>
          <a:xfrm>
            <a:off x="457200" y="381000"/>
            <a:ext cx="5334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57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7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49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A0CC830-429A-41C5-83DF-B1919981716B}"/>
              </a:ext>
            </a:extLst>
          </p:cNvPr>
          <p:cNvSpPr>
            <a:spLocks noGrp="1"/>
          </p:cNvSpPr>
          <p:nvPr/>
        </p:nvSpPr>
        <p:spPr>
          <a:xfrm>
            <a:off x="1219200" y="209550"/>
            <a:ext cx="8382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400" b="1" i="0">
                <a:solidFill>
                  <a:srgbClr val="FFFFFF"/>
                </a:solidFill>
                <a:latin typeface="Cambria"/>
                <a:ea typeface="Cambria"/>
                <a:cs typeface="Cambria"/>
              </a:defRPr>
            </a:pPr>
            <a:r>
              <a:rPr sz="2400" b="1" i="0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Define Sinus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BE1DF2C-A267-42FA-9A20-B659506281ED}"/>
              </a:ext>
            </a:extLst>
          </p:cNvPr>
          <p:cNvSpPr>
            <a:spLocks noGrp="1"/>
          </p:cNvSpPr>
          <p:nvPr/>
        </p:nvSpPr>
        <p:spPr>
          <a:xfrm>
            <a:off x="1219200" y="666750"/>
            <a:ext cx="8382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125" b="0" i="1">
                <a:solidFill>
                  <a:srgbClr val="E6F5F3"/>
                </a:solidFill>
                <a:latin typeface="Calibri"/>
                <a:ea typeface="Calibri"/>
                <a:cs typeface="Calibri"/>
              </a:defRPr>
            </a:pPr>
            <a:r>
              <a:rPr sz="1125" b="0" i="1">
                <a:solidFill>
                  <a:srgbClr val="E6F5F3"/>
                </a:solidFill>
                <a:latin typeface="Calibri"/>
                <a:ea typeface="Calibri"/>
                <a:cs typeface="Calibri"/>
              </a:rPr>
              <a:t>1 times asked | 0 Write Notes | 1 Short Answers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ACBE3941-5903-4221-99F0-070BD8AE55E3}"/>
              </a:ext>
            </a:extLst>
          </p:cNvPr>
          <p:cNvSpPr>
            <a:spLocks noGrp="1"/>
          </p:cNvSpPr>
          <p:nvPr/>
        </p:nvSpPr>
        <p:spPr>
          <a:xfrm>
            <a:off x="9886950" y="381000"/>
            <a:ext cx="1714500" cy="285750"/>
          </a:xfrm>
          <a:prstGeom prst="roundRect">
            <a:avLst>
              <a:gd name="adj" fmla="val 40000"/>
            </a:avLst>
          </a:prstGeom>
          <a:solidFill>
            <a:srgbClr val="016B78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Rank 49/55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D2D5D9B-B4C5-447F-92DE-491825EC9147}"/>
              </a:ext>
            </a:extLst>
          </p:cNvPr>
          <p:cNvSpPr>
            <a:spLocks noGrp="1"/>
          </p:cNvSpPr>
          <p:nvPr/>
        </p:nvSpPr>
        <p:spPr>
          <a:xfrm>
            <a:off x="552450" y="1200150"/>
            <a:ext cx="4000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1" i="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pPr>
            <a:r>
              <a:rPr sz="1275" b="1" i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Highlighted asked questions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4D6B9B35-A61C-429B-B333-D2F61022DD25}"/>
              </a:ext>
            </a:extLst>
          </p:cNvPr>
          <p:cNvSpPr>
            <a:spLocks noGrp="1"/>
          </p:cNvSpPr>
          <p:nvPr/>
        </p:nvSpPr>
        <p:spPr>
          <a:xfrm>
            <a:off x="552450" y="1562100"/>
            <a:ext cx="11087100" cy="1066800"/>
          </a:xfrm>
          <a:prstGeom prst="roundRect">
            <a:avLst>
              <a:gd name="adj" fmla="val 7143"/>
            </a:avLst>
          </a:prstGeom>
          <a:solidFill>
            <a:srgbClr val="FFF8D6"/>
          </a:solidFill>
          <a:ln w="9525">
            <a:solidFill>
              <a:srgbClr val="F2DF9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D0B0F8B-C5F4-4CCB-9AA4-FA7F882BE4B1}"/>
              </a:ext>
            </a:extLst>
          </p:cNvPr>
          <p:cNvSpPr>
            <a:spLocks noGrp="1"/>
          </p:cNvSpPr>
          <p:nvPr/>
        </p:nvSpPr>
        <p:spPr>
          <a:xfrm>
            <a:off x="552450" y="1562100"/>
            <a:ext cx="76200" cy="1066800"/>
          </a:xfrm>
          <a:prstGeom prst="rect">
            <a:avLst/>
          </a:prstGeom>
          <a:solidFill>
            <a:srgbClr val="F6C343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AB069D7C-B50D-4268-AFAB-7D5819F596DE}"/>
              </a:ext>
            </a:extLst>
          </p:cNvPr>
          <p:cNvSpPr>
            <a:spLocks noGrp="1"/>
          </p:cNvSpPr>
          <p:nvPr/>
        </p:nvSpPr>
        <p:spPr>
          <a:xfrm>
            <a:off x="762000" y="1733550"/>
            <a:ext cx="990600" cy="285750"/>
          </a:xfrm>
          <a:prstGeom prst="roundRect">
            <a:avLst>
              <a:gd name="adj" fmla="val 40000"/>
            </a:avLst>
          </a:prstGeom>
          <a:solidFill>
            <a:srgbClr val="02809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OCT 2018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8A95797E-D74A-4BF7-8B52-3CE2643AF3B0}"/>
              </a:ext>
            </a:extLst>
          </p:cNvPr>
          <p:cNvSpPr>
            <a:spLocks noGrp="1"/>
          </p:cNvSpPr>
          <p:nvPr/>
        </p:nvSpPr>
        <p:spPr>
          <a:xfrm>
            <a:off x="1885950" y="1733550"/>
            <a:ext cx="1219200" cy="285750"/>
          </a:xfrm>
          <a:prstGeom prst="roundRect">
            <a:avLst>
              <a:gd name="adj" fmla="val 40000"/>
            </a:avLst>
          </a:prstGeom>
          <a:solidFill>
            <a:srgbClr val="2563A8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Short Answers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AB923E1-376B-48FC-98A0-29F89BA772F5}"/>
              </a:ext>
            </a:extLst>
          </p:cNvPr>
          <p:cNvSpPr>
            <a:spLocks noGrp="1"/>
          </p:cNvSpPr>
          <p:nvPr/>
        </p:nvSpPr>
        <p:spPr>
          <a:xfrm>
            <a:off x="3238500" y="1733550"/>
            <a:ext cx="514350" cy="285750"/>
          </a:xfrm>
          <a:prstGeom prst="roundRect">
            <a:avLst>
              <a:gd name="adj" fmla="val 40000"/>
            </a:avLst>
          </a:prstGeom>
          <a:solidFill>
            <a:srgbClr val="7C6A0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Q2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C4C2319-530A-4E97-B35E-B6F206A66C1F}"/>
              </a:ext>
            </a:extLst>
          </p:cNvPr>
          <p:cNvSpPr>
            <a:spLocks noGrp="1"/>
          </p:cNvSpPr>
          <p:nvPr/>
        </p:nvSpPr>
        <p:spPr>
          <a:xfrm>
            <a:off x="10763250" y="1733550"/>
            <a:ext cx="666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pPr>
            <a:r>
              <a: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1 of 1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EEC4F26-6BFD-4932-A34C-A8BF527412D1}"/>
              </a:ext>
            </a:extLst>
          </p:cNvPr>
          <p:cNvSpPr>
            <a:spLocks noGrp="1"/>
          </p:cNvSpPr>
          <p:nvPr/>
        </p:nvSpPr>
        <p:spPr>
          <a:xfrm>
            <a:off x="762000" y="2114550"/>
            <a:ext cx="106489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 i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rPr sz="1200" b="0" i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Define Sinus.</a:t>
            </a:r>
          </a:p>
        </p:txBody>
      </p:sp>
    </p:spTree>
    <p:extLst>
      <p:ext uri="{BB962C8B-B14F-4D97-AF65-F5344CB8AC3E}">
        <p14:creationId xmlns:p14="http://schemas.microsoft.com/office/powerpoint/2010/main" val="959711560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6AFD46FA-2B1D-45F9-BAEE-E184C08CE55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066800"/>
          </a:xfrm>
          <a:prstGeom prst="rect">
            <a:avLst/>
          </a:prstGeom>
          <a:solidFill>
            <a:srgbClr val="028090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03F2F018-3099-4DBA-9570-15CED63F59CA}"/>
              </a:ext>
            </a:extLst>
          </p:cNvPr>
          <p:cNvSpPr>
            <a:spLocks noGrp="1"/>
          </p:cNvSpPr>
          <p:nvPr/>
        </p:nvSpPr>
        <p:spPr>
          <a:xfrm>
            <a:off x="457200" y="285750"/>
            <a:ext cx="533400" cy="533400"/>
          </a:xfrm>
          <a:prstGeom prst="ellipse">
            <a:avLst/>
          </a:prstGeom>
          <a:solidFill>
            <a:srgbClr val="00A896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D7CCA32-2D52-4CA5-853D-D91FB4575AE1}"/>
              </a:ext>
            </a:extLst>
          </p:cNvPr>
          <p:cNvSpPr>
            <a:spLocks noGrp="1"/>
          </p:cNvSpPr>
          <p:nvPr/>
        </p:nvSpPr>
        <p:spPr>
          <a:xfrm>
            <a:off x="457200" y="381000"/>
            <a:ext cx="5334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57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7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50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1C26E47-6777-4BB8-9EB4-8710644A90CD}"/>
              </a:ext>
            </a:extLst>
          </p:cNvPr>
          <p:cNvSpPr>
            <a:spLocks noGrp="1"/>
          </p:cNvSpPr>
          <p:nvPr/>
        </p:nvSpPr>
        <p:spPr>
          <a:xfrm>
            <a:off x="1219200" y="209550"/>
            <a:ext cx="8382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400" b="1" i="0">
                <a:solidFill>
                  <a:srgbClr val="FFFFFF"/>
                </a:solidFill>
                <a:latin typeface="Cambria"/>
                <a:ea typeface="Cambria"/>
                <a:cs typeface="Cambria"/>
              </a:defRPr>
            </a:pPr>
            <a:r>
              <a:rPr sz="2400" b="1" i="0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Dental caries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7F56FB0-DD9F-4E4B-A113-E049B22F1DEF}"/>
              </a:ext>
            </a:extLst>
          </p:cNvPr>
          <p:cNvSpPr>
            <a:spLocks noGrp="1"/>
          </p:cNvSpPr>
          <p:nvPr/>
        </p:nvSpPr>
        <p:spPr>
          <a:xfrm>
            <a:off x="1219200" y="666750"/>
            <a:ext cx="8382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125" b="0" i="1">
                <a:solidFill>
                  <a:srgbClr val="E6F5F3"/>
                </a:solidFill>
                <a:latin typeface="Calibri"/>
                <a:ea typeface="Calibri"/>
                <a:cs typeface="Calibri"/>
              </a:defRPr>
            </a:pPr>
            <a:r>
              <a:rPr sz="1125" b="0" i="1">
                <a:solidFill>
                  <a:srgbClr val="E6F5F3"/>
                </a:solidFill>
                <a:latin typeface="Calibri"/>
                <a:ea typeface="Calibri"/>
                <a:cs typeface="Calibri"/>
              </a:rPr>
              <a:t>1 times asked | 0 Write Notes | 1 Short Answers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4F80CBA0-624F-4957-B381-312C58DEF682}"/>
              </a:ext>
            </a:extLst>
          </p:cNvPr>
          <p:cNvSpPr>
            <a:spLocks noGrp="1"/>
          </p:cNvSpPr>
          <p:nvPr/>
        </p:nvSpPr>
        <p:spPr>
          <a:xfrm>
            <a:off x="9886950" y="381000"/>
            <a:ext cx="1714500" cy="285750"/>
          </a:xfrm>
          <a:prstGeom prst="roundRect">
            <a:avLst>
              <a:gd name="adj" fmla="val 40000"/>
            </a:avLst>
          </a:prstGeom>
          <a:solidFill>
            <a:srgbClr val="016B78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Rank 50/55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2047AA5-87B8-4427-9FBD-4CC184EAE018}"/>
              </a:ext>
            </a:extLst>
          </p:cNvPr>
          <p:cNvSpPr>
            <a:spLocks noGrp="1"/>
          </p:cNvSpPr>
          <p:nvPr/>
        </p:nvSpPr>
        <p:spPr>
          <a:xfrm>
            <a:off x="552450" y="1200150"/>
            <a:ext cx="4000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1" i="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pPr>
            <a:r>
              <a:rPr sz="1275" b="1" i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Highlighted asked questions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C9877B12-7F44-4D28-903B-81C89B875F4B}"/>
              </a:ext>
            </a:extLst>
          </p:cNvPr>
          <p:cNvSpPr>
            <a:spLocks noGrp="1"/>
          </p:cNvSpPr>
          <p:nvPr/>
        </p:nvSpPr>
        <p:spPr>
          <a:xfrm>
            <a:off x="552450" y="1562100"/>
            <a:ext cx="11087100" cy="1066800"/>
          </a:xfrm>
          <a:prstGeom prst="roundRect">
            <a:avLst>
              <a:gd name="adj" fmla="val 7143"/>
            </a:avLst>
          </a:prstGeom>
          <a:solidFill>
            <a:srgbClr val="FFF8D6"/>
          </a:solidFill>
          <a:ln w="9525">
            <a:solidFill>
              <a:srgbClr val="F2DF9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3D335A7-5335-401E-8F35-C6E4192C404B}"/>
              </a:ext>
            </a:extLst>
          </p:cNvPr>
          <p:cNvSpPr>
            <a:spLocks noGrp="1"/>
          </p:cNvSpPr>
          <p:nvPr/>
        </p:nvSpPr>
        <p:spPr>
          <a:xfrm>
            <a:off x="552450" y="1562100"/>
            <a:ext cx="76200" cy="1066800"/>
          </a:xfrm>
          <a:prstGeom prst="rect">
            <a:avLst/>
          </a:prstGeom>
          <a:solidFill>
            <a:srgbClr val="F6C343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ED4EE1C1-8B12-43B4-98C3-E106CAA3A2EC}"/>
              </a:ext>
            </a:extLst>
          </p:cNvPr>
          <p:cNvSpPr>
            <a:spLocks noGrp="1"/>
          </p:cNvSpPr>
          <p:nvPr/>
        </p:nvSpPr>
        <p:spPr>
          <a:xfrm>
            <a:off x="762000" y="1733550"/>
            <a:ext cx="990600" cy="285750"/>
          </a:xfrm>
          <a:prstGeom prst="roundRect">
            <a:avLst>
              <a:gd name="adj" fmla="val 40000"/>
            </a:avLst>
          </a:prstGeom>
          <a:solidFill>
            <a:srgbClr val="02809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MAR 2025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810F625B-7B08-4E19-9119-7621F58275D1}"/>
              </a:ext>
            </a:extLst>
          </p:cNvPr>
          <p:cNvSpPr>
            <a:spLocks noGrp="1"/>
          </p:cNvSpPr>
          <p:nvPr/>
        </p:nvSpPr>
        <p:spPr>
          <a:xfrm>
            <a:off x="1885950" y="1733550"/>
            <a:ext cx="1219200" cy="285750"/>
          </a:xfrm>
          <a:prstGeom prst="roundRect">
            <a:avLst>
              <a:gd name="adj" fmla="val 40000"/>
            </a:avLst>
          </a:prstGeom>
          <a:solidFill>
            <a:srgbClr val="2563A8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Short Answers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399A1921-A7A6-4143-AECC-F35FA3CE083E}"/>
              </a:ext>
            </a:extLst>
          </p:cNvPr>
          <p:cNvSpPr>
            <a:spLocks noGrp="1"/>
          </p:cNvSpPr>
          <p:nvPr/>
        </p:nvSpPr>
        <p:spPr>
          <a:xfrm>
            <a:off x="3238500" y="1733550"/>
            <a:ext cx="514350" cy="285750"/>
          </a:xfrm>
          <a:prstGeom prst="roundRect">
            <a:avLst>
              <a:gd name="adj" fmla="val 40000"/>
            </a:avLst>
          </a:prstGeom>
          <a:solidFill>
            <a:srgbClr val="7C6A0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Q6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AA61EF9-494F-405F-8D52-C1F21D16E9F8}"/>
              </a:ext>
            </a:extLst>
          </p:cNvPr>
          <p:cNvSpPr>
            <a:spLocks noGrp="1"/>
          </p:cNvSpPr>
          <p:nvPr/>
        </p:nvSpPr>
        <p:spPr>
          <a:xfrm>
            <a:off x="10763250" y="1733550"/>
            <a:ext cx="666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pPr>
            <a:r>
              <a: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1 of 1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7773466-285B-494B-8C75-53D219C199DC}"/>
              </a:ext>
            </a:extLst>
          </p:cNvPr>
          <p:cNvSpPr>
            <a:spLocks noGrp="1"/>
          </p:cNvSpPr>
          <p:nvPr/>
        </p:nvSpPr>
        <p:spPr>
          <a:xfrm>
            <a:off x="762000" y="2114550"/>
            <a:ext cx="106489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 i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rPr sz="1200" b="0" i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Thuja - Dental caries.</a:t>
            </a:r>
          </a:p>
        </p:txBody>
      </p:sp>
    </p:spTree>
    <p:extLst>
      <p:ext uri="{BB962C8B-B14F-4D97-AF65-F5344CB8AC3E}">
        <p14:creationId xmlns:p14="http://schemas.microsoft.com/office/powerpoint/2010/main" val="1378753732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8F4032C0-901D-4DF4-A246-3ECFCB718F4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066800"/>
          </a:xfrm>
          <a:prstGeom prst="rect">
            <a:avLst/>
          </a:prstGeom>
          <a:solidFill>
            <a:srgbClr val="028090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C3774581-0DA9-4E1E-BC10-6D9C95FA527E}"/>
              </a:ext>
            </a:extLst>
          </p:cNvPr>
          <p:cNvSpPr>
            <a:spLocks noGrp="1"/>
          </p:cNvSpPr>
          <p:nvPr/>
        </p:nvSpPr>
        <p:spPr>
          <a:xfrm>
            <a:off x="457200" y="285750"/>
            <a:ext cx="533400" cy="533400"/>
          </a:xfrm>
          <a:prstGeom prst="ellipse">
            <a:avLst/>
          </a:prstGeom>
          <a:solidFill>
            <a:srgbClr val="00A896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3F5D1C9-E5D1-4857-BC85-0466F4E33C0F}"/>
              </a:ext>
            </a:extLst>
          </p:cNvPr>
          <p:cNvSpPr>
            <a:spLocks noGrp="1"/>
          </p:cNvSpPr>
          <p:nvPr/>
        </p:nvSpPr>
        <p:spPr>
          <a:xfrm>
            <a:off x="457200" y="381000"/>
            <a:ext cx="5334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57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7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51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BBE3F84-943D-436F-BD19-23CE8FE6CA1E}"/>
              </a:ext>
            </a:extLst>
          </p:cNvPr>
          <p:cNvSpPr>
            <a:spLocks noGrp="1"/>
          </p:cNvSpPr>
          <p:nvPr/>
        </p:nvSpPr>
        <p:spPr>
          <a:xfrm>
            <a:off x="1219200" y="209550"/>
            <a:ext cx="8382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400" b="1" i="0">
                <a:solidFill>
                  <a:srgbClr val="FFFFFF"/>
                </a:solidFill>
                <a:latin typeface="Cambria"/>
                <a:ea typeface="Cambria"/>
                <a:cs typeface="Cambria"/>
              </a:defRPr>
            </a:pPr>
            <a:r>
              <a:rPr sz="2400" b="1" i="0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Lymphangioma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DF5287C-4DE3-4313-B79C-3EFCB38DD1A3}"/>
              </a:ext>
            </a:extLst>
          </p:cNvPr>
          <p:cNvSpPr>
            <a:spLocks noGrp="1"/>
          </p:cNvSpPr>
          <p:nvPr/>
        </p:nvSpPr>
        <p:spPr>
          <a:xfrm>
            <a:off x="1219200" y="666750"/>
            <a:ext cx="8382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125" b="0" i="1">
                <a:solidFill>
                  <a:srgbClr val="E6F5F3"/>
                </a:solidFill>
                <a:latin typeface="Calibri"/>
                <a:ea typeface="Calibri"/>
                <a:cs typeface="Calibri"/>
              </a:defRPr>
            </a:pPr>
            <a:r>
              <a:rPr sz="1125" b="0" i="1">
                <a:solidFill>
                  <a:srgbClr val="E6F5F3"/>
                </a:solidFill>
                <a:latin typeface="Calibri"/>
                <a:ea typeface="Calibri"/>
                <a:cs typeface="Calibri"/>
              </a:rPr>
              <a:t>1 times asked | 1 Write Notes | 0 Short Answers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1648C4A-C0AD-4178-B806-12D8A5693BD7}"/>
              </a:ext>
            </a:extLst>
          </p:cNvPr>
          <p:cNvSpPr>
            <a:spLocks noGrp="1"/>
          </p:cNvSpPr>
          <p:nvPr/>
        </p:nvSpPr>
        <p:spPr>
          <a:xfrm>
            <a:off x="9886950" y="381000"/>
            <a:ext cx="1714500" cy="285750"/>
          </a:xfrm>
          <a:prstGeom prst="roundRect">
            <a:avLst>
              <a:gd name="adj" fmla="val 40000"/>
            </a:avLst>
          </a:prstGeom>
          <a:solidFill>
            <a:srgbClr val="016B78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Rank 51/55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A3B0C0C-AE07-4E55-A58A-5AE42C1936F6}"/>
              </a:ext>
            </a:extLst>
          </p:cNvPr>
          <p:cNvSpPr>
            <a:spLocks noGrp="1"/>
          </p:cNvSpPr>
          <p:nvPr/>
        </p:nvSpPr>
        <p:spPr>
          <a:xfrm>
            <a:off x="552450" y="1200150"/>
            <a:ext cx="4000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1" i="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pPr>
            <a:r>
              <a:rPr sz="1275" b="1" i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Highlighted asked questions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BB267CF3-BC5B-404C-A594-ACA4D2DFD5E4}"/>
              </a:ext>
            </a:extLst>
          </p:cNvPr>
          <p:cNvSpPr>
            <a:spLocks noGrp="1"/>
          </p:cNvSpPr>
          <p:nvPr/>
        </p:nvSpPr>
        <p:spPr>
          <a:xfrm>
            <a:off x="552450" y="1562100"/>
            <a:ext cx="11087100" cy="1066800"/>
          </a:xfrm>
          <a:prstGeom prst="roundRect">
            <a:avLst>
              <a:gd name="adj" fmla="val 7143"/>
            </a:avLst>
          </a:prstGeom>
          <a:solidFill>
            <a:srgbClr val="FFF8D6"/>
          </a:solidFill>
          <a:ln w="9525">
            <a:solidFill>
              <a:srgbClr val="F2DF9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BF533D0-F6A1-4F2A-B109-DB3254922C93}"/>
              </a:ext>
            </a:extLst>
          </p:cNvPr>
          <p:cNvSpPr>
            <a:spLocks noGrp="1"/>
          </p:cNvSpPr>
          <p:nvPr/>
        </p:nvSpPr>
        <p:spPr>
          <a:xfrm>
            <a:off x="552450" y="1562100"/>
            <a:ext cx="76200" cy="1066800"/>
          </a:xfrm>
          <a:prstGeom prst="rect">
            <a:avLst/>
          </a:prstGeom>
          <a:solidFill>
            <a:srgbClr val="F6C343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309EA37A-C1D3-4CA0-BEA5-5EF29FB32197}"/>
              </a:ext>
            </a:extLst>
          </p:cNvPr>
          <p:cNvSpPr>
            <a:spLocks noGrp="1"/>
          </p:cNvSpPr>
          <p:nvPr/>
        </p:nvSpPr>
        <p:spPr>
          <a:xfrm>
            <a:off x="762000" y="1733550"/>
            <a:ext cx="990600" cy="285750"/>
          </a:xfrm>
          <a:prstGeom prst="roundRect">
            <a:avLst>
              <a:gd name="adj" fmla="val 40000"/>
            </a:avLst>
          </a:prstGeom>
          <a:solidFill>
            <a:srgbClr val="02809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OCT 2022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CA27EC7A-786A-454B-BD9E-E75665AC7A77}"/>
              </a:ext>
            </a:extLst>
          </p:cNvPr>
          <p:cNvSpPr>
            <a:spLocks noGrp="1"/>
          </p:cNvSpPr>
          <p:nvPr/>
        </p:nvSpPr>
        <p:spPr>
          <a:xfrm>
            <a:off x="1885950" y="1733550"/>
            <a:ext cx="1219200" cy="285750"/>
          </a:xfrm>
          <a:prstGeom prst="roundRect">
            <a:avLst>
              <a:gd name="adj" fmla="val 40000"/>
            </a:avLst>
          </a:prstGeom>
          <a:solidFill>
            <a:srgbClr val="02809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Write Notes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57991518-0723-407C-A6E2-6095CB895EEA}"/>
              </a:ext>
            </a:extLst>
          </p:cNvPr>
          <p:cNvSpPr>
            <a:spLocks noGrp="1"/>
          </p:cNvSpPr>
          <p:nvPr/>
        </p:nvSpPr>
        <p:spPr>
          <a:xfrm>
            <a:off x="3238500" y="1733550"/>
            <a:ext cx="514350" cy="285750"/>
          </a:xfrm>
          <a:prstGeom prst="roundRect">
            <a:avLst>
              <a:gd name="adj" fmla="val 40000"/>
            </a:avLst>
          </a:prstGeom>
          <a:solidFill>
            <a:srgbClr val="7C6A0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Q10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15958CE-01E1-4B5D-801A-23965FC3FCA6}"/>
              </a:ext>
            </a:extLst>
          </p:cNvPr>
          <p:cNvSpPr>
            <a:spLocks noGrp="1"/>
          </p:cNvSpPr>
          <p:nvPr/>
        </p:nvSpPr>
        <p:spPr>
          <a:xfrm>
            <a:off x="10763250" y="1733550"/>
            <a:ext cx="666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pPr>
            <a:r>
              <a: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1 of 1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0B26E7E-6690-4DB0-AC2F-68CC6E098496}"/>
              </a:ext>
            </a:extLst>
          </p:cNvPr>
          <p:cNvSpPr>
            <a:spLocks noGrp="1"/>
          </p:cNvSpPr>
          <p:nvPr/>
        </p:nvSpPr>
        <p:spPr>
          <a:xfrm>
            <a:off x="762000" y="2114550"/>
            <a:ext cx="106489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 i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rPr sz="1200" b="0" i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Lymphangioma.</a:t>
            </a:r>
          </a:p>
        </p:txBody>
      </p:sp>
    </p:spTree>
    <p:extLst>
      <p:ext uri="{BB962C8B-B14F-4D97-AF65-F5344CB8AC3E}">
        <p14:creationId xmlns:p14="http://schemas.microsoft.com/office/powerpoint/2010/main" val="2038981924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7C2F122E-C759-45C3-BA3B-7B795AAE88D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066800"/>
          </a:xfrm>
          <a:prstGeom prst="rect">
            <a:avLst/>
          </a:prstGeom>
          <a:solidFill>
            <a:srgbClr val="028090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B353B0E8-3B58-4A77-B866-98A83F3EB2A0}"/>
              </a:ext>
            </a:extLst>
          </p:cNvPr>
          <p:cNvSpPr>
            <a:spLocks noGrp="1"/>
          </p:cNvSpPr>
          <p:nvPr/>
        </p:nvSpPr>
        <p:spPr>
          <a:xfrm>
            <a:off x="457200" y="285750"/>
            <a:ext cx="533400" cy="533400"/>
          </a:xfrm>
          <a:prstGeom prst="ellipse">
            <a:avLst/>
          </a:prstGeom>
          <a:solidFill>
            <a:srgbClr val="00A896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650DBED-914E-4D7A-87BC-71C38ED112EE}"/>
              </a:ext>
            </a:extLst>
          </p:cNvPr>
          <p:cNvSpPr>
            <a:spLocks noGrp="1"/>
          </p:cNvSpPr>
          <p:nvPr/>
        </p:nvSpPr>
        <p:spPr>
          <a:xfrm>
            <a:off x="457200" y="381000"/>
            <a:ext cx="5334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57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7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52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D092A36-BD2E-43AA-BBDD-65889648DD78}"/>
              </a:ext>
            </a:extLst>
          </p:cNvPr>
          <p:cNvSpPr>
            <a:spLocks noGrp="1"/>
          </p:cNvSpPr>
          <p:nvPr/>
        </p:nvSpPr>
        <p:spPr>
          <a:xfrm>
            <a:off x="1219200" y="209550"/>
            <a:ext cx="8382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400" b="1" i="0">
                <a:solidFill>
                  <a:srgbClr val="FFFFFF"/>
                </a:solidFill>
                <a:latin typeface="Cambria"/>
                <a:ea typeface="Cambria"/>
                <a:cs typeface="Cambria"/>
              </a:defRPr>
            </a:pPr>
            <a:r>
              <a:rPr sz="2400" b="1" i="0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Pleurisy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8F4A028-A041-4F4D-8C7A-AB870CCEE7A7}"/>
              </a:ext>
            </a:extLst>
          </p:cNvPr>
          <p:cNvSpPr>
            <a:spLocks noGrp="1"/>
          </p:cNvSpPr>
          <p:nvPr/>
        </p:nvSpPr>
        <p:spPr>
          <a:xfrm>
            <a:off x="1219200" y="666750"/>
            <a:ext cx="8382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125" b="0" i="1">
                <a:solidFill>
                  <a:srgbClr val="E6F5F3"/>
                </a:solidFill>
                <a:latin typeface="Calibri"/>
                <a:ea typeface="Calibri"/>
                <a:cs typeface="Calibri"/>
              </a:defRPr>
            </a:pPr>
            <a:r>
              <a:rPr sz="1125" b="0" i="1">
                <a:solidFill>
                  <a:srgbClr val="E6F5F3"/>
                </a:solidFill>
                <a:latin typeface="Calibri"/>
                <a:ea typeface="Calibri"/>
                <a:cs typeface="Calibri"/>
              </a:rPr>
              <a:t>1 times asked | 0 Write Notes | 1 Short Answers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F5F6C17E-386E-49F2-84AA-C5908A89AC72}"/>
              </a:ext>
            </a:extLst>
          </p:cNvPr>
          <p:cNvSpPr>
            <a:spLocks noGrp="1"/>
          </p:cNvSpPr>
          <p:nvPr/>
        </p:nvSpPr>
        <p:spPr>
          <a:xfrm>
            <a:off x="9886950" y="381000"/>
            <a:ext cx="1714500" cy="285750"/>
          </a:xfrm>
          <a:prstGeom prst="roundRect">
            <a:avLst>
              <a:gd name="adj" fmla="val 40000"/>
            </a:avLst>
          </a:prstGeom>
          <a:solidFill>
            <a:srgbClr val="016B78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Rank 52/55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B636EF0-E26B-49E6-AC12-54DACF92A2AE}"/>
              </a:ext>
            </a:extLst>
          </p:cNvPr>
          <p:cNvSpPr>
            <a:spLocks noGrp="1"/>
          </p:cNvSpPr>
          <p:nvPr/>
        </p:nvSpPr>
        <p:spPr>
          <a:xfrm>
            <a:off x="552450" y="1200150"/>
            <a:ext cx="4000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1" i="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pPr>
            <a:r>
              <a:rPr sz="1275" b="1" i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Highlighted asked questions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996CE504-9102-429B-A46C-7900C3802933}"/>
              </a:ext>
            </a:extLst>
          </p:cNvPr>
          <p:cNvSpPr>
            <a:spLocks noGrp="1"/>
          </p:cNvSpPr>
          <p:nvPr/>
        </p:nvSpPr>
        <p:spPr>
          <a:xfrm>
            <a:off x="552450" y="1562100"/>
            <a:ext cx="11087100" cy="1066800"/>
          </a:xfrm>
          <a:prstGeom prst="roundRect">
            <a:avLst>
              <a:gd name="adj" fmla="val 7143"/>
            </a:avLst>
          </a:prstGeom>
          <a:solidFill>
            <a:srgbClr val="FFF8D6"/>
          </a:solidFill>
          <a:ln w="9525">
            <a:solidFill>
              <a:srgbClr val="F2DF9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F83DDF2-5306-40E3-8BB2-DED48237651F}"/>
              </a:ext>
            </a:extLst>
          </p:cNvPr>
          <p:cNvSpPr>
            <a:spLocks noGrp="1"/>
          </p:cNvSpPr>
          <p:nvPr/>
        </p:nvSpPr>
        <p:spPr>
          <a:xfrm>
            <a:off x="552450" y="1562100"/>
            <a:ext cx="76200" cy="1066800"/>
          </a:xfrm>
          <a:prstGeom prst="rect">
            <a:avLst/>
          </a:prstGeom>
          <a:solidFill>
            <a:srgbClr val="F6C343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DACA0A09-CB1F-4B0B-A3D6-0C0EC8209CD9}"/>
              </a:ext>
            </a:extLst>
          </p:cNvPr>
          <p:cNvSpPr>
            <a:spLocks noGrp="1"/>
          </p:cNvSpPr>
          <p:nvPr/>
        </p:nvSpPr>
        <p:spPr>
          <a:xfrm>
            <a:off x="762000" y="1733550"/>
            <a:ext cx="990600" cy="285750"/>
          </a:xfrm>
          <a:prstGeom prst="roundRect">
            <a:avLst>
              <a:gd name="adj" fmla="val 40000"/>
            </a:avLst>
          </a:prstGeom>
          <a:solidFill>
            <a:srgbClr val="02809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SEP 2023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81A040E5-6009-4CF9-B068-70211870F6AA}"/>
              </a:ext>
            </a:extLst>
          </p:cNvPr>
          <p:cNvSpPr>
            <a:spLocks noGrp="1"/>
          </p:cNvSpPr>
          <p:nvPr/>
        </p:nvSpPr>
        <p:spPr>
          <a:xfrm>
            <a:off x="1885950" y="1733550"/>
            <a:ext cx="1219200" cy="285750"/>
          </a:xfrm>
          <a:prstGeom prst="roundRect">
            <a:avLst>
              <a:gd name="adj" fmla="val 40000"/>
            </a:avLst>
          </a:prstGeom>
          <a:solidFill>
            <a:srgbClr val="2563A8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Short Answers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20C9D95C-F543-47DB-9EAB-DDBB794EE856}"/>
              </a:ext>
            </a:extLst>
          </p:cNvPr>
          <p:cNvSpPr>
            <a:spLocks noGrp="1"/>
          </p:cNvSpPr>
          <p:nvPr/>
        </p:nvSpPr>
        <p:spPr>
          <a:xfrm>
            <a:off x="3238500" y="1733550"/>
            <a:ext cx="514350" cy="285750"/>
          </a:xfrm>
          <a:prstGeom prst="roundRect">
            <a:avLst>
              <a:gd name="adj" fmla="val 40000"/>
            </a:avLst>
          </a:prstGeom>
          <a:solidFill>
            <a:srgbClr val="7C6A0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Q9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8F9E884-D559-420B-9B21-670874B07B49}"/>
              </a:ext>
            </a:extLst>
          </p:cNvPr>
          <p:cNvSpPr>
            <a:spLocks noGrp="1"/>
          </p:cNvSpPr>
          <p:nvPr/>
        </p:nvSpPr>
        <p:spPr>
          <a:xfrm>
            <a:off x="10763250" y="1733550"/>
            <a:ext cx="666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pPr>
            <a:r>
              <a: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1 of 1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0FAD565-9F66-48D8-B518-7A2DDF01B28C}"/>
              </a:ext>
            </a:extLst>
          </p:cNvPr>
          <p:cNvSpPr>
            <a:spLocks noGrp="1"/>
          </p:cNvSpPr>
          <p:nvPr/>
        </p:nvSpPr>
        <p:spPr>
          <a:xfrm>
            <a:off x="762000" y="2114550"/>
            <a:ext cx="106489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 i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rPr sz="1200" b="0" i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Bryonia - Pleurisy.</a:t>
            </a:r>
          </a:p>
        </p:txBody>
      </p:sp>
    </p:spTree>
    <p:extLst>
      <p:ext uri="{BB962C8B-B14F-4D97-AF65-F5344CB8AC3E}">
        <p14:creationId xmlns:p14="http://schemas.microsoft.com/office/powerpoint/2010/main" val="867072559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998E533A-1C69-489B-A185-0D9AC5A9B76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066800"/>
          </a:xfrm>
          <a:prstGeom prst="rect">
            <a:avLst/>
          </a:prstGeom>
          <a:solidFill>
            <a:srgbClr val="028090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2989A87B-3312-41F4-98D0-E31D21301312}"/>
              </a:ext>
            </a:extLst>
          </p:cNvPr>
          <p:cNvSpPr>
            <a:spLocks noGrp="1"/>
          </p:cNvSpPr>
          <p:nvPr/>
        </p:nvSpPr>
        <p:spPr>
          <a:xfrm>
            <a:off x="457200" y="285750"/>
            <a:ext cx="533400" cy="533400"/>
          </a:xfrm>
          <a:prstGeom prst="ellipse">
            <a:avLst/>
          </a:prstGeom>
          <a:solidFill>
            <a:srgbClr val="00A896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5776BBF-BDDC-4D77-A8B5-9EC3A6202655}"/>
              </a:ext>
            </a:extLst>
          </p:cNvPr>
          <p:cNvSpPr>
            <a:spLocks noGrp="1"/>
          </p:cNvSpPr>
          <p:nvPr/>
        </p:nvSpPr>
        <p:spPr>
          <a:xfrm>
            <a:off x="457200" y="381000"/>
            <a:ext cx="5334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57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7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53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4E2EF09-9B4C-4210-B587-0243D674D7E3}"/>
              </a:ext>
            </a:extLst>
          </p:cNvPr>
          <p:cNvSpPr>
            <a:spLocks noGrp="1"/>
          </p:cNvSpPr>
          <p:nvPr/>
        </p:nvSpPr>
        <p:spPr>
          <a:xfrm>
            <a:off x="1219200" y="209550"/>
            <a:ext cx="8382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400" b="1" i="0">
                <a:solidFill>
                  <a:srgbClr val="FFFFFF"/>
                </a:solidFill>
                <a:latin typeface="Cambria"/>
                <a:ea typeface="Cambria"/>
                <a:cs typeface="Cambria"/>
              </a:defRPr>
            </a:pPr>
            <a:r>
              <a:rPr sz="2400" b="1" i="0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Ptosis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3FF631A-33C2-4275-9A6A-05D71759D4FE}"/>
              </a:ext>
            </a:extLst>
          </p:cNvPr>
          <p:cNvSpPr>
            <a:spLocks noGrp="1"/>
          </p:cNvSpPr>
          <p:nvPr/>
        </p:nvSpPr>
        <p:spPr>
          <a:xfrm>
            <a:off x="1219200" y="666750"/>
            <a:ext cx="8382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125" b="0" i="1">
                <a:solidFill>
                  <a:srgbClr val="E6F5F3"/>
                </a:solidFill>
                <a:latin typeface="Calibri"/>
                <a:ea typeface="Calibri"/>
                <a:cs typeface="Calibri"/>
              </a:defRPr>
            </a:pPr>
            <a:r>
              <a:rPr sz="1125" b="0" i="1">
                <a:solidFill>
                  <a:srgbClr val="E6F5F3"/>
                </a:solidFill>
                <a:latin typeface="Calibri"/>
                <a:ea typeface="Calibri"/>
                <a:cs typeface="Calibri"/>
              </a:rPr>
              <a:t>1 times asked | 0 Write Notes | 1 Short Answers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73248868-1157-430A-8E46-488D1733B00B}"/>
              </a:ext>
            </a:extLst>
          </p:cNvPr>
          <p:cNvSpPr>
            <a:spLocks noGrp="1"/>
          </p:cNvSpPr>
          <p:nvPr/>
        </p:nvSpPr>
        <p:spPr>
          <a:xfrm>
            <a:off x="9886950" y="381000"/>
            <a:ext cx="1714500" cy="285750"/>
          </a:xfrm>
          <a:prstGeom prst="roundRect">
            <a:avLst>
              <a:gd name="adj" fmla="val 40000"/>
            </a:avLst>
          </a:prstGeom>
          <a:solidFill>
            <a:srgbClr val="016B78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Rank 53/55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85A4991-E577-46F5-A1B3-5B448034C246}"/>
              </a:ext>
            </a:extLst>
          </p:cNvPr>
          <p:cNvSpPr>
            <a:spLocks noGrp="1"/>
          </p:cNvSpPr>
          <p:nvPr/>
        </p:nvSpPr>
        <p:spPr>
          <a:xfrm>
            <a:off x="552450" y="1200150"/>
            <a:ext cx="4000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1" i="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pPr>
            <a:r>
              <a:rPr sz="1275" b="1" i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Highlighted asked questions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8B3B289C-EF67-4EB7-BACD-ECF6022160EC}"/>
              </a:ext>
            </a:extLst>
          </p:cNvPr>
          <p:cNvSpPr>
            <a:spLocks noGrp="1"/>
          </p:cNvSpPr>
          <p:nvPr/>
        </p:nvSpPr>
        <p:spPr>
          <a:xfrm>
            <a:off x="552450" y="1562100"/>
            <a:ext cx="11087100" cy="1066800"/>
          </a:xfrm>
          <a:prstGeom prst="roundRect">
            <a:avLst>
              <a:gd name="adj" fmla="val 7143"/>
            </a:avLst>
          </a:prstGeom>
          <a:solidFill>
            <a:srgbClr val="FFF8D6"/>
          </a:solidFill>
          <a:ln w="9525">
            <a:solidFill>
              <a:srgbClr val="F2DF9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CEC2FB1-9CD2-4D67-B462-D55488EBE748}"/>
              </a:ext>
            </a:extLst>
          </p:cNvPr>
          <p:cNvSpPr>
            <a:spLocks noGrp="1"/>
          </p:cNvSpPr>
          <p:nvPr/>
        </p:nvSpPr>
        <p:spPr>
          <a:xfrm>
            <a:off x="552450" y="1562100"/>
            <a:ext cx="76200" cy="1066800"/>
          </a:xfrm>
          <a:prstGeom prst="rect">
            <a:avLst/>
          </a:prstGeom>
          <a:solidFill>
            <a:srgbClr val="F6C343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3FFD1D8D-2225-4D76-BA58-CBFDC81C9B95}"/>
              </a:ext>
            </a:extLst>
          </p:cNvPr>
          <p:cNvSpPr>
            <a:spLocks noGrp="1"/>
          </p:cNvSpPr>
          <p:nvPr/>
        </p:nvSpPr>
        <p:spPr>
          <a:xfrm>
            <a:off x="762000" y="1733550"/>
            <a:ext cx="990600" cy="285750"/>
          </a:xfrm>
          <a:prstGeom prst="roundRect">
            <a:avLst>
              <a:gd name="adj" fmla="val 40000"/>
            </a:avLst>
          </a:prstGeom>
          <a:solidFill>
            <a:srgbClr val="02809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MAR 2021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AE61630F-442D-4B8C-A17C-058A5721BA0B}"/>
              </a:ext>
            </a:extLst>
          </p:cNvPr>
          <p:cNvSpPr>
            <a:spLocks noGrp="1"/>
          </p:cNvSpPr>
          <p:nvPr/>
        </p:nvSpPr>
        <p:spPr>
          <a:xfrm>
            <a:off x="1885950" y="1733550"/>
            <a:ext cx="1219200" cy="285750"/>
          </a:xfrm>
          <a:prstGeom prst="roundRect">
            <a:avLst>
              <a:gd name="adj" fmla="val 40000"/>
            </a:avLst>
          </a:prstGeom>
          <a:solidFill>
            <a:srgbClr val="2563A8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Short Answers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324A229C-FC3F-4240-A8EB-4F8DE0C02E23}"/>
              </a:ext>
            </a:extLst>
          </p:cNvPr>
          <p:cNvSpPr>
            <a:spLocks noGrp="1"/>
          </p:cNvSpPr>
          <p:nvPr/>
        </p:nvSpPr>
        <p:spPr>
          <a:xfrm>
            <a:off x="3238500" y="1733550"/>
            <a:ext cx="514350" cy="285750"/>
          </a:xfrm>
          <a:prstGeom prst="roundRect">
            <a:avLst>
              <a:gd name="adj" fmla="val 40000"/>
            </a:avLst>
          </a:prstGeom>
          <a:solidFill>
            <a:srgbClr val="7C6A0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Q6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BF42711-9FDC-4873-9E93-4007AFC870CC}"/>
              </a:ext>
            </a:extLst>
          </p:cNvPr>
          <p:cNvSpPr>
            <a:spLocks noGrp="1"/>
          </p:cNvSpPr>
          <p:nvPr/>
        </p:nvSpPr>
        <p:spPr>
          <a:xfrm>
            <a:off x="10763250" y="1733550"/>
            <a:ext cx="666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pPr>
            <a:r>
              <a: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1 of 1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093DA3A-94BC-45C8-8EC6-E7ECD0AD183A}"/>
              </a:ext>
            </a:extLst>
          </p:cNvPr>
          <p:cNvSpPr>
            <a:spLocks noGrp="1"/>
          </p:cNvSpPr>
          <p:nvPr/>
        </p:nvSpPr>
        <p:spPr>
          <a:xfrm>
            <a:off x="762000" y="2114550"/>
            <a:ext cx="106489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 i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rPr sz="1200" b="0" i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Causticum in ptosis.</a:t>
            </a:r>
          </a:p>
        </p:txBody>
      </p:sp>
    </p:spTree>
    <p:extLst>
      <p:ext uri="{BB962C8B-B14F-4D97-AF65-F5344CB8AC3E}">
        <p14:creationId xmlns:p14="http://schemas.microsoft.com/office/powerpoint/2010/main" val="586360017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F26C0582-4560-44A7-A3AE-280E763D6FD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066800"/>
          </a:xfrm>
          <a:prstGeom prst="rect">
            <a:avLst/>
          </a:prstGeom>
          <a:solidFill>
            <a:srgbClr val="028090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678D01C4-A3F5-4D7E-AC76-F691FF8D645D}"/>
              </a:ext>
            </a:extLst>
          </p:cNvPr>
          <p:cNvSpPr>
            <a:spLocks noGrp="1"/>
          </p:cNvSpPr>
          <p:nvPr/>
        </p:nvSpPr>
        <p:spPr>
          <a:xfrm>
            <a:off x="457200" y="285750"/>
            <a:ext cx="533400" cy="533400"/>
          </a:xfrm>
          <a:prstGeom prst="ellipse">
            <a:avLst/>
          </a:prstGeom>
          <a:solidFill>
            <a:srgbClr val="00A896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39DC823-9172-475F-B3E6-7BA826731325}"/>
              </a:ext>
            </a:extLst>
          </p:cNvPr>
          <p:cNvSpPr>
            <a:spLocks noGrp="1"/>
          </p:cNvSpPr>
          <p:nvPr/>
        </p:nvSpPr>
        <p:spPr>
          <a:xfrm>
            <a:off x="457200" y="381000"/>
            <a:ext cx="5334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57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7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54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5CAF986-605C-4036-A0FC-FAE68FEDF23D}"/>
              </a:ext>
            </a:extLst>
          </p:cNvPr>
          <p:cNvSpPr>
            <a:spLocks noGrp="1"/>
          </p:cNvSpPr>
          <p:nvPr/>
        </p:nvSpPr>
        <p:spPr>
          <a:xfrm>
            <a:off x="1219200" y="209550"/>
            <a:ext cx="8382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400" b="1" i="0">
                <a:solidFill>
                  <a:srgbClr val="FFFFFF"/>
                </a:solidFill>
                <a:latin typeface="Cambria"/>
                <a:ea typeface="Cambria"/>
                <a:cs typeface="Cambria"/>
              </a:defRPr>
            </a:pPr>
            <a:r>
              <a:rPr sz="2400" b="1" i="0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Rhustox and Apis mellifica in Erysipelas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82E9F4E-8E50-4E4D-86B7-FD110B0D55A3}"/>
              </a:ext>
            </a:extLst>
          </p:cNvPr>
          <p:cNvSpPr>
            <a:spLocks noGrp="1"/>
          </p:cNvSpPr>
          <p:nvPr/>
        </p:nvSpPr>
        <p:spPr>
          <a:xfrm>
            <a:off x="1219200" y="666750"/>
            <a:ext cx="8382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125" b="0" i="1">
                <a:solidFill>
                  <a:srgbClr val="E6F5F3"/>
                </a:solidFill>
                <a:latin typeface="Calibri"/>
                <a:ea typeface="Calibri"/>
                <a:cs typeface="Calibri"/>
              </a:defRPr>
            </a:pPr>
            <a:r>
              <a:rPr sz="1125" b="0" i="1">
                <a:solidFill>
                  <a:srgbClr val="E6F5F3"/>
                </a:solidFill>
                <a:latin typeface="Calibri"/>
                <a:ea typeface="Calibri"/>
                <a:cs typeface="Calibri"/>
              </a:rPr>
              <a:t>1 times asked | 1 Write Notes | 0 Short Answers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CB00C4D5-A22C-4ED6-A067-4977AD13A3EB}"/>
              </a:ext>
            </a:extLst>
          </p:cNvPr>
          <p:cNvSpPr>
            <a:spLocks noGrp="1"/>
          </p:cNvSpPr>
          <p:nvPr/>
        </p:nvSpPr>
        <p:spPr>
          <a:xfrm>
            <a:off x="9886950" y="381000"/>
            <a:ext cx="1714500" cy="285750"/>
          </a:xfrm>
          <a:prstGeom prst="roundRect">
            <a:avLst>
              <a:gd name="adj" fmla="val 40000"/>
            </a:avLst>
          </a:prstGeom>
          <a:solidFill>
            <a:srgbClr val="016B78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Rank 54/55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E168440-2510-4DAC-9E67-3672DF5722D2}"/>
              </a:ext>
            </a:extLst>
          </p:cNvPr>
          <p:cNvSpPr>
            <a:spLocks noGrp="1"/>
          </p:cNvSpPr>
          <p:nvPr/>
        </p:nvSpPr>
        <p:spPr>
          <a:xfrm>
            <a:off x="552450" y="1200150"/>
            <a:ext cx="4000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1" i="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pPr>
            <a:r>
              <a:rPr sz="1275" b="1" i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Highlighted asked questions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596E7DC3-C771-4D2A-BFAA-F2AB6187C6BC}"/>
              </a:ext>
            </a:extLst>
          </p:cNvPr>
          <p:cNvSpPr>
            <a:spLocks noGrp="1"/>
          </p:cNvSpPr>
          <p:nvPr/>
        </p:nvSpPr>
        <p:spPr>
          <a:xfrm>
            <a:off x="552450" y="1562100"/>
            <a:ext cx="11087100" cy="1066800"/>
          </a:xfrm>
          <a:prstGeom prst="roundRect">
            <a:avLst>
              <a:gd name="adj" fmla="val 7143"/>
            </a:avLst>
          </a:prstGeom>
          <a:solidFill>
            <a:srgbClr val="FFF8D6"/>
          </a:solidFill>
          <a:ln w="9525">
            <a:solidFill>
              <a:srgbClr val="F2DF9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10631ED-E080-4424-8C10-C8585F9D9EFA}"/>
              </a:ext>
            </a:extLst>
          </p:cNvPr>
          <p:cNvSpPr>
            <a:spLocks noGrp="1"/>
          </p:cNvSpPr>
          <p:nvPr/>
        </p:nvSpPr>
        <p:spPr>
          <a:xfrm>
            <a:off x="552450" y="1562100"/>
            <a:ext cx="76200" cy="1066800"/>
          </a:xfrm>
          <a:prstGeom prst="rect">
            <a:avLst/>
          </a:prstGeom>
          <a:solidFill>
            <a:srgbClr val="F6C343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B77B63C7-6C09-4093-96DE-20D0125CAA53}"/>
              </a:ext>
            </a:extLst>
          </p:cNvPr>
          <p:cNvSpPr>
            <a:spLocks noGrp="1"/>
          </p:cNvSpPr>
          <p:nvPr/>
        </p:nvSpPr>
        <p:spPr>
          <a:xfrm>
            <a:off x="762000" y="1733550"/>
            <a:ext cx="990600" cy="285750"/>
          </a:xfrm>
          <a:prstGeom prst="roundRect">
            <a:avLst>
              <a:gd name="adj" fmla="val 40000"/>
            </a:avLst>
          </a:prstGeom>
          <a:solidFill>
            <a:srgbClr val="02809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OCT 2018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06E7C41-B5C9-4745-A312-190D2FA50115}"/>
              </a:ext>
            </a:extLst>
          </p:cNvPr>
          <p:cNvSpPr>
            <a:spLocks noGrp="1"/>
          </p:cNvSpPr>
          <p:nvPr/>
        </p:nvSpPr>
        <p:spPr>
          <a:xfrm>
            <a:off x="1885950" y="1733550"/>
            <a:ext cx="1219200" cy="285750"/>
          </a:xfrm>
          <a:prstGeom prst="roundRect">
            <a:avLst>
              <a:gd name="adj" fmla="val 40000"/>
            </a:avLst>
          </a:prstGeom>
          <a:solidFill>
            <a:srgbClr val="02809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Write Notes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4D021BFF-7FAA-44D7-8FB7-52D59BA62277}"/>
              </a:ext>
            </a:extLst>
          </p:cNvPr>
          <p:cNvSpPr>
            <a:spLocks noGrp="1"/>
          </p:cNvSpPr>
          <p:nvPr/>
        </p:nvSpPr>
        <p:spPr>
          <a:xfrm>
            <a:off x="3238500" y="1733550"/>
            <a:ext cx="514350" cy="285750"/>
          </a:xfrm>
          <a:prstGeom prst="roundRect">
            <a:avLst>
              <a:gd name="adj" fmla="val 40000"/>
            </a:avLst>
          </a:prstGeom>
          <a:solidFill>
            <a:srgbClr val="7C6A0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Q6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5DFEE1A-B627-43C2-801E-4CCCC48CD657}"/>
              </a:ext>
            </a:extLst>
          </p:cNvPr>
          <p:cNvSpPr>
            <a:spLocks noGrp="1"/>
          </p:cNvSpPr>
          <p:nvPr/>
        </p:nvSpPr>
        <p:spPr>
          <a:xfrm>
            <a:off x="10763250" y="1733550"/>
            <a:ext cx="666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pPr>
            <a:r>
              <a: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1 of 1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C54184D-0711-402D-83BE-94AED38728FA}"/>
              </a:ext>
            </a:extLst>
          </p:cNvPr>
          <p:cNvSpPr>
            <a:spLocks noGrp="1"/>
          </p:cNvSpPr>
          <p:nvPr/>
        </p:nvSpPr>
        <p:spPr>
          <a:xfrm>
            <a:off x="762000" y="2114550"/>
            <a:ext cx="106489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 i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rPr sz="1200" b="0" i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Rhustox and Apis mellifica in Erysipelas.</a:t>
            </a:r>
          </a:p>
        </p:txBody>
      </p:sp>
    </p:spTree>
    <p:extLst>
      <p:ext uri="{BB962C8B-B14F-4D97-AF65-F5344CB8AC3E}">
        <p14:creationId xmlns:p14="http://schemas.microsoft.com/office/powerpoint/2010/main" val="1777855472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253B0E21-33A7-4616-AF4D-B821D4D6CD8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066800"/>
          </a:xfrm>
          <a:prstGeom prst="rect">
            <a:avLst/>
          </a:prstGeom>
          <a:solidFill>
            <a:srgbClr val="028090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C9F51283-A6A0-4C25-8301-7848EA3C58D2}"/>
              </a:ext>
            </a:extLst>
          </p:cNvPr>
          <p:cNvSpPr>
            <a:spLocks noGrp="1"/>
          </p:cNvSpPr>
          <p:nvPr/>
        </p:nvSpPr>
        <p:spPr>
          <a:xfrm>
            <a:off x="457200" y="285750"/>
            <a:ext cx="533400" cy="533400"/>
          </a:xfrm>
          <a:prstGeom prst="ellipse">
            <a:avLst/>
          </a:prstGeom>
          <a:solidFill>
            <a:srgbClr val="00A896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715F354-2A2C-4DFB-8374-9DE443408151}"/>
              </a:ext>
            </a:extLst>
          </p:cNvPr>
          <p:cNvSpPr>
            <a:spLocks noGrp="1"/>
          </p:cNvSpPr>
          <p:nvPr/>
        </p:nvSpPr>
        <p:spPr>
          <a:xfrm>
            <a:off x="457200" y="381000"/>
            <a:ext cx="5334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57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7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55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40211CC-E994-46B7-BE1E-52220A12DC70}"/>
              </a:ext>
            </a:extLst>
          </p:cNvPr>
          <p:cNvSpPr>
            <a:spLocks noGrp="1"/>
          </p:cNvSpPr>
          <p:nvPr/>
        </p:nvSpPr>
        <p:spPr>
          <a:xfrm>
            <a:off x="1219200" y="209550"/>
            <a:ext cx="8382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400" b="1" i="0">
                <a:solidFill>
                  <a:srgbClr val="FFFFFF"/>
                </a:solidFill>
                <a:latin typeface="Cambria"/>
                <a:ea typeface="Cambria"/>
                <a:cs typeface="Cambria"/>
              </a:defRPr>
            </a:pPr>
            <a:r>
              <a:rPr sz="2400" b="1" i="0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Salmon Patch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F1B8DF6-88F8-47A7-BE70-29313C455635}"/>
              </a:ext>
            </a:extLst>
          </p:cNvPr>
          <p:cNvSpPr>
            <a:spLocks noGrp="1"/>
          </p:cNvSpPr>
          <p:nvPr/>
        </p:nvSpPr>
        <p:spPr>
          <a:xfrm>
            <a:off x="1219200" y="666750"/>
            <a:ext cx="8382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125" b="0" i="1">
                <a:solidFill>
                  <a:srgbClr val="E6F5F3"/>
                </a:solidFill>
                <a:latin typeface="Calibri"/>
                <a:ea typeface="Calibri"/>
                <a:cs typeface="Calibri"/>
              </a:defRPr>
            </a:pPr>
            <a:r>
              <a:rPr sz="1125" b="0" i="1">
                <a:solidFill>
                  <a:srgbClr val="E6F5F3"/>
                </a:solidFill>
                <a:latin typeface="Calibri"/>
                <a:ea typeface="Calibri"/>
                <a:cs typeface="Calibri"/>
              </a:rPr>
              <a:t>1 times asked | 0 Write Notes | 1 Short Answers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6B7426F1-5681-4DBF-A2D4-D0463383F1AA}"/>
              </a:ext>
            </a:extLst>
          </p:cNvPr>
          <p:cNvSpPr>
            <a:spLocks noGrp="1"/>
          </p:cNvSpPr>
          <p:nvPr/>
        </p:nvSpPr>
        <p:spPr>
          <a:xfrm>
            <a:off x="9886950" y="381000"/>
            <a:ext cx="1714500" cy="285750"/>
          </a:xfrm>
          <a:prstGeom prst="roundRect">
            <a:avLst>
              <a:gd name="adj" fmla="val 40000"/>
            </a:avLst>
          </a:prstGeom>
          <a:solidFill>
            <a:srgbClr val="016B78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Rank 55/55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0277539-95D3-47B5-AFA3-9BF359D19306}"/>
              </a:ext>
            </a:extLst>
          </p:cNvPr>
          <p:cNvSpPr>
            <a:spLocks noGrp="1"/>
          </p:cNvSpPr>
          <p:nvPr/>
        </p:nvSpPr>
        <p:spPr>
          <a:xfrm>
            <a:off x="552450" y="1200150"/>
            <a:ext cx="4000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1" i="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pPr>
            <a:r>
              <a:rPr sz="1275" b="1" i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Highlighted asked questions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82AEE138-504C-4CE4-BE52-9A203AD34765}"/>
              </a:ext>
            </a:extLst>
          </p:cNvPr>
          <p:cNvSpPr>
            <a:spLocks noGrp="1"/>
          </p:cNvSpPr>
          <p:nvPr/>
        </p:nvSpPr>
        <p:spPr>
          <a:xfrm>
            <a:off x="552450" y="1562100"/>
            <a:ext cx="11087100" cy="1066800"/>
          </a:xfrm>
          <a:prstGeom prst="roundRect">
            <a:avLst>
              <a:gd name="adj" fmla="val 7143"/>
            </a:avLst>
          </a:prstGeom>
          <a:solidFill>
            <a:srgbClr val="FFF8D6"/>
          </a:solidFill>
          <a:ln w="9525">
            <a:solidFill>
              <a:srgbClr val="F2DF9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3504CE9-9ADE-4CA2-ADE0-B2E491834ABC}"/>
              </a:ext>
            </a:extLst>
          </p:cNvPr>
          <p:cNvSpPr>
            <a:spLocks noGrp="1"/>
          </p:cNvSpPr>
          <p:nvPr/>
        </p:nvSpPr>
        <p:spPr>
          <a:xfrm>
            <a:off x="552450" y="1562100"/>
            <a:ext cx="76200" cy="1066800"/>
          </a:xfrm>
          <a:prstGeom prst="rect">
            <a:avLst/>
          </a:prstGeom>
          <a:solidFill>
            <a:srgbClr val="F6C343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BD04C47-2E8E-4B00-9E1F-884CE8D51E1D}"/>
              </a:ext>
            </a:extLst>
          </p:cNvPr>
          <p:cNvSpPr>
            <a:spLocks noGrp="1"/>
          </p:cNvSpPr>
          <p:nvPr/>
        </p:nvSpPr>
        <p:spPr>
          <a:xfrm>
            <a:off x="762000" y="1733550"/>
            <a:ext cx="990600" cy="285750"/>
          </a:xfrm>
          <a:prstGeom prst="roundRect">
            <a:avLst>
              <a:gd name="adj" fmla="val 40000"/>
            </a:avLst>
          </a:prstGeom>
          <a:solidFill>
            <a:srgbClr val="02809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MAY 2019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0148060F-1A45-4F81-8D00-921059637756}"/>
              </a:ext>
            </a:extLst>
          </p:cNvPr>
          <p:cNvSpPr>
            <a:spLocks noGrp="1"/>
          </p:cNvSpPr>
          <p:nvPr/>
        </p:nvSpPr>
        <p:spPr>
          <a:xfrm>
            <a:off x="1885950" y="1733550"/>
            <a:ext cx="1219200" cy="285750"/>
          </a:xfrm>
          <a:prstGeom prst="roundRect">
            <a:avLst>
              <a:gd name="adj" fmla="val 40000"/>
            </a:avLst>
          </a:prstGeom>
          <a:solidFill>
            <a:srgbClr val="2563A8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Short Answers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3BBFBB8A-A9EF-4814-BCC8-EF13D7D85254}"/>
              </a:ext>
            </a:extLst>
          </p:cNvPr>
          <p:cNvSpPr>
            <a:spLocks noGrp="1"/>
          </p:cNvSpPr>
          <p:nvPr/>
        </p:nvSpPr>
        <p:spPr>
          <a:xfrm>
            <a:off x="3238500" y="1733550"/>
            <a:ext cx="514350" cy="285750"/>
          </a:xfrm>
          <a:prstGeom prst="roundRect">
            <a:avLst>
              <a:gd name="adj" fmla="val 40000"/>
            </a:avLst>
          </a:prstGeom>
          <a:solidFill>
            <a:srgbClr val="7C6A00"/>
          </a:solidFill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Q4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E8C3413-3FD0-4379-BC26-80E71D77F4CC}"/>
              </a:ext>
            </a:extLst>
          </p:cNvPr>
          <p:cNvSpPr>
            <a:spLocks noGrp="1"/>
          </p:cNvSpPr>
          <p:nvPr/>
        </p:nvSpPr>
        <p:spPr>
          <a:xfrm>
            <a:off x="10763250" y="1733550"/>
            <a:ext cx="666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pPr>
            <a:r>
              <a: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1 of 1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08F5352-7D96-42AB-8195-B903469EA9AA}"/>
              </a:ext>
            </a:extLst>
          </p:cNvPr>
          <p:cNvSpPr>
            <a:spLocks noGrp="1"/>
          </p:cNvSpPr>
          <p:nvPr/>
        </p:nvSpPr>
        <p:spPr>
          <a:xfrm>
            <a:off x="762000" y="2114550"/>
            <a:ext cx="106489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 i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rPr sz="1200" b="0" i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Salmon Patch.</a:t>
            </a:r>
          </a:p>
        </p:txBody>
      </p:sp>
    </p:spTree>
    <p:extLst>
      <p:ext uri="{BB962C8B-B14F-4D97-AF65-F5344CB8AC3E}">
        <p14:creationId xmlns:p14="http://schemas.microsoft.com/office/powerpoint/2010/main" val="6167190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809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Oval 18">
            <a:extLst>
              <a:ext uri="{FF2B5EF4-FFF2-40B4-BE49-F238E27FC236}">
                <a16:creationId xmlns:a16="http://schemas.microsoft.com/office/drawing/2014/main" id="{B7AC3A05-7D17-432D-AAEB-0B6154CFB700}"/>
              </a:ext>
            </a:extLst>
          </p:cNvPr>
          <p:cNvSpPr>
            <a:spLocks noGrp="1"/>
          </p:cNvSpPr>
          <p:nvPr/>
        </p:nvSpPr>
        <p:spPr>
          <a:xfrm>
            <a:off x="-1809750" y="-2286000"/>
            <a:ext cx="5334000" cy="5334000"/>
          </a:xfrm>
          <a:prstGeom prst="ellipse">
            <a:avLst/>
          </a:prstGeom>
          <a:solidFill>
            <a:srgbClr val="00A896">
              <a:alpha val="28000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62E1F36D-E469-4BE2-B781-2ECD8CC051D5}"/>
              </a:ext>
            </a:extLst>
          </p:cNvPr>
          <p:cNvSpPr>
            <a:spLocks noGrp="1"/>
          </p:cNvSpPr>
          <p:nvPr/>
        </p:nvSpPr>
        <p:spPr>
          <a:xfrm>
            <a:off x="9144000" y="4095750"/>
            <a:ext cx="4953000" cy="4953000"/>
          </a:xfrm>
          <a:prstGeom prst="ellipse">
            <a:avLst/>
          </a:prstGeom>
          <a:solidFill>
            <a:srgbClr val="02C39A">
              <a:alpha val="25000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5C32A3A7-2F68-40A2-AEDE-9EC334345857}"/>
              </a:ext>
            </a:extLst>
          </p:cNvPr>
          <p:cNvSpPr>
            <a:spLocks noGrp="1"/>
          </p:cNvSpPr>
          <p:nvPr/>
        </p:nvSpPr>
        <p:spPr>
          <a:xfrm>
            <a:off x="819150" y="590550"/>
            <a:ext cx="781050" cy="781050"/>
          </a:xfrm>
          <a:prstGeom prst="ellipse">
            <a:avLst/>
          </a:prstGeom>
          <a:solidFill>
            <a:srgbClr val="00A896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9866A48-9818-43FE-8BED-A33A7B846C87}"/>
              </a:ext>
            </a:extLst>
          </p:cNvPr>
          <p:cNvSpPr>
            <a:spLocks noGrp="1"/>
          </p:cNvSpPr>
          <p:nvPr/>
        </p:nvSpPr>
        <p:spPr>
          <a:xfrm>
            <a:off x="819150" y="781050"/>
            <a:ext cx="7810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87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2937C57-1088-4643-A219-798D2EF91A3F}"/>
              </a:ext>
            </a:extLst>
          </p:cNvPr>
          <p:cNvSpPr>
            <a:spLocks noGrp="1"/>
          </p:cNvSpPr>
          <p:nvPr/>
        </p:nvSpPr>
        <p:spPr>
          <a:xfrm>
            <a:off x="1828800" y="495300"/>
            <a:ext cx="81915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3000" b="1" i="0">
                <a:solidFill>
                  <a:srgbClr val="FFFFFF"/>
                </a:solidFill>
                <a:latin typeface="Cambria"/>
                <a:ea typeface="Cambria"/>
                <a:cs typeface="Cambria"/>
              </a:defRPr>
            </a:pPr>
            <a:r>
              <a:rPr sz="3000" b="1" i="0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Revision Priority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9C9F1AE1-DDC8-4694-A0B1-D5A97399D587}"/>
              </a:ext>
            </a:extLst>
          </p:cNvPr>
          <p:cNvSpPr>
            <a:spLocks noGrp="1"/>
          </p:cNvSpPr>
          <p:nvPr/>
        </p:nvSpPr>
        <p:spPr>
          <a:xfrm>
            <a:off x="819150" y="1952625"/>
            <a:ext cx="3143250" cy="4171950"/>
          </a:xfrm>
          <a:prstGeom prst="roundRect">
            <a:avLst>
              <a:gd name="adj" fmla="val 2424"/>
            </a:avLst>
          </a:prstGeom>
          <a:solidFill>
            <a:srgbClr val="FFFFFF">
              <a:alpha val="10000"/>
            </a:srgbClr>
          </a:solidFill>
          <a:ln w="1143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DB9B2B8-A7C1-4EA2-A147-9D863D726B98}"/>
              </a:ext>
            </a:extLst>
          </p:cNvPr>
          <p:cNvSpPr>
            <a:spLocks noGrp="1"/>
          </p:cNvSpPr>
          <p:nvPr/>
        </p:nvSpPr>
        <p:spPr>
          <a:xfrm>
            <a:off x="1085850" y="2190750"/>
            <a:ext cx="261937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725" b="1" i="0">
                <a:solidFill>
                  <a:srgbClr val="FFFFFF"/>
                </a:solidFill>
                <a:latin typeface="Cambria"/>
                <a:ea typeface="Cambria"/>
                <a:cs typeface="Cambria"/>
              </a:defRPr>
            </a:pPr>
            <a:r>
              <a:rPr sz="1725" b="1" i="0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Study first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79E952E-6D72-4057-AE7F-ECDE648832EC}"/>
              </a:ext>
            </a:extLst>
          </p:cNvPr>
          <p:cNvSpPr>
            <a:spLocks noGrp="1"/>
          </p:cNvSpPr>
          <p:nvPr/>
        </p:nvSpPr>
        <p:spPr>
          <a:xfrm>
            <a:off x="1085850" y="2571750"/>
            <a:ext cx="26193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050" b="0" i="1">
                <a:solidFill>
                  <a:srgbClr val="E6F5F3"/>
                </a:solidFill>
                <a:latin typeface="Calibri"/>
                <a:ea typeface="Calibri"/>
                <a:cs typeface="Calibri"/>
              </a:defRPr>
            </a:pPr>
            <a:r>
              <a:rPr sz="1050" b="0" i="1">
                <a:solidFill>
                  <a:srgbClr val="E6F5F3"/>
                </a:solidFill>
                <a:latin typeface="Calibri"/>
                <a:ea typeface="Calibri"/>
                <a:cs typeface="Calibri"/>
              </a:rPr>
              <a:t>Highest repeat counts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126F5D8-BDD0-4C0F-AC09-CFFDE8E35307}"/>
              </a:ext>
            </a:extLst>
          </p:cNvPr>
          <p:cNvSpPr>
            <a:spLocks noGrp="1"/>
          </p:cNvSpPr>
          <p:nvPr/>
        </p:nvSpPr>
        <p:spPr>
          <a:xfrm>
            <a:off x="1162050" y="3028950"/>
            <a:ext cx="2476500" cy="2667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050" b="0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050" b="0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• Ulcers (20)</a:t>
            </a:r>
          </a:p>
          <a:p>
            <a:pPr algn="l">
              <a:defRPr sz="1050" b="0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050" b="0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• Tumours and carcinomas (16)</a:t>
            </a:r>
          </a:p>
          <a:p>
            <a:pPr algn="l">
              <a:defRPr sz="1050" b="0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050" b="0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• Carbuncle, boils, abscess and felon (11)</a:t>
            </a:r>
          </a:p>
          <a:p>
            <a:pPr algn="l">
              <a:defRPr sz="1050" b="0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050" b="0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• Corns, callosity and warts (10)</a:t>
            </a:r>
          </a:p>
          <a:p>
            <a:pPr algn="l">
              <a:defRPr sz="1050" b="0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050" b="0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• Keloid and scars (10)</a:t>
            </a:r>
          </a:p>
          <a:p>
            <a:pPr algn="l">
              <a:defRPr sz="1050" b="0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050" b="0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• Nerve, hand and foot lesions (10)</a:t>
            </a:r>
          </a:p>
          <a:p>
            <a:pPr algn="l">
              <a:defRPr sz="1050" b="0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050" b="0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• Burns (9)</a:t>
            </a:r>
          </a:p>
          <a:p>
            <a:pPr algn="l">
              <a:defRPr sz="1050" b="0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050" b="0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• Blood transfusion and blood products (8)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9E6BF906-ADCB-4344-B626-FC5398D2D569}"/>
              </a:ext>
            </a:extLst>
          </p:cNvPr>
          <p:cNvSpPr>
            <a:spLocks noGrp="1"/>
          </p:cNvSpPr>
          <p:nvPr/>
        </p:nvSpPr>
        <p:spPr>
          <a:xfrm>
            <a:off x="4438650" y="1952625"/>
            <a:ext cx="3143250" cy="4171950"/>
          </a:xfrm>
          <a:prstGeom prst="roundRect">
            <a:avLst>
              <a:gd name="adj" fmla="val 2424"/>
            </a:avLst>
          </a:prstGeom>
          <a:solidFill>
            <a:srgbClr val="FFFFFF">
              <a:alpha val="10000"/>
            </a:srgbClr>
          </a:solidFill>
          <a:ln w="1143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0660FB9-A1D3-46AF-81EA-04636E79C911}"/>
              </a:ext>
            </a:extLst>
          </p:cNvPr>
          <p:cNvSpPr>
            <a:spLocks noGrp="1"/>
          </p:cNvSpPr>
          <p:nvPr/>
        </p:nvSpPr>
        <p:spPr>
          <a:xfrm>
            <a:off x="4705350" y="2190750"/>
            <a:ext cx="261937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725" b="1" i="0">
                <a:solidFill>
                  <a:srgbClr val="FFFFFF"/>
                </a:solidFill>
                <a:latin typeface="Cambria"/>
                <a:ea typeface="Cambria"/>
                <a:cs typeface="Cambria"/>
              </a:defRPr>
            </a:pPr>
            <a:r>
              <a:rPr sz="1725" b="1" i="0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Study next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B1C525F-225F-4716-8DAA-625995E18DCB}"/>
              </a:ext>
            </a:extLst>
          </p:cNvPr>
          <p:cNvSpPr>
            <a:spLocks noGrp="1"/>
          </p:cNvSpPr>
          <p:nvPr/>
        </p:nvSpPr>
        <p:spPr>
          <a:xfrm>
            <a:off x="4705350" y="2571750"/>
            <a:ext cx="26193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050" b="0" i="1">
                <a:solidFill>
                  <a:srgbClr val="E6F5F3"/>
                </a:solidFill>
                <a:latin typeface="Calibri"/>
                <a:ea typeface="Calibri"/>
                <a:cs typeface="Calibri"/>
              </a:defRPr>
            </a:pPr>
            <a:r>
              <a:rPr sz="1050" b="0" i="1">
                <a:solidFill>
                  <a:srgbClr val="E6F5F3"/>
                </a:solidFill>
                <a:latin typeface="Calibri"/>
                <a:ea typeface="Calibri"/>
                <a:cs typeface="Calibri"/>
              </a:rPr>
              <a:t>Middle repeat zone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2AD132A-47CF-493D-83BF-9D7E8F295B63}"/>
              </a:ext>
            </a:extLst>
          </p:cNvPr>
          <p:cNvSpPr>
            <a:spLocks noGrp="1"/>
          </p:cNvSpPr>
          <p:nvPr/>
        </p:nvSpPr>
        <p:spPr>
          <a:xfrm>
            <a:off x="4781550" y="3028950"/>
            <a:ext cx="2476500" cy="2667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050" b="0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050" b="0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• Lipoma (8)</a:t>
            </a:r>
          </a:p>
          <a:p>
            <a:pPr algn="l">
              <a:defRPr sz="1050" b="0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050" b="0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• Musculoskeletal and spine (8)</a:t>
            </a:r>
          </a:p>
          <a:p>
            <a:pPr algn="l">
              <a:defRPr sz="1050" b="0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050" b="0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• Sepsis and septicaemia (8)</a:t>
            </a:r>
          </a:p>
          <a:p>
            <a:pPr algn="l">
              <a:defRPr sz="1050" b="0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050" b="0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• Raynaud disease and cold injury (7)</a:t>
            </a:r>
          </a:p>
          <a:p>
            <a:pPr algn="l">
              <a:defRPr sz="1050" b="0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050" b="0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• Rest pain and vascular signs (7)</a:t>
            </a:r>
          </a:p>
          <a:p>
            <a:pPr algn="l">
              <a:defRPr sz="1050" b="0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050" b="0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• Spina bifida and congenital disorders (7)</a:t>
            </a:r>
          </a:p>
          <a:p>
            <a:pPr algn="l">
              <a:defRPr sz="1050" b="0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050" b="0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• Wound healing and injury (7)</a:t>
            </a:r>
          </a:p>
          <a:p>
            <a:pPr algn="l">
              <a:defRPr sz="1050" b="0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050" b="0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• Aneurysm (6)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AB8FAC13-7A29-4DC3-850E-6C076CA1EB7B}"/>
              </a:ext>
            </a:extLst>
          </p:cNvPr>
          <p:cNvSpPr>
            <a:spLocks noGrp="1"/>
          </p:cNvSpPr>
          <p:nvPr/>
        </p:nvSpPr>
        <p:spPr>
          <a:xfrm>
            <a:off x="8058150" y="1952625"/>
            <a:ext cx="3143250" cy="4171950"/>
          </a:xfrm>
          <a:prstGeom prst="roundRect">
            <a:avLst>
              <a:gd name="adj" fmla="val 2424"/>
            </a:avLst>
          </a:prstGeom>
          <a:solidFill>
            <a:srgbClr val="FFFFFF">
              <a:alpha val="10000"/>
            </a:srgbClr>
          </a:solidFill>
          <a:ln w="1143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D9F8451-EC9E-42FC-BBE9-F45BC092F1C7}"/>
              </a:ext>
            </a:extLst>
          </p:cNvPr>
          <p:cNvSpPr>
            <a:spLocks noGrp="1"/>
          </p:cNvSpPr>
          <p:nvPr/>
        </p:nvSpPr>
        <p:spPr>
          <a:xfrm>
            <a:off x="8324850" y="2190750"/>
            <a:ext cx="261937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725" b="1" i="0">
                <a:solidFill>
                  <a:srgbClr val="FFFFFF"/>
                </a:solidFill>
                <a:latin typeface="Cambria"/>
                <a:ea typeface="Cambria"/>
                <a:cs typeface="Cambria"/>
              </a:defRPr>
            </a:pPr>
            <a:r>
              <a:rPr sz="1725" b="1" i="0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Quick pass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A7E5EE8-D012-4D9E-B81C-9D2994F902D1}"/>
              </a:ext>
            </a:extLst>
          </p:cNvPr>
          <p:cNvSpPr>
            <a:spLocks noGrp="1"/>
          </p:cNvSpPr>
          <p:nvPr/>
        </p:nvSpPr>
        <p:spPr>
          <a:xfrm>
            <a:off x="8324850" y="2571750"/>
            <a:ext cx="26193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050" b="0" i="1">
                <a:solidFill>
                  <a:srgbClr val="E6F5F3"/>
                </a:solidFill>
                <a:latin typeface="Calibri"/>
                <a:ea typeface="Calibri"/>
                <a:cs typeface="Calibri"/>
              </a:defRPr>
            </a:pPr>
            <a:r>
              <a:rPr sz="1050" b="0" i="1">
                <a:solidFill>
                  <a:srgbClr val="E6F5F3"/>
                </a:solidFill>
                <a:latin typeface="Calibri"/>
                <a:ea typeface="Calibri"/>
                <a:cs typeface="Calibri"/>
              </a:rPr>
              <a:t>Lower-frequency topics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1AF7E4E-5E45-40D8-B68F-5395544886FF}"/>
              </a:ext>
            </a:extLst>
          </p:cNvPr>
          <p:cNvSpPr>
            <a:spLocks noGrp="1"/>
          </p:cNvSpPr>
          <p:nvPr/>
        </p:nvSpPr>
        <p:spPr>
          <a:xfrm>
            <a:off x="8401050" y="3028950"/>
            <a:ext cx="2476500" cy="2667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050" b="0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050" b="0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• Skin and nail conditions (5)</a:t>
            </a:r>
          </a:p>
          <a:p>
            <a:pPr algn="l">
              <a:defRPr sz="1050" b="0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050" b="0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• Thromboangitis obliterans / Buerger disease (5)</a:t>
            </a:r>
          </a:p>
          <a:p>
            <a:pPr algn="l">
              <a:defRPr sz="1050" b="0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050" b="0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• Tuberculosis and granulomatous lesions (5)</a:t>
            </a:r>
          </a:p>
          <a:p>
            <a:pPr algn="l">
              <a:defRPr sz="1050" b="0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050" b="0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• AIDS and infections (4)</a:t>
            </a:r>
          </a:p>
          <a:p>
            <a:pPr algn="l">
              <a:defRPr sz="1050" b="0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050" b="0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• Carpal tunnel syndrome (4)</a:t>
            </a:r>
          </a:p>
          <a:p>
            <a:pPr algn="l">
              <a:defRPr sz="1050" b="0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050" b="0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• Cellulitis (4)</a:t>
            </a:r>
          </a:p>
          <a:p>
            <a:pPr algn="l">
              <a:defRPr sz="1050" b="0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050" b="0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• Cervical rib and cervical spondylosis (4)</a:t>
            </a:r>
          </a:p>
          <a:p>
            <a:pPr algn="l">
              <a:defRPr sz="1050" b="0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050" b="0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• Fistula (4)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4300B82-BF91-4B19-A891-3F3FA64592F3}"/>
              </a:ext>
            </a:extLst>
          </p:cNvPr>
          <p:cNvSpPr>
            <a:spLocks noGrp="1"/>
          </p:cNvSpPr>
          <p:nvPr/>
        </p:nvSpPr>
        <p:spPr>
          <a:xfrm>
            <a:off x="819150" y="6381750"/>
            <a:ext cx="8763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125" b="0" i="1">
                <a:solidFill>
                  <a:srgbClr val="E6F5F3"/>
                </a:solidFill>
                <a:latin typeface="Calibri"/>
                <a:ea typeface="Calibri"/>
                <a:cs typeface="Calibri"/>
              </a:defRPr>
            </a:pPr>
            <a:r>
              <a:rPr sz="1125" b="0" i="1">
                <a:solidFill>
                  <a:srgbClr val="E6F5F3"/>
                </a:solidFill>
                <a:latin typeface="Calibri"/>
                <a:ea typeface="Calibri"/>
                <a:cs typeface="Calibri"/>
              </a:rPr>
              <a:t>Use the detailed cards as your checklist: every question from the requested sections is included.</a:t>
            </a:r>
          </a:p>
        </p:txBody>
      </p:sp>
    </p:spTree>
    <p:extLst>
      <p:ext uri="{BB962C8B-B14F-4D97-AF65-F5344CB8AC3E}">
        <p14:creationId xmlns:p14="http://schemas.microsoft.com/office/powerpoint/2010/main" val="934127547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6221</Words>
  <Application>Microsoft Office PowerPoint</Application>
  <DocSecurity>0</DocSecurity>
  <PresentationFormat>Widescreen</PresentationFormat>
  <Paragraphs>1947</Paragraphs>
  <Slides>96</Slides>
  <Notes>96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96</vt:i4>
      </vt:variant>
    </vt:vector>
  </HeadingPairs>
  <TitlesOfParts>
    <vt:vector size="99" baseType="lpstr">
      <vt:lpstr>Calibri</vt:lpstr>
      <vt:lpstr>Cambria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Sricharan A</cp:lastModifiedBy>
  <cp:revision>1</cp:revision>
  <dcterms:created xsi:type="dcterms:W3CDTF">2026-07-03T20:17:52Z</dcterms:created>
  <dcterms:modified xsi:type="dcterms:W3CDTF">2026-07-03T20:22:41Z</dcterms:modified>
</cp:coreProperties>
</file>